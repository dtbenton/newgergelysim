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4"/>
  </p:sldMasterIdLst>
  <p:notesMasterIdLst>
    <p:notesMasterId r:id="rId8"/>
  </p:notesMasterIdLst>
  <p:sldIdLst>
    <p:sldId id="256" r:id="rId5"/>
    <p:sldId id="257" r:id="rId6"/>
    <p:sldId id="260" r:id="rId7"/>
  </p:sldIdLst>
  <p:sldSz cx="39600188" cy="1417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E6F4"/>
    <a:srgbClr val="FDDD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4" autoAdjust="0"/>
    <p:restoredTop sz="94660"/>
  </p:normalViewPr>
  <p:slideViewPr>
    <p:cSldViewPr snapToGrid="0">
      <p:cViewPr varScale="1">
        <p:scale>
          <a:sx n="38" d="100"/>
          <a:sy n="38" d="100"/>
        </p:scale>
        <p:origin x="132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03B432-A659-47A9-A622-F1F1FE223EE8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881063" y="1143000"/>
            <a:ext cx="86201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6B36E3-9AF0-421E-9CBA-97F4E57A3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529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881063" y="1143000"/>
            <a:ext cx="8620126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B36E3-9AF0-421E-9CBA-97F4E57A36B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613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5B245-14F1-2F78-C79B-98BB909F5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974DEF-9CCE-F2F1-D47D-20667868B6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881063" y="1143000"/>
            <a:ext cx="8620126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52FEEC-9F0A-340D-547F-0A890C4BE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CDA09-D16D-D8F3-E77C-A0A67B4E5A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B36E3-9AF0-421E-9CBA-97F4E57A36B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56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0024" y="2319550"/>
            <a:ext cx="29700141" cy="4934373"/>
          </a:xfrm>
        </p:spPr>
        <p:txBody>
          <a:bodyPr anchor="b"/>
          <a:lstStyle>
            <a:lvl1pPr algn="ctr">
              <a:defRPr sz="1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50024" y="7444212"/>
            <a:ext cx="29700141" cy="3421908"/>
          </a:xfrm>
        </p:spPr>
        <p:txBody>
          <a:bodyPr/>
          <a:lstStyle>
            <a:lvl1pPr marL="0" indent="0" algn="ctr">
              <a:buNone/>
              <a:defRPr sz="4960"/>
            </a:lvl1pPr>
            <a:lvl2pPr marL="944895" indent="0" algn="ctr">
              <a:buNone/>
              <a:defRPr sz="4133"/>
            </a:lvl2pPr>
            <a:lvl3pPr marL="1889790" indent="0" algn="ctr">
              <a:buNone/>
              <a:defRPr sz="3720"/>
            </a:lvl3pPr>
            <a:lvl4pPr marL="2834686" indent="0" algn="ctr">
              <a:buNone/>
              <a:defRPr sz="3307"/>
            </a:lvl4pPr>
            <a:lvl5pPr marL="3779581" indent="0" algn="ctr">
              <a:buNone/>
              <a:defRPr sz="3307"/>
            </a:lvl5pPr>
            <a:lvl6pPr marL="4724476" indent="0" algn="ctr">
              <a:buNone/>
              <a:defRPr sz="3307"/>
            </a:lvl6pPr>
            <a:lvl7pPr marL="5669371" indent="0" algn="ctr">
              <a:buNone/>
              <a:defRPr sz="3307"/>
            </a:lvl7pPr>
            <a:lvl8pPr marL="6614267" indent="0" algn="ctr">
              <a:buNone/>
              <a:defRPr sz="3307"/>
            </a:lvl8pPr>
            <a:lvl9pPr marL="7559162" indent="0" algn="ctr">
              <a:buNone/>
              <a:defRPr sz="330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C1DF-C9B9-4C32-9FF4-A604B0E589BF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913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C1DF-C9B9-4C32-9FF4-A604B0E589BF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521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1888" y="3533460"/>
            <a:ext cx="34155162" cy="5895656"/>
          </a:xfrm>
        </p:spPr>
        <p:txBody>
          <a:bodyPr anchor="b"/>
          <a:lstStyle>
            <a:lvl1pPr>
              <a:defRPr sz="1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01888" y="9484891"/>
            <a:ext cx="34155162" cy="3100386"/>
          </a:xfrm>
        </p:spPr>
        <p:txBody>
          <a:bodyPr/>
          <a:lstStyle>
            <a:lvl1pPr marL="0" indent="0">
              <a:buNone/>
              <a:defRPr sz="4960">
                <a:solidFill>
                  <a:schemeClr val="tx1">
                    <a:tint val="82000"/>
                  </a:schemeClr>
                </a:solidFill>
              </a:defRPr>
            </a:lvl1pPr>
            <a:lvl2pPr marL="944895" indent="0">
              <a:buNone/>
              <a:defRPr sz="4133">
                <a:solidFill>
                  <a:schemeClr val="tx1">
                    <a:tint val="82000"/>
                  </a:schemeClr>
                </a:solidFill>
              </a:defRPr>
            </a:lvl2pPr>
            <a:lvl3pPr marL="1889790" indent="0">
              <a:buNone/>
              <a:defRPr sz="3720">
                <a:solidFill>
                  <a:schemeClr val="tx1">
                    <a:tint val="82000"/>
                  </a:schemeClr>
                </a:solidFill>
              </a:defRPr>
            </a:lvl3pPr>
            <a:lvl4pPr marL="2834686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4pPr>
            <a:lvl5pPr marL="3779581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5pPr>
            <a:lvl6pPr marL="4724476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6pPr>
            <a:lvl7pPr marL="5669371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7pPr>
            <a:lvl8pPr marL="6614267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8pPr>
            <a:lvl9pPr marL="7559162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C1DF-C9B9-4C32-9FF4-A604B0E589BF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822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22513" y="3772958"/>
            <a:ext cx="16830080" cy="89927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047595" y="3772958"/>
            <a:ext cx="16830080" cy="89927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C1DF-C9B9-4C32-9FF4-A604B0E589BF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139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7671" y="754593"/>
            <a:ext cx="34155162" cy="27394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27673" y="3474404"/>
            <a:ext cx="16752734" cy="1702751"/>
          </a:xfrm>
        </p:spPr>
        <p:txBody>
          <a:bodyPr anchor="b"/>
          <a:lstStyle>
            <a:lvl1pPr marL="0" indent="0">
              <a:buNone/>
              <a:defRPr sz="4960" b="1"/>
            </a:lvl1pPr>
            <a:lvl2pPr marL="944895" indent="0">
              <a:buNone/>
              <a:defRPr sz="4133" b="1"/>
            </a:lvl2pPr>
            <a:lvl3pPr marL="1889790" indent="0">
              <a:buNone/>
              <a:defRPr sz="3720" b="1"/>
            </a:lvl3pPr>
            <a:lvl4pPr marL="2834686" indent="0">
              <a:buNone/>
              <a:defRPr sz="3307" b="1"/>
            </a:lvl4pPr>
            <a:lvl5pPr marL="3779581" indent="0">
              <a:buNone/>
              <a:defRPr sz="3307" b="1"/>
            </a:lvl5pPr>
            <a:lvl6pPr marL="4724476" indent="0">
              <a:buNone/>
              <a:defRPr sz="3307" b="1"/>
            </a:lvl6pPr>
            <a:lvl7pPr marL="5669371" indent="0">
              <a:buNone/>
              <a:defRPr sz="3307" b="1"/>
            </a:lvl7pPr>
            <a:lvl8pPr marL="6614267" indent="0">
              <a:buNone/>
              <a:defRPr sz="3307" b="1"/>
            </a:lvl8pPr>
            <a:lvl9pPr marL="7559162" indent="0">
              <a:buNone/>
              <a:defRPr sz="33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27673" y="5177155"/>
            <a:ext cx="16752734" cy="76148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047595" y="3474404"/>
            <a:ext cx="16835238" cy="1702751"/>
          </a:xfrm>
        </p:spPr>
        <p:txBody>
          <a:bodyPr anchor="b"/>
          <a:lstStyle>
            <a:lvl1pPr marL="0" indent="0">
              <a:buNone/>
              <a:defRPr sz="4960" b="1"/>
            </a:lvl1pPr>
            <a:lvl2pPr marL="944895" indent="0">
              <a:buNone/>
              <a:defRPr sz="4133" b="1"/>
            </a:lvl2pPr>
            <a:lvl3pPr marL="1889790" indent="0">
              <a:buNone/>
              <a:defRPr sz="3720" b="1"/>
            </a:lvl3pPr>
            <a:lvl4pPr marL="2834686" indent="0">
              <a:buNone/>
              <a:defRPr sz="3307" b="1"/>
            </a:lvl4pPr>
            <a:lvl5pPr marL="3779581" indent="0">
              <a:buNone/>
              <a:defRPr sz="3307" b="1"/>
            </a:lvl5pPr>
            <a:lvl6pPr marL="4724476" indent="0">
              <a:buNone/>
              <a:defRPr sz="3307" b="1"/>
            </a:lvl6pPr>
            <a:lvl7pPr marL="5669371" indent="0">
              <a:buNone/>
              <a:defRPr sz="3307" b="1"/>
            </a:lvl7pPr>
            <a:lvl8pPr marL="6614267" indent="0">
              <a:buNone/>
              <a:defRPr sz="3307" b="1"/>
            </a:lvl8pPr>
            <a:lvl9pPr marL="7559162" indent="0">
              <a:buNone/>
              <a:defRPr sz="33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047595" y="5177155"/>
            <a:ext cx="16835238" cy="76148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C1DF-C9B9-4C32-9FF4-A604B0E589BF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736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C1DF-C9B9-4C32-9FF4-A604B0E589BF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232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C1DF-C9B9-4C32-9FF4-A604B0E589BF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651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7673" y="944880"/>
            <a:ext cx="12772090" cy="3307080"/>
          </a:xfrm>
        </p:spPr>
        <p:txBody>
          <a:bodyPr anchor="b"/>
          <a:lstStyle>
            <a:lvl1pPr>
              <a:defRPr sz="66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35238" y="2040680"/>
            <a:ext cx="20047595" cy="10072158"/>
          </a:xfrm>
        </p:spPr>
        <p:txBody>
          <a:bodyPr/>
          <a:lstStyle>
            <a:lvl1pPr>
              <a:defRPr sz="6613"/>
            </a:lvl1pPr>
            <a:lvl2pPr>
              <a:defRPr sz="5787"/>
            </a:lvl2pPr>
            <a:lvl3pPr>
              <a:defRPr sz="4960"/>
            </a:lvl3pPr>
            <a:lvl4pPr>
              <a:defRPr sz="4133"/>
            </a:lvl4pPr>
            <a:lvl5pPr>
              <a:defRPr sz="4133"/>
            </a:lvl5pPr>
            <a:lvl6pPr>
              <a:defRPr sz="4133"/>
            </a:lvl6pPr>
            <a:lvl7pPr>
              <a:defRPr sz="4133"/>
            </a:lvl7pPr>
            <a:lvl8pPr>
              <a:defRPr sz="4133"/>
            </a:lvl8pPr>
            <a:lvl9pPr>
              <a:defRPr sz="4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27673" y="4251960"/>
            <a:ext cx="12772090" cy="7877282"/>
          </a:xfrm>
        </p:spPr>
        <p:txBody>
          <a:bodyPr/>
          <a:lstStyle>
            <a:lvl1pPr marL="0" indent="0">
              <a:buNone/>
              <a:defRPr sz="3307"/>
            </a:lvl1pPr>
            <a:lvl2pPr marL="944895" indent="0">
              <a:buNone/>
              <a:defRPr sz="2893"/>
            </a:lvl2pPr>
            <a:lvl3pPr marL="1889790" indent="0">
              <a:buNone/>
              <a:defRPr sz="2480"/>
            </a:lvl3pPr>
            <a:lvl4pPr marL="2834686" indent="0">
              <a:buNone/>
              <a:defRPr sz="2067"/>
            </a:lvl4pPr>
            <a:lvl5pPr marL="3779581" indent="0">
              <a:buNone/>
              <a:defRPr sz="2067"/>
            </a:lvl5pPr>
            <a:lvl6pPr marL="4724476" indent="0">
              <a:buNone/>
              <a:defRPr sz="2067"/>
            </a:lvl6pPr>
            <a:lvl7pPr marL="5669371" indent="0">
              <a:buNone/>
              <a:defRPr sz="2067"/>
            </a:lvl7pPr>
            <a:lvl8pPr marL="6614267" indent="0">
              <a:buNone/>
              <a:defRPr sz="2067"/>
            </a:lvl8pPr>
            <a:lvl9pPr marL="7559162" indent="0">
              <a:buNone/>
              <a:defRPr sz="20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C1DF-C9B9-4C32-9FF4-A604B0E589BF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464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7673" y="944880"/>
            <a:ext cx="12772090" cy="3307080"/>
          </a:xfrm>
        </p:spPr>
        <p:txBody>
          <a:bodyPr anchor="b"/>
          <a:lstStyle>
            <a:lvl1pPr>
              <a:defRPr sz="66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835238" y="2040680"/>
            <a:ext cx="20047595" cy="10072158"/>
          </a:xfrm>
        </p:spPr>
        <p:txBody>
          <a:bodyPr anchor="t"/>
          <a:lstStyle>
            <a:lvl1pPr marL="0" indent="0">
              <a:buNone/>
              <a:defRPr sz="6613"/>
            </a:lvl1pPr>
            <a:lvl2pPr marL="944895" indent="0">
              <a:buNone/>
              <a:defRPr sz="5787"/>
            </a:lvl2pPr>
            <a:lvl3pPr marL="1889790" indent="0">
              <a:buNone/>
              <a:defRPr sz="4960"/>
            </a:lvl3pPr>
            <a:lvl4pPr marL="2834686" indent="0">
              <a:buNone/>
              <a:defRPr sz="4133"/>
            </a:lvl4pPr>
            <a:lvl5pPr marL="3779581" indent="0">
              <a:buNone/>
              <a:defRPr sz="4133"/>
            </a:lvl5pPr>
            <a:lvl6pPr marL="4724476" indent="0">
              <a:buNone/>
              <a:defRPr sz="4133"/>
            </a:lvl6pPr>
            <a:lvl7pPr marL="5669371" indent="0">
              <a:buNone/>
              <a:defRPr sz="4133"/>
            </a:lvl7pPr>
            <a:lvl8pPr marL="6614267" indent="0">
              <a:buNone/>
              <a:defRPr sz="4133"/>
            </a:lvl8pPr>
            <a:lvl9pPr marL="7559162" indent="0">
              <a:buNone/>
              <a:defRPr sz="41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27673" y="4251960"/>
            <a:ext cx="12772090" cy="7877282"/>
          </a:xfrm>
        </p:spPr>
        <p:txBody>
          <a:bodyPr/>
          <a:lstStyle>
            <a:lvl1pPr marL="0" indent="0">
              <a:buNone/>
              <a:defRPr sz="3307"/>
            </a:lvl1pPr>
            <a:lvl2pPr marL="944895" indent="0">
              <a:buNone/>
              <a:defRPr sz="2893"/>
            </a:lvl2pPr>
            <a:lvl3pPr marL="1889790" indent="0">
              <a:buNone/>
              <a:defRPr sz="2480"/>
            </a:lvl3pPr>
            <a:lvl4pPr marL="2834686" indent="0">
              <a:buNone/>
              <a:defRPr sz="2067"/>
            </a:lvl4pPr>
            <a:lvl5pPr marL="3779581" indent="0">
              <a:buNone/>
              <a:defRPr sz="2067"/>
            </a:lvl5pPr>
            <a:lvl6pPr marL="4724476" indent="0">
              <a:buNone/>
              <a:defRPr sz="2067"/>
            </a:lvl6pPr>
            <a:lvl7pPr marL="5669371" indent="0">
              <a:buNone/>
              <a:defRPr sz="2067"/>
            </a:lvl7pPr>
            <a:lvl8pPr marL="6614267" indent="0">
              <a:buNone/>
              <a:defRPr sz="2067"/>
            </a:lvl8pPr>
            <a:lvl9pPr marL="7559162" indent="0">
              <a:buNone/>
              <a:defRPr sz="20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C1DF-C9B9-4C32-9FF4-A604B0E589BF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52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C1DF-C9B9-4C32-9FF4-A604B0E589BF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838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338884" y="754592"/>
            <a:ext cx="8538791" cy="120111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22513" y="754592"/>
            <a:ext cx="25121369" cy="120111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C1DF-C9B9-4C32-9FF4-A604B0E589BF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190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22513" y="754593"/>
            <a:ext cx="34155162" cy="27394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22513" y="3772958"/>
            <a:ext cx="34155162" cy="89927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22513" y="13136458"/>
            <a:ext cx="8910042" cy="75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44C1DF-C9B9-4C32-9FF4-A604B0E589BF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117563" y="13136458"/>
            <a:ext cx="13365063" cy="75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967633" y="13136458"/>
            <a:ext cx="8910042" cy="75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DD0944-61CD-48DC-B776-6C19018D0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822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1889790" rtl="0" eaLnBrk="1" latinLnBrk="0" hangingPunct="1">
        <a:lnSpc>
          <a:spcPct val="90000"/>
        </a:lnSpc>
        <a:spcBef>
          <a:spcPct val="0"/>
        </a:spcBef>
        <a:buNone/>
        <a:defRPr sz="90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72448" indent="-472448" algn="l" defTabSz="1889790" rtl="0" eaLnBrk="1" latinLnBrk="0" hangingPunct="1">
        <a:lnSpc>
          <a:spcPct val="90000"/>
        </a:lnSpc>
        <a:spcBef>
          <a:spcPts val="2067"/>
        </a:spcBef>
        <a:buFont typeface="Arial" panose="020B0604020202020204" pitchFamily="34" charset="0"/>
        <a:buChar char="•"/>
        <a:defRPr sz="5787" kern="1200">
          <a:solidFill>
            <a:schemeClr val="tx1"/>
          </a:solidFill>
          <a:latin typeface="+mn-lt"/>
          <a:ea typeface="+mn-ea"/>
          <a:cs typeface="+mn-cs"/>
        </a:defRPr>
      </a:lvl1pPr>
      <a:lvl2pPr marL="1417343" indent="-472448" algn="l" defTabSz="1889790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4960" kern="1200">
          <a:solidFill>
            <a:schemeClr val="tx1"/>
          </a:solidFill>
          <a:latin typeface="+mn-lt"/>
          <a:ea typeface="+mn-ea"/>
          <a:cs typeface="+mn-cs"/>
        </a:defRPr>
      </a:lvl2pPr>
      <a:lvl3pPr marL="2362238" indent="-472448" algn="l" defTabSz="1889790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4133" kern="1200">
          <a:solidFill>
            <a:schemeClr val="tx1"/>
          </a:solidFill>
          <a:latin typeface="+mn-lt"/>
          <a:ea typeface="+mn-ea"/>
          <a:cs typeface="+mn-cs"/>
        </a:defRPr>
      </a:lvl3pPr>
      <a:lvl4pPr marL="3307133" indent="-472448" algn="l" defTabSz="1889790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4pPr>
      <a:lvl5pPr marL="4252029" indent="-472448" algn="l" defTabSz="1889790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5pPr>
      <a:lvl6pPr marL="5196924" indent="-472448" algn="l" defTabSz="1889790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6pPr>
      <a:lvl7pPr marL="6141819" indent="-472448" algn="l" defTabSz="1889790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7pPr>
      <a:lvl8pPr marL="7086714" indent="-472448" algn="l" defTabSz="1889790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8pPr>
      <a:lvl9pPr marL="8031610" indent="-472448" algn="l" defTabSz="1889790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89790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1pPr>
      <a:lvl2pPr marL="944895" algn="l" defTabSz="1889790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2pPr>
      <a:lvl3pPr marL="1889790" algn="l" defTabSz="1889790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3pPr>
      <a:lvl4pPr marL="2834686" algn="l" defTabSz="1889790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4pPr>
      <a:lvl5pPr marL="3779581" algn="l" defTabSz="1889790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5pPr>
      <a:lvl6pPr marL="4724476" algn="l" defTabSz="1889790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6pPr>
      <a:lvl7pPr marL="5669371" algn="l" defTabSz="1889790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7pPr>
      <a:lvl8pPr marL="6614267" algn="l" defTabSz="1889790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8pPr>
      <a:lvl9pPr marL="7559162" algn="l" defTabSz="1889790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CDCCBE4-51F8-A1F8-3099-C4A02748D5BD}"/>
              </a:ext>
            </a:extLst>
          </p:cNvPr>
          <p:cNvSpPr/>
          <p:nvPr/>
        </p:nvSpPr>
        <p:spPr>
          <a:xfrm>
            <a:off x="7228748" y="-1394500"/>
            <a:ext cx="10482932" cy="15120257"/>
          </a:xfrm>
          <a:prstGeom prst="rect">
            <a:avLst/>
          </a:prstGeom>
          <a:solidFill>
            <a:srgbClr val="F4F8F5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D7E130-D53E-3CF5-7C05-D2D3C9FB0D6D}"/>
              </a:ext>
            </a:extLst>
          </p:cNvPr>
          <p:cNvSpPr/>
          <p:nvPr/>
        </p:nvSpPr>
        <p:spPr>
          <a:xfrm>
            <a:off x="-3244510" y="-1394504"/>
            <a:ext cx="10482932" cy="15120257"/>
          </a:xfrm>
          <a:prstGeom prst="rect">
            <a:avLst/>
          </a:prstGeom>
          <a:solidFill>
            <a:srgbClr val="F1F5F8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644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7AECEAA-D299-2AA3-72E0-A756F1895BCA}"/>
              </a:ext>
            </a:extLst>
          </p:cNvPr>
          <p:cNvCxnSpPr>
            <a:cxnSpLocks/>
          </p:cNvCxnSpPr>
          <p:nvPr/>
        </p:nvCxnSpPr>
        <p:spPr>
          <a:xfrm>
            <a:off x="4930512" y="3679987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BCA2DEEC-F802-6F55-E0DC-F71A258EB7CA}"/>
              </a:ext>
            </a:extLst>
          </p:cNvPr>
          <p:cNvSpPr/>
          <p:nvPr/>
        </p:nvSpPr>
        <p:spPr>
          <a:xfrm>
            <a:off x="10048123" y="2723738"/>
            <a:ext cx="370541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E6140C3-9A96-FFE5-38EC-DF18DB32FF8E}"/>
              </a:ext>
            </a:extLst>
          </p:cNvPr>
          <p:cNvCxnSpPr>
            <a:cxnSpLocks/>
          </p:cNvCxnSpPr>
          <p:nvPr/>
        </p:nvCxnSpPr>
        <p:spPr>
          <a:xfrm>
            <a:off x="8795012" y="3462938"/>
            <a:ext cx="608106" cy="0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F7F529A3-A53F-4F6E-5C17-69EC27DDC49B}"/>
              </a:ext>
            </a:extLst>
          </p:cNvPr>
          <p:cNvSpPr/>
          <p:nvPr/>
        </p:nvSpPr>
        <p:spPr>
          <a:xfrm>
            <a:off x="9600582" y="3499528"/>
            <a:ext cx="168298" cy="16829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154E737-58B0-11B1-A1A2-A92B9B0E8CB8}"/>
              </a:ext>
            </a:extLst>
          </p:cNvPr>
          <p:cNvSpPr/>
          <p:nvPr/>
        </p:nvSpPr>
        <p:spPr>
          <a:xfrm>
            <a:off x="5064593" y="3201466"/>
            <a:ext cx="464094" cy="46409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C2A4D49-0B42-DDA5-8771-6638C8D07EF3}"/>
              </a:ext>
            </a:extLst>
          </p:cNvPr>
          <p:cNvSpPr/>
          <p:nvPr/>
        </p:nvSpPr>
        <p:spPr>
          <a:xfrm>
            <a:off x="9500385" y="3308163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461D11D-8526-AD67-4049-20DF580D67B6}"/>
              </a:ext>
            </a:extLst>
          </p:cNvPr>
          <p:cNvCxnSpPr>
            <a:cxnSpLocks/>
          </p:cNvCxnSpPr>
          <p:nvPr/>
        </p:nvCxnSpPr>
        <p:spPr>
          <a:xfrm flipV="1">
            <a:off x="9668683" y="3312131"/>
            <a:ext cx="0" cy="17877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D8E7A39-442A-2B10-169D-8A34CB19FF0E}"/>
              </a:ext>
            </a:extLst>
          </p:cNvPr>
          <p:cNvCxnSpPr>
            <a:cxnSpLocks/>
          </p:cNvCxnSpPr>
          <p:nvPr/>
        </p:nvCxnSpPr>
        <p:spPr>
          <a:xfrm rot="-1200000" flipH="1" flipV="1">
            <a:off x="9532604" y="3392046"/>
            <a:ext cx="91839" cy="14629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DB1ED9C-5D6D-43FC-24ED-161A34DD2E26}"/>
              </a:ext>
            </a:extLst>
          </p:cNvPr>
          <p:cNvCxnSpPr>
            <a:cxnSpLocks/>
          </p:cNvCxnSpPr>
          <p:nvPr/>
        </p:nvCxnSpPr>
        <p:spPr>
          <a:xfrm rot="1200000" flipV="1">
            <a:off x="9773378" y="3356923"/>
            <a:ext cx="0" cy="17877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BF2B73F-CE13-6971-D877-E2D07B496034}"/>
              </a:ext>
            </a:extLst>
          </p:cNvPr>
          <p:cNvSpPr/>
          <p:nvPr/>
        </p:nvSpPr>
        <p:spPr>
          <a:xfrm>
            <a:off x="8312564" y="3308163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A64203D-5EC9-04F0-43AB-E0CA50F0600C}"/>
              </a:ext>
            </a:extLst>
          </p:cNvPr>
          <p:cNvSpPr/>
          <p:nvPr/>
        </p:nvSpPr>
        <p:spPr>
          <a:xfrm>
            <a:off x="4926703" y="2940697"/>
            <a:ext cx="739298" cy="73929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4F12BAF-4185-E558-485C-E502D495B28A}"/>
              </a:ext>
            </a:extLst>
          </p:cNvPr>
          <p:cNvCxnSpPr>
            <a:cxnSpLocks/>
          </p:cNvCxnSpPr>
          <p:nvPr/>
        </p:nvCxnSpPr>
        <p:spPr>
          <a:xfrm flipH="1" flipV="1">
            <a:off x="5280449" y="2956607"/>
            <a:ext cx="4420" cy="23399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D065686-8DFF-EF5A-F119-C9C716EA70C0}"/>
              </a:ext>
            </a:extLst>
          </p:cNvPr>
          <p:cNvCxnSpPr>
            <a:cxnSpLocks/>
          </p:cNvCxnSpPr>
          <p:nvPr/>
        </p:nvCxnSpPr>
        <p:spPr>
          <a:xfrm rot="3000000" flipH="1" flipV="1">
            <a:off x="5528485" y="3080073"/>
            <a:ext cx="4420" cy="19799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9035F2C-6C23-B5C6-0D69-6FB5A0397D71}"/>
              </a:ext>
            </a:extLst>
          </p:cNvPr>
          <p:cNvCxnSpPr>
            <a:cxnSpLocks/>
          </p:cNvCxnSpPr>
          <p:nvPr/>
        </p:nvCxnSpPr>
        <p:spPr>
          <a:xfrm rot="-3000000" flipH="1" flipV="1">
            <a:off x="5062386" y="3088024"/>
            <a:ext cx="4420" cy="19799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C65B5D6-C897-F350-1EDB-D9BBF67D7B72}"/>
              </a:ext>
            </a:extLst>
          </p:cNvPr>
          <p:cNvCxnSpPr>
            <a:cxnSpLocks/>
          </p:cNvCxnSpPr>
          <p:nvPr/>
        </p:nvCxnSpPr>
        <p:spPr>
          <a:xfrm>
            <a:off x="4926707" y="5481453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7B7D6628-3EDF-628E-B420-BBE027E85454}"/>
              </a:ext>
            </a:extLst>
          </p:cNvPr>
          <p:cNvSpPr/>
          <p:nvPr/>
        </p:nvSpPr>
        <p:spPr>
          <a:xfrm>
            <a:off x="10044315" y="4525201"/>
            <a:ext cx="370541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5CBE8CE8-5A25-FDC1-D251-EE1E9898B5E2}"/>
              </a:ext>
            </a:extLst>
          </p:cNvPr>
          <p:cNvSpPr/>
          <p:nvPr/>
        </p:nvSpPr>
        <p:spPr>
          <a:xfrm>
            <a:off x="6709184" y="4294614"/>
            <a:ext cx="1786965" cy="985829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6E79C62-5369-D850-02A8-09A5B267E020}"/>
              </a:ext>
            </a:extLst>
          </p:cNvPr>
          <p:cNvCxnSpPr>
            <a:cxnSpLocks/>
          </p:cNvCxnSpPr>
          <p:nvPr/>
        </p:nvCxnSpPr>
        <p:spPr>
          <a:xfrm>
            <a:off x="8496134" y="5264402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21C2573-4427-8DA0-59B6-E9F4B26B15B6}"/>
              </a:ext>
            </a:extLst>
          </p:cNvPr>
          <p:cNvCxnSpPr>
            <a:cxnSpLocks/>
          </p:cNvCxnSpPr>
          <p:nvPr/>
        </p:nvCxnSpPr>
        <p:spPr>
          <a:xfrm>
            <a:off x="8795012" y="5169243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A0A9CC8-596B-C315-256F-CDA583D12442}"/>
              </a:ext>
            </a:extLst>
          </p:cNvPr>
          <p:cNvCxnSpPr>
            <a:cxnSpLocks/>
          </p:cNvCxnSpPr>
          <p:nvPr/>
        </p:nvCxnSpPr>
        <p:spPr>
          <a:xfrm rot="10800000">
            <a:off x="8795012" y="5346249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EBFA3E5-B7A5-050A-9188-1EC83AE0AD93}"/>
              </a:ext>
            </a:extLst>
          </p:cNvPr>
          <p:cNvCxnSpPr>
            <a:cxnSpLocks/>
            <a:stCxn id="47" idx="0"/>
          </p:cNvCxnSpPr>
          <p:nvPr/>
        </p:nvCxnSpPr>
        <p:spPr>
          <a:xfrm flipH="1" flipV="1">
            <a:off x="6131329" y="5264424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1608BD06-3A3F-EF19-0E82-24F5626CC030}"/>
              </a:ext>
            </a:extLst>
          </p:cNvPr>
          <p:cNvSpPr/>
          <p:nvPr/>
        </p:nvSpPr>
        <p:spPr>
          <a:xfrm>
            <a:off x="9496578" y="5109621"/>
            <a:ext cx="355688" cy="3556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5A2D62-A3B5-31A7-37D5-540752ABEB32}"/>
              </a:ext>
            </a:extLst>
          </p:cNvPr>
          <p:cNvSpPr/>
          <p:nvPr/>
        </p:nvSpPr>
        <p:spPr>
          <a:xfrm>
            <a:off x="8308759" y="5109621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F5BA909-3FAF-EEC1-1A56-D0B80923A0BF}"/>
              </a:ext>
            </a:extLst>
          </p:cNvPr>
          <p:cNvSpPr/>
          <p:nvPr/>
        </p:nvSpPr>
        <p:spPr>
          <a:xfrm>
            <a:off x="5765276" y="5109621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3EA0F32-4727-4738-3032-CD06D3FC5F58}"/>
              </a:ext>
            </a:extLst>
          </p:cNvPr>
          <p:cNvSpPr/>
          <p:nvPr/>
        </p:nvSpPr>
        <p:spPr>
          <a:xfrm>
            <a:off x="4922897" y="4742156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10236EF-0218-9603-D098-A65AA623B3D6}"/>
              </a:ext>
            </a:extLst>
          </p:cNvPr>
          <p:cNvCxnSpPr>
            <a:cxnSpLocks/>
          </p:cNvCxnSpPr>
          <p:nvPr/>
        </p:nvCxnSpPr>
        <p:spPr>
          <a:xfrm>
            <a:off x="-882326" y="3679987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05B2E6A4-9004-149C-3858-7D95375C44DB}"/>
              </a:ext>
            </a:extLst>
          </p:cNvPr>
          <p:cNvSpPr/>
          <p:nvPr/>
        </p:nvSpPr>
        <p:spPr>
          <a:xfrm>
            <a:off x="1619656" y="2723736"/>
            <a:ext cx="370541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068966E-740A-56E2-DD5F-C36FDA3DFF3C}"/>
              </a:ext>
            </a:extLst>
          </p:cNvPr>
          <p:cNvCxnSpPr>
            <a:cxnSpLocks/>
          </p:cNvCxnSpPr>
          <p:nvPr/>
        </p:nvCxnSpPr>
        <p:spPr>
          <a:xfrm>
            <a:off x="2982183" y="3462938"/>
            <a:ext cx="608106" cy="0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>
            <a:extLst>
              <a:ext uri="{FF2B5EF4-FFF2-40B4-BE49-F238E27FC236}">
                <a16:creationId xmlns:a16="http://schemas.microsoft.com/office/drawing/2014/main" id="{3CD01706-6939-1088-CF3A-A2AC45B85E7A}"/>
              </a:ext>
            </a:extLst>
          </p:cNvPr>
          <p:cNvSpPr/>
          <p:nvPr/>
        </p:nvSpPr>
        <p:spPr>
          <a:xfrm>
            <a:off x="3787740" y="3499528"/>
            <a:ext cx="168298" cy="16829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201F174A-8EE9-A315-9F39-BB5D2DC31C90}"/>
              </a:ext>
            </a:extLst>
          </p:cNvPr>
          <p:cNvSpPr/>
          <p:nvPr/>
        </p:nvSpPr>
        <p:spPr>
          <a:xfrm>
            <a:off x="-748235" y="3201466"/>
            <a:ext cx="464094" cy="46409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EFE43E12-90A0-58FA-F757-45677565F50C}"/>
              </a:ext>
            </a:extLst>
          </p:cNvPr>
          <p:cNvSpPr/>
          <p:nvPr/>
        </p:nvSpPr>
        <p:spPr>
          <a:xfrm>
            <a:off x="3687548" y="3308163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8E1BF94F-28EA-6AB2-6D04-DE55BA8E783F}"/>
              </a:ext>
            </a:extLst>
          </p:cNvPr>
          <p:cNvCxnSpPr>
            <a:cxnSpLocks/>
          </p:cNvCxnSpPr>
          <p:nvPr/>
        </p:nvCxnSpPr>
        <p:spPr>
          <a:xfrm flipV="1">
            <a:off x="3855843" y="3312131"/>
            <a:ext cx="0" cy="17877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225C6D4-64C1-12C7-4198-C627FBBE4092}"/>
              </a:ext>
            </a:extLst>
          </p:cNvPr>
          <p:cNvCxnSpPr>
            <a:cxnSpLocks/>
          </p:cNvCxnSpPr>
          <p:nvPr/>
        </p:nvCxnSpPr>
        <p:spPr>
          <a:xfrm rot="-1200000" flipH="1" flipV="1">
            <a:off x="3719766" y="3392046"/>
            <a:ext cx="91839" cy="14629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4512E185-10EB-7E77-3B37-0B76ACEA57C4}"/>
              </a:ext>
            </a:extLst>
          </p:cNvPr>
          <p:cNvCxnSpPr>
            <a:cxnSpLocks/>
          </p:cNvCxnSpPr>
          <p:nvPr/>
        </p:nvCxnSpPr>
        <p:spPr>
          <a:xfrm rot="1200000" flipV="1">
            <a:off x="3960540" y="3356923"/>
            <a:ext cx="0" cy="17877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5DB42F32-4ADB-7DD7-15E6-79E8C41A3B92}"/>
              </a:ext>
            </a:extLst>
          </p:cNvPr>
          <p:cNvSpPr/>
          <p:nvPr/>
        </p:nvSpPr>
        <p:spPr>
          <a:xfrm>
            <a:off x="2499723" y="3308163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EB2D48DB-9299-21CB-A0A7-A4ACAD24E892}"/>
              </a:ext>
            </a:extLst>
          </p:cNvPr>
          <p:cNvSpPr/>
          <p:nvPr/>
        </p:nvSpPr>
        <p:spPr>
          <a:xfrm>
            <a:off x="-886133" y="2940697"/>
            <a:ext cx="739298" cy="73929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38AD168F-DFA9-AFBB-9661-709361AF04D5}"/>
              </a:ext>
            </a:extLst>
          </p:cNvPr>
          <p:cNvCxnSpPr>
            <a:cxnSpLocks/>
          </p:cNvCxnSpPr>
          <p:nvPr/>
        </p:nvCxnSpPr>
        <p:spPr>
          <a:xfrm flipH="1" flipV="1">
            <a:off x="-532394" y="2956607"/>
            <a:ext cx="4420" cy="23399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3C511BA6-6A03-C964-81D8-5FC927DD096C}"/>
              </a:ext>
            </a:extLst>
          </p:cNvPr>
          <p:cNvCxnSpPr>
            <a:cxnSpLocks/>
          </p:cNvCxnSpPr>
          <p:nvPr/>
        </p:nvCxnSpPr>
        <p:spPr>
          <a:xfrm rot="3000000" flipH="1" flipV="1">
            <a:off x="-284342" y="3080071"/>
            <a:ext cx="4420" cy="19799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980A1E94-76A9-3C5E-165B-5338DE275A47}"/>
              </a:ext>
            </a:extLst>
          </p:cNvPr>
          <p:cNvCxnSpPr>
            <a:cxnSpLocks/>
          </p:cNvCxnSpPr>
          <p:nvPr/>
        </p:nvCxnSpPr>
        <p:spPr>
          <a:xfrm rot="-3000000" flipH="1" flipV="1">
            <a:off x="-750457" y="3088024"/>
            <a:ext cx="4420" cy="19799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91DA6CE6-A6DF-1536-B78D-1C8663906CD2}"/>
              </a:ext>
            </a:extLst>
          </p:cNvPr>
          <p:cNvCxnSpPr>
            <a:cxnSpLocks/>
          </p:cNvCxnSpPr>
          <p:nvPr/>
        </p:nvCxnSpPr>
        <p:spPr>
          <a:xfrm>
            <a:off x="-886132" y="5481453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B9F528E5-6751-86E9-2F22-CE760371FA96}"/>
              </a:ext>
            </a:extLst>
          </p:cNvPr>
          <p:cNvSpPr/>
          <p:nvPr/>
        </p:nvSpPr>
        <p:spPr>
          <a:xfrm>
            <a:off x="1615850" y="4525199"/>
            <a:ext cx="370541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5A4FC2DB-D1F5-8BD9-952C-03FDC5CCD312}"/>
              </a:ext>
            </a:extLst>
          </p:cNvPr>
          <p:cNvSpPr/>
          <p:nvPr/>
        </p:nvSpPr>
        <p:spPr>
          <a:xfrm>
            <a:off x="896341" y="4294612"/>
            <a:ext cx="1786965" cy="985829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26A6E54-C179-F228-27EF-DFF4DD9FCABC}"/>
              </a:ext>
            </a:extLst>
          </p:cNvPr>
          <p:cNvCxnSpPr>
            <a:cxnSpLocks/>
          </p:cNvCxnSpPr>
          <p:nvPr/>
        </p:nvCxnSpPr>
        <p:spPr>
          <a:xfrm>
            <a:off x="2683292" y="5264402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670311EE-8E02-B76F-FD6F-EBF32B925692}"/>
              </a:ext>
            </a:extLst>
          </p:cNvPr>
          <p:cNvCxnSpPr>
            <a:cxnSpLocks/>
          </p:cNvCxnSpPr>
          <p:nvPr/>
        </p:nvCxnSpPr>
        <p:spPr>
          <a:xfrm>
            <a:off x="2982176" y="5169243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68B2D73D-A907-80DF-CFD3-B3FC8C42A256}"/>
              </a:ext>
            </a:extLst>
          </p:cNvPr>
          <p:cNvCxnSpPr>
            <a:cxnSpLocks/>
          </p:cNvCxnSpPr>
          <p:nvPr/>
        </p:nvCxnSpPr>
        <p:spPr>
          <a:xfrm rot="10800000">
            <a:off x="2982176" y="5346249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CFB0377E-A0AA-522D-1724-513C2C57B22C}"/>
              </a:ext>
            </a:extLst>
          </p:cNvPr>
          <p:cNvCxnSpPr>
            <a:cxnSpLocks/>
            <a:stCxn id="101" idx="0"/>
          </p:cNvCxnSpPr>
          <p:nvPr/>
        </p:nvCxnSpPr>
        <p:spPr>
          <a:xfrm flipH="1" flipV="1">
            <a:off x="318486" y="5264422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75332DAF-A584-A78B-DBF0-8F5597920C90}"/>
              </a:ext>
            </a:extLst>
          </p:cNvPr>
          <p:cNvSpPr/>
          <p:nvPr/>
        </p:nvSpPr>
        <p:spPr>
          <a:xfrm>
            <a:off x="3683741" y="5109621"/>
            <a:ext cx="355688" cy="3556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5A581177-D5E1-E13E-F30F-729A02F83DF6}"/>
              </a:ext>
            </a:extLst>
          </p:cNvPr>
          <p:cNvSpPr/>
          <p:nvPr/>
        </p:nvSpPr>
        <p:spPr>
          <a:xfrm>
            <a:off x="2495916" y="5109621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7C0AE97-0A18-6241-7E2C-0288DE87B626}"/>
              </a:ext>
            </a:extLst>
          </p:cNvPr>
          <p:cNvSpPr/>
          <p:nvPr/>
        </p:nvSpPr>
        <p:spPr>
          <a:xfrm>
            <a:off x="-47566" y="5109621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80C1FD9B-217B-9075-FD4A-E69DA83B1387}"/>
              </a:ext>
            </a:extLst>
          </p:cNvPr>
          <p:cNvSpPr/>
          <p:nvPr/>
        </p:nvSpPr>
        <p:spPr>
          <a:xfrm>
            <a:off x="-889937" y="4742156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7E76B13C-ACCF-A949-5BD8-8990B1E99D4D}"/>
              </a:ext>
            </a:extLst>
          </p:cNvPr>
          <p:cNvCxnSpPr>
            <a:cxnSpLocks/>
          </p:cNvCxnSpPr>
          <p:nvPr/>
        </p:nvCxnSpPr>
        <p:spPr>
          <a:xfrm>
            <a:off x="-872362" y="9387958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2" name="Freeform: Shape 111">
            <a:extLst>
              <a:ext uri="{FF2B5EF4-FFF2-40B4-BE49-F238E27FC236}">
                <a16:creationId xmlns:a16="http://schemas.microsoft.com/office/drawing/2014/main" id="{CD5A0544-1A44-364C-C315-50AFBAC10AE9}"/>
              </a:ext>
            </a:extLst>
          </p:cNvPr>
          <p:cNvSpPr/>
          <p:nvPr/>
        </p:nvSpPr>
        <p:spPr>
          <a:xfrm>
            <a:off x="910112" y="8201119"/>
            <a:ext cx="1786965" cy="985829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F659367E-0BC2-DB43-8FD1-533B2F94F1B3}"/>
              </a:ext>
            </a:extLst>
          </p:cNvPr>
          <p:cNvCxnSpPr>
            <a:cxnSpLocks/>
          </p:cNvCxnSpPr>
          <p:nvPr/>
        </p:nvCxnSpPr>
        <p:spPr>
          <a:xfrm>
            <a:off x="2697063" y="9170907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B0FE3F9C-DFFC-4D0D-1673-AD480D3E81E1}"/>
              </a:ext>
            </a:extLst>
          </p:cNvPr>
          <p:cNvCxnSpPr>
            <a:cxnSpLocks/>
          </p:cNvCxnSpPr>
          <p:nvPr/>
        </p:nvCxnSpPr>
        <p:spPr>
          <a:xfrm>
            <a:off x="2995945" y="9075749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A7594382-C5D4-C9B1-3BCF-BE0DA3AD55BF}"/>
              </a:ext>
            </a:extLst>
          </p:cNvPr>
          <p:cNvCxnSpPr>
            <a:cxnSpLocks/>
          </p:cNvCxnSpPr>
          <p:nvPr/>
        </p:nvCxnSpPr>
        <p:spPr>
          <a:xfrm rot="10800000">
            <a:off x="2995945" y="9252753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70F13F1D-7404-A974-1260-727042E80EE5}"/>
              </a:ext>
            </a:extLst>
          </p:cNvPr>
          <p:cNvCxnSpPr>
            <a:cxnSpLocks/>
            <a:stCxn id="112" idx="0"/>
          </p:cNvCxnSpPr>
          <p:nvPr/>
        </p:nvCxnSpPr>
        <p:spPr>
          <a:xfrm flipH="1" flipV="1">
            <a:off x="332258" y="9170928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Oval 116">
            <a:extLst>
              <a:ext uri="{FF2B5EF4-FFF2-40B4-BE49-F238E27FC236}">
                <a16:creationId xmlns:a16="http://schemas.microsoft.com/office/drawing/2014/main" id="{D583EBC0-221F-3AB9-5444-FB1972C13128}"/>
              </a:ext>
            </a:extLst>
          </p:cNvPr>
          <p:cNvSpPr/>
          <p:nvPr/>
        </p:nvSpPr>
        <p:spPr>
          <a:xfrm>
            <a:off x="3697514" y="9016126"/>
            <a:ext cx="355688" cy="3556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5024483F-B313-0DA3-9973-2487225BD912}"/>
              </a:ext>
            </a:extLst>
          </p:cNvPr>
          <p:cNvSpPr/>
          <p:nvPr/>
        </p:nvSpPr>
        <p:spPr>
          <a:xfrm>
            <a:off x="-33794" y="9016126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97378F1D-FC0A-6127-F99A-45D2A7C73596}"/>
              </a:ext>
            </a:extLst>
          </p:cNvPr>
          <p:cNvSpPr/>
          <p:nvPr/>
        </p:nvSpPr>
        <p:spPr>
          <a:xfrm>
            <a:off x="-876166" y="8648662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663FC03D-CB51-448E-C480-23EC2145EBB6}"/>
              </a:ext>
            </a:extLst>
          </p:cNvPr>
          <p:cNvCxnSpPr>
            <a:cxnSpLocks/>
          </p:cNvCxnSpPr>
          <p:nvPr/>
        </p:nvCxnSpPr>
        <p:spPr>
          <a:xfrm>
            <a:off x="-872362" y="7397789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7" name="Oval 126">
            <a:extLst>
              <a:ext uri="{FF2B5EF4-FFF2-40B4-BE49-F238E27FC236}">
                <a16:creationId xmlns:a16="http://schemas.microsoft.com/office/drawing/2014/main" id="{D1430A90-AC5E-7A52-E62F-6834F53768D0}"/>
              </a:ext>
            </a:extLst>
          </p:cNvPr>
          <p:cNvSpPr/>
          <p:nvPr/>
        </p:nvSpPr>
        <p:spPr>
          <a:xfrm>
            <a:off x="3697514" y="7025957"/>
            <a:ext cx="355688" cy="3556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B8D6B9ED-2DEB-BF31-4CC6-123BED45A954}"/>
              </a:ext>
            </a:extLst>
          </p:cNvPr>
          <p:cNvSpPr/>
          <p:nvPr/>
        </p:nvSpPr>
        <p:spPr>
          <a:xfrm>
            <a:off x="-33794" y="7025957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D3093D28-F6BE-444A-2925-10DDB67709A4}"/>
              </a:ext>
            </a:extLst>
          </p:cNvPr>
          <p:cNvSpPr/>
          <p:nvPr/>
        </p:nvSpPr>
        <p:spPr>
          <a:xfrm>
            <a:off x="-876166" y="6658500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94074212-E083-C79C-BF3F-8483EA55AF91}"/>
              </a:ext>
            </a:extLst>
          </p:cNvPr>
          <p:cNvCxnSpPr>
            <a:cxnSpLocks/>
          </p:cNvCxnSpPr>
          <p:nvPr/>
        </p:nvCxnSpPr>
        <p:spPr>
          <a:xfrm flipH="1">
            <a:off x="444883" y="7203792"/>
            <a:ext cx="31436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910A694-0452-D890-2298-46E93A3FA6E6}"/>
              </a:ext>
            </a:extLst>
          </p:cNvPr>
          <p:cNvSpPr txBox="1"/>
          <p:nvPr/>
        </p:nvSpPr>
        <p:spPr>
          <a:xfrm>
            <a:off x="-533362" y="113586"/>
            <a:ext cx="51283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Condition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B3B3412-5331-59CE-2C13-AFEA26D1924A}"/>
              </a:ext>
            </a:extLst>
          </p:cNvPr>
          <p:cNvSpPr txBox="1"/>
          <p:nvPr/>
        </p:nvSpPr>
        <p:spPr>
          <a:xfrm>
            <a:off x="5415278" y="109952"/>
            <a:ext cx="39324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Condition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F268A1A-8883-D15F-EB50-0E4CEED89FE8}"/>
              </a:ext>
            </a:extLst>
          </p:cNvPr>
          <p:cNvSpPr txBox="1"/>
          <p:nvPr/>
        </p:nvSpPr>
        <p:spPr>
          <a:xfrm>
            <a:off x="-615346" y="672039"/>
            <a:ext cx="54847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Constrained Action Event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038E604-13BB-CDAB-4266-50D9A6AB224B}"/>
              </a:ext>
            </a:extLst>
          </p:cNvPr>
          <p:cNvSpPr txBox="1"/>
          <p:nvPr/>
        </p:nvSpPr>
        <p:spPr>
          <a:xfrm>
            <a:off x="5046776" y="667259"/>
            <a:ext cx="59977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Unconstrained Action Event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5D44FB4-E070-8EC4-5821-BF1A141D571D}"/>
              </a:ext>
            </a:extLst>
          </p:cNvPr>
          <p:cNvSpPr txBox="1"/>
          <p:nvPr/>
        </p:nvSpPr>
        <p:spPr>
          <a:xfrm>
            <a:off x="13549351" y="-1182701"/>
            <a:ext cx="99502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Paradigms Underlying the Five Target Findings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3F888E5-1EEF-20D6-EDBB-ADA88381C5C8}"/>
              </a:ext>
            </a:extLst>
          </p:cNvPr>
          <p:cNvSpPr txBox="1"/>
          <p:nvPr/>
        </p:nvSpPr>
        <p:spPr>
          <a:xfrm>
            <a:off x="-217014" y="-1086831"/>
            <a:ext cx="1002159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Finding 1: </a:t>
            </a:r>
          </a:p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Longer Looking to Inefficient Actions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D057A84-EBBF-6876-48ED-6A6536F54FEE}"/>
              </a:ext>
            </a:extLst>
          </p:cNvPr>
          <p:cNvCxnSpPr>
            <a:cxnSpLocks/>
          </p:cNvCxnSpPr>
          <p:nvPr/>
        </p:nvCxnSpPr>
        <p:spPr>
          <a:xfrm>
            <a:off x="17541393" y="3738441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2FDE2742-B6C5-9A39-3F9E-D44979502174}"/>
              </a:ext>
            </a:extLst>
          </p:cNvPr>
          <p:cNvSpPr/>
          <p:nvPr/>
        </p:nvSpPr>
        <p:spPr>
          <a:xfrm>
            <a:off x="22659001" y="2782189"/>
            <a:ext cx="370541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3121D8D-F09F-F643-AA03-F0DA7F7F322D}"/>
              </a:ext>
            </a:extLst>
          </p:cNvPr>
          <p:cNvCxnSpPr>
            <a:cxnSpLocks/>
          </p:cNvCxnSpPr>
          <p:nvPr/>
        </p:nvCxnSpPr>
        <p:spPr>
          <a:xfrm>
            <a:off x="21405898" y="3521383"/>
            <a:ext cx="608106" cy="0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234D586E-5209-2693-2BAF-8D1D12A86A88}"/>
              </a:ext>
            </a:extLst>
          </p:cNvPr>
          <p:cNvSpPr/>
          <p:nvPr/>
        </p:nvSpPr>
        <p:spPr>
          <a:xfrm>
            <a:off x="20923443" y="3366610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642AA98-8D33-0C5A-2CA5-1FE42C01FC58}"/>
              </a:ext>
            </a:extLst>
          </p:cNvPr>
          <p:cNvCxnSpPr>
            <a:cxnSpLocks/>
          </p:cNvCxnSpPr>
          <p:nvPr/>
        </p:nvCxnSpPr>
        <p:spPr>
          <a:xfrm>
            <a:off x="17537587" y="5539899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31404B3A-DB6E-0421-F38B-A2EB03C58D9A}"/>
              </a:ext>
            </a:extLst>
          </p:cNvPr>
          <p:cNvSpPr/>
          <p:nvPr/>
        </p:nvSpPr>
        <p:spPr>
          <a:xfrm>
            <a:off x="22655194" y="4583648"/>
            <a:ext cx="370541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74482F6E-0F53-C081-6951-EEE33FC970A1}"/>
              </a:ext>
            </a:extLst>
          </p:cNvPr>
          <p:cNvSpPr/>
          <p:nvPr/>
        </p:nvSpPr>
        <p:spPr>
          <a:xfrm>
            <a:off x="19320063" y="4353061"/>
            <a:ext cx="1786965" cy="985829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50BDA6E0-10FB-6414-36BE-D82949F5E963}"/>
              </a:ext>
            </a:extLst>
          </p:cNvPr>
          <p:cNvCxnSpPr>
            <a:cxnSpLocks/>
          </p:cNvCxnSpPr>
          <p:nvPr/>
        </p:nvCxnSpPr>
        <p:spPr>
          <a:xfrm>
            <a:off x="21107012" y="5322847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2171ED95-20C8-7ECA-23E9-01A724B703B6}"/>
              </a:ext>
            </a:extLst>
          </p:cNvPr>
          <p:cNvCxnSpPr>
            <a:cxnSpLocks/>
            <a:stCxn id="82" idx="0"/>
          </p:cNvCxnSpPr>
          <p:nvPr/>
        </p:nvCxnSpPr>
        <p:spPr>
          <a:xfrm flipH="1" flipV="1">
            <a:off x="18742207" y="5322870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>
            <a:extLst>
              <a:ext uri="{FF2B5EF4-FFF2-40B4-BE49-F238E27FC236}">
                <a16:creationId xmlns:a16="http://schemas.microsoft.com/office/drawing/2014/main" id="{B8F70C28-B29B-41A1-6C1F-90BA9AB3DBC5}"/>
              </a:ext>
            </a:extLst>
          </p:cNvPr>
          <p:cNvSpPr/>
          <p:nvPr/>
        </p:nvSpPr>
        <p:spPr>
          <a:xfrm>
            <a:off x="22107456" y="5168067"/>
            <a:ext cx="355688" cy="3556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F70F9A9C-059F-B6FC-CD39-0BD4F41F7743}"/>
              </a:ext>
            </a:extLst>
          </p:cNvPr>
          <p:cNvSpPr/>
          <p:nvPr/>
        </p:nvSpPr>
        <p:spPr>
          <a:xfrm>
            <a:off x="20919636" y="5168067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D52F7FA9-3ADC-6D14-5100-405A14C04959}"/>
              </a:ext>
            </a:extLst>
          </p:cNvPr>
          <p:cNvSpPr/>
          <p:nvPr/>
        </p:nvSpPr>
        <p:spPr>
          <a:xfrm>
            <a:off x="18376154" y="5168067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F5F86ED4-7FD5-5BE7-7450-CBEEC772F97B}"/>
              </a:ext>
            </a:extLst>
          </p:cNvPr>
          <p:cNvSpPr/>
          <p:nvPr/>
        </p:nvSpPr>
        <p:spPr>
          <a:xfrm>
            <a:off x="17533776" y="4800609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116D10A9-35DC-56A0-E794-95700D8E4D08}"/>
              </a:ext>
            </a:extLst>
          </p:cNvPr>
          <p:cNvCxnSpPr>
            <a:cxnSpLocks/>
          </p:cNvCxnSpPr>
          <p:nvPr/>
        </p:nvCxnSpPr>
        <p:spPr>
          <a:xfrm>
            <a:off x="11728558" y="3738441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3AB85B92-4BDD-9D0F-306E-E36314C89391}"/>
              </a:ext>
            </a:extLst>
          </p:cNvPr>
          <p:cNvSpPr/>
          <p:nvPr/>
        </p:nvSpPr>
        <p:spPr>
          <a:xfrm>
            <a:off x="14230537" y="2782189"/>
            <a:ext cx="370541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84F934BA-4C2A-6C16-AD42-685C31B452E5}"/>
              </a:ext>
            </a:extLst>
          </p:cNvPr>
          <p:cNvCxnSpPr>
            <a:cxnSpLocks/>
          </p:cNvCxnSpPr>
          <p:nvPr/>
        </p:nvCxnSpPr>
        <p:spPr>
          <a:xfrm>
            <a:off x="15593055" y="3521383"/>
            <a:ext cx="608106" cy="0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Oval 138">
            <a:extLst>
              <a:ext uri="{FF2B5EF4-FFF2-40B4-BE49-F238E27FC236}">
                <a16:creationId xmlns:a16="http://schemas.microsoft.com/office/drawing/2014/main" id="{E7305ACB-27DF-6560-0EB7-073F0CFACB8D}"/>
              </a:ext>
            </a:extLst>
          </p:cNvPr>
          <p:cNvSpPr/>
          <p:nvPr/>
        </p:nvSpPr>
        <p:spPr>
          <a:xfrm>
            <a:off x="15110609" y="3366610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984A4B3B-1708-C3DC-7334-5C25372C76D7}"/>
              </a:ext>
            </a:extLst>
          </p:cNvPr>
          <p:cNvCxnSpPr>
            <a:cxnSpLocks/>
          </p:cNvCxnSpPr>
          <p:nvPr/>
        </p:nvCxnSpPr>
        <p:spPr>
          <a:xfrm>
            <a:off x="11724751" y="5539899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5" name="Rectangle 144">
            <a:extLst>
              <a:ext uri="{FF2B5EF4-FFF2-40B4-BE49-F238E27FC236}">
                <a16:creationId xmlns:a16="http://schemas.microsoft.com/office/drawing/2014/main" id="{1E7F1A34-F3E4-C58D-3654-E059DEF03945}"/>
              </a:ext>
            </a:extLst>
          </p:cNvPr>
          <p:cNvSpPr/>
          <p:nvPr/>
        </p:nvSpPr>
        <p:spPr>
          <a:xfrm>
            <a:off x="14226739" y="4583648"/>
            <a:ext cx="370541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1B8919A6-5529-70C3-B922-74FEDE71F3EB}"/>
              </a:ext>
            </a:extLst>
          </p:cNvPr>
          <p:cNvSpPr/>
          <p:nvPr/>
        </p:nvSpPr>
        <p:spPr>
          <a:xfrm>
            <a:off x="13507222" y="4353061"/>
            <a:ext cx="1786965" cy="985829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99BEC867-5264-6458-A26D-F7765D22D509}"/>
              </a:ext>
            </a:extLst>
          </p:cNvPr>
          <p:cNvCxnSpPr>
            <a:cxnSpLocks/>
          </p:cNvCxnSpPr>
          <p:nvPr/>
        </p:nvCxnSpPr>
        <p:spPr>
          <a:xfrm>
            <a:off x="15294171" y="5322847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4A524302-0595-9245-091E-9C009C7151CA}"/>
              </a:ext>
            </a:extLst>
          </p:cNvPr>
          <p:cNvCxnSpPr>
            <a:cxnSpLocks/>
            <a:stCxn id="146" idx="0"/>
          </p:cNvCxnSpPr>
          <p:nvPr/>
        </p:nvCxnSpPr>
        <p:spPr>
          <a:xfrm flipH="1" flipV="1">
            <a:off x="12929365" y="5322870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Oval 150">
            <a:extLst>
              <a:ext uri="{FF2B5EF4-FFF2-40B4-BE49-F238E27FC236}">
                <a16:creationId xmlns:a16="http://schemas.microsoft.com/office/drawing/2014/main" id="{3CECB18C-C12A-327B-88BA-64AC20DEC2CF}"/>
              </a:ext>
            </a:extLst>
          </p:cNvPr>
          <p:cNvSpPr/>
          <p:nvPr/>
        </p:nvSpPr>
        <p:spPr>
          <a:xfrm>
            <a:off x="16294620" y="5168067"/>
            <a:ext cx="355688" cy="3556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769C8F7E-8F67-2DD8-AF9F-649B91A73EA1}"/>
              </a:ext>
            </a:extLst>
          </p:cNvPr>
          <p:cNvSpPr/>
          <p:nvPr/>
        </p:nvSpPr>
        <p:spPr>
          <a:xfrm>
            <a:off x="15106803" y="5168067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10237503-8A35-54A6-5208-B8A9CA7C2EDC}"/>
              </a:ext>
            </a:extLst>
          </p:cNvPr>
          <p:cNvSpPr/>
          <p:nvPr/>
        </p:nvSpPr>
        <p:spPr>
          <a:xfrm>
            <a:off x="12563313" y="5168067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33B0DE4C-F494-707C-5A7D-A8C7072DE63B}"/>
              </a:ext>
            </a:extLst>
          </p:cNvPr>
          <p:cNvSpPr/>
          <p:nvPr/>
        </p:nvSpPr>
        <p:spPr>
          <a:xfrm>
            <a:off x="11720940" y="4800609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7A06A7FE-840A-3844-BCAF-7090CABE0F96}"/>
              </a:ext>
            </a:extLst>
          </p:cNvPr>
          <p:cNvCxnSpPr>
            <a:cxnSpLocks/>
          </p:cNvCxnSpPr>
          <p:nvPr/>
        </p:nvCxnSpPr>
        <p:spPr>
          <a:xfrm>
            <a:off x="11756717" y="9732530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4026DCB8-EC68-B67C-0518-F42E1BB8884B}"/>
              </a:ext>
            </a:extLst>
          </p:cNvPr>
          <p:cNvSpPr/>
          <p:nvPr/>
        </p:nvSpPr>
        <p:spPr>
          <a:xfrm>
            <a:off x="13539187" y="8545692"/>
            <a:ext cx="1786965" cy="985829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8C54331E-8987-DBC6-A569-6D0A90D88F37}"/>
              </a:ext>
            </a:extLst>
          </p:cNvPr>
          <p:cNvCxnSpPr>
            <a:cxnSpLocks/>
          </p:cNvCxnSpPr>
          <p:nvPr/>
        </p:nvCxnSpPr>
        <p:spPr>
          <a:xfrm>
            <a:off x="15326143" y="9515479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A43AF2D1-EFB3-7EDC-6B8B-0735E30FF4EF}"/>
              </a:ext>
            </a:extLst>
          </p:cNvPr>
          <p:cNvCxnSpPr>
            <a:cxnSpLocks/>
            <a:stCxn id="156" idx="0"/>
          </p:cNvCxnSpPr>
          <p:nvPr/>
        </p:nvCxnSpPr>
        <p:spPr>
          <a:xfrm flipH="1" flipV="1">
            <a:off x="12961330" y="9515503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Oval 160">
            <a:extLst>
              <a:ext uri="{FF2B5EF4-FFF2-40B4-BE49-F238E27FC236}">
                <a16:creationId xmlns:a16="http://schemas.microsoft.com/office/drawing/2014/main" id="{1FE3C393-85E0-3C59-08D3-5D98E7358BC6}"/>
              </a:ext>
            </a:extLst>
          </p:cNvPr>
          <p:cNvSpPr/>
          <p:nvPr/>
        </p:nvSpPr>
        <p:spPr>
          <a:xfrm>
            <a:off x="16326585" y="9360704"/>
            <a:ext cx="355688" cy="3556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FC016609-4C7D-AF10-C7D3-B83BEFE55A3F}"/>
              </a:ext>
            </a:extLst>
          </p:cNvPr>
          <p:cNvSpPr/>
          <p:nvPr/>
        </p:nvSpPr>
        <p:spPr>
          <a:xfrm>
            <a:off x="12595285" y="9360698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1DB8F56C-FD2B-5D5C-6FC7-2FF707EFA41D}"/>
              </a:ext>
            </a:extLst>
          </p:cNvPr>
          <p:cNvSpPr/>
          <p:nvPr/>
        </p:nvSpPr>
        <p:spPr>
          <a:xfrm>
            <a:off x="11752906" y="8993240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8F7C610B-B81B-CA11-8BBD-DD57CF62F6EB}"/>
              </a:ext>
            </a:extLst>
          </p:cNvPr>
          <p:cNvCxnSpPr>
            <a:cxnSpLocks/>
          </p:cNvCxnSpPr>
          <p:nvPr/>
        </p:nvCxnSpPr>
        <p:spPr>
          <a:xfrm>
            <a:off x="11756717" y="7742361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5" name="Oval 164">
            <a:extLst>
              <a:ext uri="{FF2B5EF4-FFF2-40B4-BE49-F238E27FC236}">
                <a16:creationId xmlns:a16="http://schemas.microsoft.com/office/drawing/2014/main" id="{8471D9F7-5D86-5AD3-D099-607449EB1356}"/>
              </a:ext>
            </a:extLst>
          </p:cNvPr>
          <p:cNvSpPr/>
          <p:nvPr/>
        </p:nvSpPr>
        <p:spPr>
          <a:xfrm>
            <a:off x="16326585" y="7370535"/>
            <a:ext cx="355688" cy="3556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90CDC45A-97E9-2447-5CFA-B368F9D51DD2}"/>
              </a:ext>
            </a:extLst>
          </p:cNvPr>
          <p:cNvSpPr/>
          <p:nvPr/>
        </p:nvSpPr>
        <p:spPr>
          <a:xfrm>
            <a:off x="12595285" y="7370535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63C1A847-630B-71FC-78E2-A4469E9B7421}"/>
              </a:ext>
            </a:extLst>
          </p:cNvPr>
          <p:cNvSpPr/>
          <p:nvPr/>
        </p:nvSpPr>
        <p:spPr>
          <a:xfrm>
            <a:off x="11752906" y="7003071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B5965827-A1C8-F497-20CB-31EE5C01720B}"/>
              </a:ext>
            </a:extLst>
          </p:cNvPr>
          <p:cNvCxnSpPr>
            <a:cxnSpLocks/>
          </p:cNvCxnSpPr>
          <p:nvPr/>
        </p:nvCxnSpPr>
        <p:spPr>
          <a:xfrm flipH="1">
            <a:off x="13073965" y="7548370"/>
            <a:ext cx="31436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9" name="Oval 168">
            <a:extLst>
              <a:ext uri="{FF2B5EF4-FFF2-40B4-BE49-F238E27FC236}">
                <a16:creationId xmlns:a16="http://schemas.microsoft.com/office/drawing/2014/main" id="{5C57FC76-4C56-B395-9A70-A17ED64DBE25}"/>
              </a:ext>
            </a:extLst>
          </p:cNvPr>
          <p:cNvSpPr/>
          <p:nvPr/>
        </p:nvSpPr>
        <p:spPr>
          <a:xfrm>
            <a:off x="11730767" y="2994384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7D6B9FDE-6728-BE52-F5C4-EBB504B6BCFE}"/>
              </a:ext>
            </a:extLst>
          </p:cNvPr>
          <p:cNvSpPr/>
          <p:nvPr/>
        </p:nvSpPr>
        <p:spPr>
          <a:xfrm>
            <a:off x="16288733" y="3380208"/>
            <a:ext cx="355688" cy="3556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51C0A518-ED61-0D61-B937-623796D116B0}"/>
              </a:ext>
            </a:extLst>
          </p:cNvPr>
          <p:cNvSpPr/>
          <p:nvPr/>
        </p:nvSpPr>
        <p:spPr>
          <a:xfrm>
            <a:off x="17541389" y="2990524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A3C74038-C822-5C54-F0BB-506964A2DBB1}"/>
              </a:ext>
            </a:extLst>
          </p:cNvPr>
          <p:cNvSpPr/>
          <p:nvPr/>
        </p:nvSpPr>
        <p:spPr>
          <a:xfrm>
            <a:off x="22106815" y="3371315"/>
            <a:ext cx="355688" cy="3556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A4A5A051-25A0-D77D-6EF4-06DA594466AF}"/>
              </a:ext>
            </a:extLst>
          </p:cNvPr>
          <p:cNvSpPr txBox="1"/>
          <p:nvPr/>
        </p:nvSpPr>
        <p:spPr>
          <a:xfrm>
            <a:off x="14726149" y="-1023169"/>
            <a:ext cx="729456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Finding 2: </a:t>
            </a:r>
          </a:p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Independence from Animacy Cues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E608B37A-AB0F-DF34-53AA-D59C64255135}"/>
              </a:ext>
            </a:extLst>
          </p:cNvPr>
          <p:cNvSpPr txBox="1"/>
          <p:nvPr/>
        </p:nvSpPr>
        <p:spPr>
          <a:xfrm>
            <a:off x="11921717" y="240224"/>
            <a:ext cx="51283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Condition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B7C8AC0D-635F-2D73-C2EF-A03B8A77A2B5}"/>
              </a:ext>
            </a:extLst>
          </p:cNvPr>
          <p:cNvSpPr txBox="1"/>
          <p:nvPr/>
        </p:nvSpPr>
        <p:spPr>
          <a:xfrm>
            <a:off x="17870345" y="236591"/>
            <a:ext cx="39324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Condition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9D5E120D-3726-7D5B-D1F9-A644F9D19FDD}"/>
              </a:ext>
            </a:extLst>
          </p:cNvPr>
          <p:cNvSpPr txBox="1"/>
          <p:nvPr/>
        </p:nvSpPr>
        <p:spPr>
          <a:xfrm>
            <a:off x="11839726" y="798677"/>
            <a:ext cx="54847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Constrained Action Event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FC1308B3-B63A-B7FB-CBF5-BE98EBFCD3B5}"/>
              </a:ext>
            </a:extLst>
          </p:cNvPr>
          <p:cNvSpPr txBox="1"/>
          <p:nvPr/>
        </p:nvSpPr>
        <p:spPr>
          <a:xfrm>
            <a:off x="17501842" y="793892"/>
            <a:ext cx="59977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Unconstrained Action Event</a:t>
            </a:r>
          </a:p>
        </p:txBody>
      </p: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D500EDAB-20EB-623B-9615-C0A88412BF94}"/>
              </a:ext>
            </a:extLst>
          </p:cNvPr>
          <p:cNvCxnSpPr>
            <a:cxnSpLocks/>
          </p:cNvCxnSpPr>
          <p:nvPr/>
        </p:nvCxnSpPr>
        <p:spPr>
          <a:xfrm>
            <a:off x="25925974" y="3499576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6" name="Rectangle 205">
            <a:extLst>
              <a:ext uri="{FF2B5EF4-FFF2-40B4-BE49-F238E27FC236}">
                <a16:creationId xmlns:a16="http://schemas.microsoft.com/office/drawing/2014/main" id="{2CFFE259-D7A7-0E08-44EE-C73302E15FC0}"/>
              </a:ext>
            </a:extLst>
          </p:cNvPr>
          <p:cNvSpPr/>
          <p:nvPr/>
        </p:nvSpPr>
        <p:spPr>
          <a:xfrm>
            <a:off x="28427954" y="2543326"/>
            <a:ext cx="370541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6E04EBCD-699D-8392-960D-B7A753B1D5F4}"/>
              </a:ext>
            </a:extLst>
          </p:cNvPr>
          <p:cNvSpPr/>
          <p:nvPr/>
        </p:nvSpPr>
        <p:spPr>
          <a:xfrm>
            <a:off x="30596035" y="3319116"/>
            <a:ext cx="168298" cy="16829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CF82B92B-39F1-5448-E7F8-559F895ACAE8}"/>
              </a:ext>
            </a:extLst>
          </p:cNvPr>
          <p:cNvSpPr/>
          <p:nvPr/>
        </p:nvSpPr>
        <p:spPr>
          <a:xfrm>
            <a:off x="26060053" y="3021054"/>
            <a:ext cx="464094" cy="46409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1EF6AB17-361E-7AA7-DF6F-6168873DA6D7}"/>
              </a:ext>
            </a:extLst>
          </p:cNvPr>
          <p:cNvSpPr/>
          <p:nvPr/>
        </p:nvSpPr>
        <p:spPr>
          <a:xfrm>
            <a:off x="30495837" y="3127746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27943083-D881-9DCF-D498-C389DC036A71}"/>
              </a:ext>
            </a:extLst>
          </p:cNvPr>
          <p:cNvCxnSpPr>
            <a:cxnSpLocks/>
          </p:cNvCxnSpPr>
          <p:nvPr/>
        </p:nvCxnSpPr>
        <p:spPr>
          <a:xfrm flipV="1">
            <a:off x="30664138" y="3131719"/>
            <a:ext cx="0" cy="17877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3CC0A23B-C51E-5734-89B0-E3C00659CC6B}"/>
              </a:ext>
            </a:extLst>
          </p:cNvPr>
          <p:cNvCxnSpPr>
            <a:cxnSpLocks/>
          </p:cNvCxnSpPr>
          <p:nvPr/>
        </p:nvCxnSpPr>
        <p:spPr>
          <a:xfrm rot="-1200000" flipH="1" flipV="1">
            <a:off x="30528064" y="3211635"/>
            <a:ext cx="91839" cy="14629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3D02CE3C-977A-46E5-F397-198859976C17}"/>
              </a:ext>
            </a:extLst>
          </p:cNvPr>
          <p:cNvCxnSpPr>
            <a:cxnSpLocks/>
          </p:cNvCxnSpPr>
          <p:nvPr/>
        </p:nvCxnSpPr>
        <p:spPr>
          <a:xfrm rot="1200000" flipV="1">
            <a:off x="30768837" y="3176511"/>
            <a:ext cx="0" cy="17877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Oval 214">
            <a:extLst>
              <a:ext uri="{FF2B5EF4-FFF2-40B4-BE49-F238E27FC236}">
                <a16:creationId xmlns:a16="http://schemas.microsoft.com/office/drawing/2014/main" id="{A89389D6-9810-EFB9-B651-612087672A21}"/>
              </a:ext>
            </a:extLst>
          </p:cNvPr>
          <p:cNvSpPr/>
          <p:nvPr/>
        </p:nvSpPr>
        <p:spPr>
          <a:xfrm>
            <a:off x="25922156" y="2760285"/>
            <a:ext cx="739298" cy="73929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4BE19EC9-4FD4-2C79-7686-3D20674F28C8}"/>
              </a:ext>
            </a:extLst>
          </p:cNvPr>
          <p:cNvCxnSpPr>
            <a:cxnSpLocks/>
          </p:cNvCxnSpPr>
          <p:nvPr/>
        </p:nvCxnSpPr>
        <p:spPr>
          <a:xfrm flipH="1" flipV="1">
            <a:off x="26275909" y="2776191"/>
            <a:ext cx="4420" cy="23399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28BB2CC7-50E6-5484-E184-D4B65DE87292}"/>
              </a:ext>
            </a:extLst>
          </p:cNvPr>
          <p:cNvCxnSpPr>
            <a:cxnSpLocks/>
          </p:cNvCxnSpPr>
          <p:nvPr/>
        </p:nvCxnSpPr>
        <p:spPr>
          <a:xfrm rot="3000000" flipH="1" flipV="1">
            <a:off x="26523938" y="2899661"/>
            <a:ext cx="4420" cy="19799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8B5819E2-FDDC-5617-74CA-D9D1E6D7C877}"/>
              </a:ext>
            </a:extLst>
          </p:cNvPr>
          <p:cNvCxnSpPr>
            <a:cxnSpLocks/>
          </p:cNvCxnSpPr>
          <p:nvPr/>
        </p:nvCxnSpPr>
        <p:spPr>
          <a:xfrm rot="-3000000" flipH="1" flipV="1">
            <a:off x="26057840" y="2907614"/>
            <a:ext cx="4420" cy="19799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4812C859-6E1A-2FBE-8F72-2DE635CC45ED}"/>
              </a:ext>
            </a:extLst>
          </p:cNvPr>
          <p:cNvCxnSpPr>
            <a:cxnSpLocks/>
          </p:cNvCxnSpPr>
          <p:nvPr/>
        </p:nvCxnSpPr>
        <p:spPr>
          <a:xfrm>
            <a:off x="25922168" y="5301035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5655F57-1A7B-9A9B-26BD-17B9DC1FCAE8}"/>
              </a:ext>
            </a:extLst>
          </p:cNvPr>
          <p:cNvSpPr/>
          <p:nvPr/>
        </p:nvSpPr>
        <p:spPr>
          <a:xfrm>
            <a:off x="28424146" y="4344791"/>
            <a:ext cx="370541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Freeform: Shape 220">
            <a:extLst>
              <a:ext uri="{FF2B5EF4-FFF2-40B4-BE49-F238E27FC236}">
                <a16:creationId xmlns:a16="http://schemas.microsoft.com/office/drawing/2014/main" id="{D4ACBE29-9A04-8131-6000-E09686D5350B}"/>
              </a:ext>
            </a:extLst>
          </p:cNvPr>
          <p:cNvSpPr/>
          <p:nvPr/>
        </p:nvSpPr>
        <p:spPr>
          <a:xfrm>
            <a:off x="27704637" y="4114198"/>
            <a:ext cx="1786965" cy="985829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D6303159-4618-F529-67BF-C5AF3FF381A8}"/>
              </a:ext>
            </a:extLst>
          </p:cNvPr>
          <p:cNvCxnSpPr>
            <a:cxnSpLocks/>
          </p:cNvCxnSpPr>
          <p:nvPr/>
        </p:nvCxnSpPr>
        <p:spPr>
          <a:xfrm>
            <a:off x="29491587" y="5083985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D259C0C2-D842-78C4-0703-79A50625BC95}"/>
              </a:ext>
            </a:extLst>
          </p:cNvPr>
          <p:cNvCxnSpPr>
            <a:cxnSpLocks/>
            <a:stCxn id="221" idx="0"/>
          </p:cNvCxnSpPr>
          <p:nvPr/>
        </p:nvCxnSpPr>
        <p:spPr>
          <a:xfrm flipH="1" flipV="1">
            <a:off x="27126782" y="5084007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Oval 225">
            <a:extLst>
              <a:ext uri="{FF2B5EF4-FFF2-40B4-BE49-F238E27FC236}">
                <a16:creationId xmlns:a16="http://schemas.microsoft.com/office/drawing/2014/main" id="{9C8A02C1-B573-6D84-EB1E-1EA07A6ECC90}"/>
              </a:ext>
            </a:extLst>
          </p:cNvPr>
          <p:cNvSpPr/>
          <p:nvPr/>
        </p:nvSpPr>
        <p:spPr>
          <a:xfrm>
            <a:off x="30492037" y="4929212"/>
            <a:ext cx="355688" cy="3556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00689EA5-EA43-F51B-C9D2-BF0EB6F5F4EF}"/>
              </a:ext>
            </a:extLst>
          </p:cNvPr>
          <p:cNvSpPr/>
          <p:nvPr/>
        </p:nvSpPr>
        <p:spPr>
          <a:xfrm>
            <a:off x="26760729" y="4929212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799B08F5-A478-D8EF-25E3-C2439E38459A}"/>
              </a:ext>
            </a:extLst>
          </p:cNvPr>
          <p:cNvSpPr/>
          <p:nvPr/>
        </p:nvSpPr>
        <p:spPr>
          <a:xfrm>
            <a:off x="25918350" y="4561744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CAD6A43D-66A2-9B71-320A-F4E33B893D92}"/>
              </a:ext>
            </a:extLst>
          </p:cNvPr>
          <p:cNvCxnSpPr>
            <a:cxnSpLocks/>
          </p:cNvCxnSpPr>
          <p:nvPr/>
        </p:nvCxnSpPr>
        <p:spPr>
          <a:xfrm>
            <a:off x="25886248" y="9428278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1" name="Freeform: Shape 230">
            <a:extLst>
              <a:ext uri="{FF2B5EF4-FFF2-40B4-BE49-F238E27FC236}">
                <a16:creationId xmlns:a16="http://schemas.microsoft.com/office/drawing/2014/main" id="{DB2C6254-0196-2173-3837-7AD57BE9C615}"/>
              </a:ext>
            </a:extLst>
          </p:cNvPr>
          <p:cNvSpPr/>
          <p:nvPr/>
        </p:nvSpPr>
        <p:spPr>
          <a:xfrm>
            <a:off x="27668719" y="8241441"/>
            <a:ext cx="1786965" cy="985829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8C2993B2-8633-2ADB-A4E7-B5761E12466C}"/>
              </a:ext>
            </a:extLst>
          </p:cNvPr>
          <p:cNvCxnSpPr>
            <a:cxnSpLocks/>
          </p:cNvCxnSpPr>
          <p:nvPr/>
        </p:nvCxnSpPr>
        <p:spPr>
          <a:xfrm>
            <a:off x="29455668" y="9211228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C6A67D0E-5C99-CC30-2206-68E2AEA8A7A7}"/>
              </a:ext>
            </a:extLst>
          </p:cNvPr>
          <p:cNvCxnSpPr>
            <a:cxnSpLocks/>
            <a:stCxn id="231" idx="0"/>
          </p:cNvCxnSpPr>
          <p:nvPr/>
        </p:nvCxnSpPr>
        <p:spPr>
          <a:xfrm flipH="1" flipV="1">
            <a:off x="27090862" y="9211249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Oval 235">
            <a:extLst>
              <a:ext uri="{FF2B5EF4-FFF2-40B4-BE49-F238E27FC236}">
                <a16:creationId xmlns:a16="http://schemas.microsoft.com/office/drawing/2014/main" id="{E16C909A-7707-2937-379A-9D1F6D2B6E21}"/>
              </a:ext>
            </a:extLst>
          </p:cNvPr>
          <p:cNvSpPr/>
          <p:nvPr/>
        </p:nvSpPr>
        <p:spPr>
          <a:xfrm>
            <a:off x="30456117" y="9056454"/>
            <a:ext cx="355688" cy="3556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009F71B0-9987-904F-247E-86D029952399}"/>
              </a:ext>
            </a:extLst>
          </p:cNvPr>
          <p:cNvSpPr/>
          <p:nvPr/>
        </p:nvSpPr>
        <p:spPr>
          <a:xfrm>
            <a:off x="26724809" y="9056447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8BA67200-D3A5-A785-D597-99DC3D187643}"/>
              </a:ext>
            </a:extLst>
          </p:cNvPr>
          <p:cNvSpPr/>
          <p:nvPr/>
        </p:nvSpPr>
        <p:spPr>
          <a:xfrm>
            <a:off x="25882437" y="8688987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01C9AA31-F098-6060-2068-6DBADAD43911}"/>
              </a:ext>
            </a:extLst>
          </p:cNvPr>
          <p:cNvSpPr/>
          <p:nvPr/>
        </p:nvSpPr>
        <p:spPr>
          <a:xfrm>
            <a:off x="27941061" y="4319122"/>
            <a:ext cx="1338190" cy="98582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DB9B4F4C-9744-1BD0-7679-30D20973A7C5}"/>
              </a:ext>
            </a:extLst>
          </p:cNvPr>
          <p:cNvSpPr txBox="1"/>
          <p:nvPr/>
        </p:nvSpPr>
        <p:spPr>
          <a:xfrm>
            <a:off x="24598962" y="313310"/>
            <a:ext cx="66575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Inferring Constraints Condition</a:t>
            </a:r>
          </a:p>
        </p:txBody>
      </p: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522BD94B-5183-E5D4-F4BC-3FD5EA6501D6}"/>
              </a:ext>
            </a:extLst>
          </p:cNvPr>
          <p:cNvCxnSpPr>
            <a:cxnSpLocks/>
          </p:cNvCxnSpPr>
          <p:nvPr/>
        </p:nvCxnSpPr>
        <p:spPr>
          <a:xfrm>
            <a:off x="25879621" y="7575627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9" name="Freeform: Shape 248">
            <a:extLst>
              <a:ext uri="{FF2B5EF4-FFF2-40B4-BE49-F238E27FC236}">
                <a16:creationId xmlns:a16="http://schemas.microsoft.com/office/drawing/2014/main" id="{A2992998-511F-A7BE-87F4-6CFA3951E5A3}"/>
              </a:ext>
            </a:extLst>
          </p:cNvPr>
          <p:cNvSpPr/>
          <p:nvPr/>
        </p:nvSpPr>
        <p:spPr>
          <a:xfrm>
            <a:off x="27662091" y="6388790"/>
            <a:ext cx="1786965" cy="985829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7A8AB2FC-7290-E7DC-A446-B33F3B3FC817}"/>
              </a:ext>
            </a:extLst>
          </p:cNvPr>
          <p:cNvCxnSpPr>
            <a:cxnSpLocks/>
          </p:cNvCxnSpPr>
          <p:nvPr/>
        </p:nvCxnSpPr>
        <p:spPr>
          <a:xfrm>
            <a:off x="29449040" y="7358577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Arrow Connector 252">
            <a:extLst>
              <a:ext uri="{FF2B5EF4-FFF2-40B4-BE49-F238E27FC236}">
                <a16:creationId xmlns:a16="http://schemas.microsoft.com/office/drawing/2014/main" id="{8857C0A4-6430-C235-D96B-C0DE3820771A}"/>
              </a:ext>
            </a:extLst>
          </p:cNvPr>
          <p:cNvCxnSpPr>
            <a:cxnSpLocks/>
            <a:stCxn id="249" idx="0"/>
          </p:cNvCxnSpPr>
          <p:nvPr/>
        </p:nvCxnSpPr>
        <p:spPr>
          <a:xfrm flipH="1" flipV="1">
            <a:off x="27084235" y="7358599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Oval 253">
            <a:extLst>
              <a:ext uri="{FF2B5EF4-FFF2-40B4-BE49-F238E27FC236}">
                <a16:creationId xmlns:a16="http://schemas.microsoft.com/office/drawing/2014/main" id="{9B9434D8-1EE7-8E08-9671-49095A94AF0F}"/>
              </a:ext>
            </a:extLst>
          </p:cNvPr>
          <p:cNvSpPr/>
          <p:nvPr/>
        </p:nvSpPr>
        <p:spPr>
          <a:xfrm>
            <a:off x="30449490" y="7203796"/>
            <a:ext cx="355688" cy="3556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5" name="Oval 254">
            <a:extLst>
              <a:ext uri="{FF2B5EF4-FFF2-40B4-BE49-F238E27FC236}">
                <a16:creationId xmlns:a16="http://schemas.microsoft.com/office/drawing/2014/main" id="{138BD3E6-FE51-3E67-4710-8B42747499B9}"/>
              </a:ext>
            </a:extLst>
          </p:cNvPr>
          <p:cNvSpPr/>
          <p:nvPr/>
        </p:nvSpPr>
        <p:spPr>
          <a:xfrm>
            <a:off x="26718183" y="7203796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" name="Oval 255">
            <a:extLst>
              <a:ext uri="{FF2B5EF4-FFF2-40B4-BE49-F238E27FC236}">
                <a16:creationId xmlns:a16="http://schemas.microsoft.com/office/drawing/2014/main" id="{C1724B39-B735-0D49-E3D0-81F8C6BF8F17}"/>
              </a:ext>
            </a:extLst>
          </p:cNvPr>
          <p:cNvSpPr/>
          <p:nvPr/>
        </p:nvSpPr>
        <p:spPr>
          <a:xfrm>
            <a:off x="25875810" y="6836336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8562B3F2-9AC5-C9BD-292B-3D3430AADFFF}"/>
              </a:ext>
            </a:extLst>
          </p:cNvPr>
          <p:cNvSpPr/>
          <p:nvPr/>
        </p:nvSpPr>
        <p:spPr>
          <a:xfrm>
            <a:off x="28381028" y="6635310"/>
            <a:ext cx="370541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90F37305-2B9C-90A6-032C-A4B409220866}"/>
              </a:ext>
            </a:extLst>
          </p:cNvPr>
          <p:cNvCxnSpPr>
            <a:cxnSpLocks/>
          </p:cNvCxnSpPr>
          <p:nvPr/>
        </p:nvCxnSpPr>
        <p:spPr>
          <a:xfrm>
            <a:off x="32682286" y="3560497"/>
            <a:ext cx="680053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9" name="Rectangle 258">
            <a:extLst>
              <a:ext uri="{FF2B5EF4-FFF2-40B4-BE49-F238E27FC236}">
                <a16:creationId xmlns:a16="http://schemas.microsoft.com/office/drawing/2014/main" id="{CCE06B3C-D811-27C5-2D5C-B6D59E1C7236}"/>
              </a:ext>
            </a:extLst>
          </p:cNvPr>
          <p:cNvSpPr/>
          <p:nvPr/>
        </p:nvSpPr>
        <p:spPr>
          <a:xfrm>
            <a:off x="36383112" y="2604244"/>
            <a:ext cx="370541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6297FA99-FEE3-A979-EB86-E99E6E6F27F5}"/>
              </a:ext>
            </a:extLst>
          </p:cNvPr>
          <p:cNvSpPr/>
          <p:nvPr/>
        </p:nvSpPr>
        <p:spPr>
          <a:xfrm>
            <a:off x="38551190" y="3380022"/>
            <a:ext cx="168298" cy="16829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A56B9055-B817-E7E4-FB4B-8128B3F214DA}"/>
              </a:ext>
            </a:extLst>
          </p:cNvPr>
          <p:cNvSpPr/>
          <p:nvPr/>
        </p:nvSpPr>
        <p:spPr>
          <a:xfrm>
            <a:off x="32739869" y="3081980"/>
            <a:ext cx="464094" cy="46409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D9811C96-9332-AEE1-C275-D3AA6DF38A43}"/>
              </a:ext>
            </a:extLst>
          </p:cNvPr>
          <p:cNvSpPr/>
          <p:nvPr/>
        </p:nvSpPr>
        <p:spPr>
          <a:xfrm>
            <a:off x="38450998" y="3188665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3" name="Straight Arrow Connector 262">
            <a:extLst>
              <a:ext uri="{FF2B5EF4-FFF2-40B4-BE49-F238E27FC236}">
                <a16:creationId xmlns:a16="http://schemas.microsoft.com/office/drawing/2014/main" id="{A192415F-9450-5649-83E7-E04A66072051}"/>
              </a:ext>
            </a:extLst>
          </p:cNvPr>
          <p:cNvCxnSpPr>
            <a:cxnSpLocks/>
          </p:cNvCxnSpPr>
          <p:nvPr/>
        </p:nvCxnSpPr>
        <p:spPr>
          <a:xfrm flipV="1">
            <a:off x="38619292" y="3192639"/>
            <a:ext cx="0" cy="17877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Arrow Connector 263">
            <a:extLst>
              <a:ext uri="{FF2B5EF4-FFF2-40B4-BE49-F238E27FC236}">
                <a16:creationId xmlns:a16="http://schemas.microsoft.com/office/drawing/2014/main" id="{ED1DAB49-B56B-41BD-C377-05FE79054FD9}"/>
              </a:ext>
            </a:extLst>
          </p:cNvPr>
          <p:cNvCxnSpPr>
            <a:cxnSpLocks/>
          </p:cNvCxnSpPr>
          <p:nvPr/>
        </p:nvCxnSpPr>
        <p:spPr>
          <a:xfrm flipH="1" flipV="1">
            <a:off x="38460962" y="3292685"/>
            <a:ext cx="136339" cy="10605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2863C08E-EE7A-BC52-95DD-7691A60232A9}"/>
              </a:ext>
            </a:extLst>
          </p:cNvPr>
          <p:cNvCxnSpPr>
            <a:cxnSpLocks/>
          </p:cNvCxnSpPr>
          <p:nvPr/>
        </p:nvCxnSpPr>
        <p:spPr>
          <a:xfrm flipV="1">
            <a:off x="38693418" y="3242828"/>
            <a:ext cx="61146" cy="16799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Oval 265">
            <a:extLst>
              <a:ext uri="{FF2B5EF4-FFF2-40B4-BE49-F238E27FC236}">
                <a16:creationId xmlns:a16="http://schemas.microsoft.com/office/drawing/2014/main" id="{E66C2745-9C67-C695-8DA5-5C9D1438D50B}"/>
              </a:ext>
            </a:extLst>
          </p:cNvPr>
          <p:cNvSpPr/>
          <p:nvPr/>
        </p:nvSpPr>
        <p:spPr>
          <a:xfrm>
            <a:off x="32601965" y="2821200"/>
            <a:ext cx="739298" cy="73929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7" name="Straight Arrow Connector 266">
            <a:extLst>
              <a:ext uri="{FF2B5EF4-FFF2-40B4-BE49-F238E27FC236}">
                <a16:creationId xmlns:a16="http://schemas.microsoft.com/office/drawing/2014/main" id="{06FD384C-A4B7-377F-04B8-13F07267156D}"/>
              </a:ext>
            </a:extLst>
          </p:cNvPr>
          <p:cNvCxnSpPr>
            <a:cxnSpLocks/>
          </p:cNvCxnSpPr>
          <p:nvPr/>
        </p:nvCxnSpPr>
        <p:spPr>
          <a:xfrm flipH="1" flipV="1">
            <a:off x="32955712" y="2837109"/>
            <a:ext cx="4420" cy="23399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Arrow Connector 267">
            <a:extLst>
              <a:ext uri="{FF2B5EF4-FFF2-40B4-BE49-F238E27FC236}">
                <a16:creationId xmlns:a16="http://schemas.microsoft.com/office/drawing/2014/main" id="{4FD8F079-5CAC-7E0F-96F7-234BAE5F9580}"/>
              </a:ext>
            </a:extLst>
          </p:cNvPr>
          <p:cNvCxnSpPr>
            <a:cxnSpLocks/>
          </p:cNvCxnSpPr>
          <p:nvPr/>
        </p:nvCxnSpPr>
        <p:spPr>
          <a:xfrm flipV="1">
            <a:off x="33131541" y="2994240"/>
            <a:ext cx="148836" cy="13065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22698A5E-E3A3-B3B8-D015-8AE9189A168E}"/>
              </a:ext>
            </a:extLst>
          </p:cNvPr>
          <p:cNvCxnSpPr>
            <a:cxnSpLocks/>
          </p:cNvCxnSpPr>
          <p:nvPr/>
        </p:nvCxnSpPr>
        <p:spPr>
          <a:xfrm flipH="1" flipV="1">
            <a:off x="32662591" y="3005599"/>
            <a:ext cx="154518" cy="12388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8BBFB02A-8D4F-605A-CA07-4B75508FCB17}"/>
              </a:ext>
            </a:extLst>
          </p:cNvPr>
          <p:cNvCxnSpPr>
            <a:cxnSpLocks/>
          </p:cNvCxnSpPr>
          <p:nvPr/>
        </p:nvCxnSpPr>
        <p:spPr>
          <a:xfrm>
            <a:off x="32625460" y="5361954"/>
            <a:ext cx="68535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1" name="Rectangle 270">
            <a:extLst>
              <a:ext uri="{FF2B5EF4-FFF2-40B4-BE49-F238E27FC236}">
                <a16:creationId xmlns:a16="http://schemas.microsoft.com/office/drawing/2014/main" id="{620AB40F-BA45-8398-A317-35E1AC3E67EB}"/>
              </a:ext>
            </a:extLst>
          </p:cNvPr>
          <p:cNvSpPr/>
          <p:nvPr/>
        </p:nvSpPr>
        <p:spPr>
          <a:xfrm>
            <a:off x="36379305" y="4405702"/>
            <a:ext cx="370541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Freeform: Shape 271">
            <a:extLst>
              <a:ext uri="{FF2B5EF4-FFF2-40B4-BE49-F238E27FC236}">
                <a16:creationId xmlns:a16="http://schemas.microsoft.com/office/drawing/2014/main" id="{0F08FA08-D880-E714-CF4B-940024D9A46B}"/>
              </a:ext>
            </a:extLst>
          </p:cNvPr>
          <p:cNvSpPr/>
          <p:nvPr/>
        </p:nvSpPr>
        <p:spPr>
          <a:xfrm>
            <a:off x="35659790" y="4175115"/>
            <a:ext cx="1786965" cy="985829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441C8F37-F111-7474-EB28-0FBC4915FDD5}"/>
              </a:ext>
            </a:extLst>
          </p:cNvPr>
          <p:cNvCxnSpPr>
            <a:cxnSpLocks/>
          </p:cNvCxnSpPr>
          <p:nvPr/>
        </p:nvCxnSpPr>
        <p:spPr>
          <a:xfrm>
            <a:off x="37446740" y="5144904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920B3C0F-DD1F-9693-B01A-EBC589CB516F}"/>
              </a:ext>
            </a:extLst>
          </p:cNvPr>
          <p:cNvCxnSpPr>
            <a:cxnSpLocks/>
            <a:stCxn id="272" idx="0"/>
          </p:cNvCxnSpPr>
          <p:nvPr/>
        </p:nvCxnSpPr>
        <p:spPr>
          <a:xfrm flipH="1" flipV="1">
            <a:off x="35081935" y="5144926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Oval 274">
            <a:extLst>
              <a:ext uri="{FF2B5EF4-FFF2-40B4-BE49-F238E27FC236}">
                <a16:creationId xmlns:a16="http://schemas.microsoft.com/office/drawing/2014/main" id="{2505E572-A8AC-4347-71D3-BD2E53AC2D96}"/>
              </a:ext>
            </a:extLst>
          </p:cNvPr>
          <p:cNvSpPr/>
          <p:nvPr/>
        </p:nvSpPr>
        <p:spPr>
          <a:xfrm>
            <a:off x="38447190" y="4990129"/>
            <a:ext cx="355688" cy="3556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" name="Oval 275">
            <a:extLst>
              <a:ext uri="{FF2B5EF4-FFF2-40B4-BE49-F238E27FC236}">
                <a16:creationId xmlns:a16="http://schemas.microsoft.com/office/drawing/2014/main" id="{B4E53940-ED22-0342-2EFA-27AE3ECCE744}"/>
              </a:ext>
            </a:extLst>
          </p:cNvPr>
          <p:cNvSpPr/>
          <p:nvPr/>
        </p:nvSpPr>
        <p:spPr>
          <a:xfrm>
            <a:off x="34715882" y="4990122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Oval 276">
            <a:extLst>
              <a:ext uri="{FF2B5EF4-FFF2-40B4-BE49-F238E27FC236}">
                <a16:creationId xmlns:a16="http://schemas.microsoft.com/office/drawing/2014/main" id="{BCC8FAD2-E329-36DF-9209-44EDB7D0A320}"/>
              </a:ext>
            </a:extLst>
          </p:cNvPr>
          <p:cNvSpPr/>
          <p:nvPr/>
        </p:nvSpPr>
        <p:spPr>
          <a:xfrm>
            <a:off x="32658318" y="4622663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912D2320-AADB-2E0D-2761-E745D9E8F17B}"/>
              </a:ext>
            </a:extLst>
          </p:cNvPr>
          <p:cNvSpPr/>
          <p:nvPr/>
        </p:nvSpPr>
        <p:spPr>
          <a:xfrm>
            <a:off x="32614908" y="4944268"/>
            <a:ext cx="2858698" cy="40198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E3B42647-D5CA-9CC9-A69C-D047C1711FEE}"/>
              </a:ext>
            </a:extLst>
          </p:cNvPr>
          <p:cNvCxnSpPr>
            <a:cxnSpLocks/>
          </p:cNvCxnSpPr>
          <p:nvPr/>
        </p:nvCxnSpPr>
        <p:spPr>
          <a:xfrm>
            <a:off x="32465043" y="7621487"/>
            <a:ext cx="68535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5" name="Oval 294">
            <a:extLst>
              <a:ext uri="{FF2B5EF4-FFF2-40B4-BE49-F238E27FC236}">
                <a16:creationId xmlns:a16="http://schemas.microsoft.com/office/drawing/2014/main" id="{BC1FC30B-36BB-A012-0A20-A33557C4B10A}"/>
              </a:ext>
            </a:extLst>
          </p:cNvPr>
          <p:cNvSpPr/>
          <p:nvPr/>
        </p:nvSpPr>
        <p:spPr>
          <a:xfrm>
            <a:off x="38286774" y="7249654"/>
            <a:ext cx="355688" cy="3556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Oval 295">
            <a:extLst>
              <a:ext uri="{FF2B5EF4-FFF2-40B4-BE49-F238E27FC236}">
                <a16:creationId xmlns:a16="http://schemas.microsoft.com/office/drawing/2014/main" id="{90F1128F-DDE0-F903-C5F4-04B7326BE60E}"/>
              </a:ext>
            </a:extLst>
          </p:cNvPr>
          <p:cNvSpPr/>
          <p:nvPr/>
        </p:nvSpPr>
        <p:spPr>
          <a:xfrm>
            <a:off x="33292148" y="7249654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3457C597-B67E-C670-BAA9-6D1901474BA9}"/>
              </a:ext>
            </a:extLst>
          </p:cNvPr>
          <p:cNvSpPr/>
          <p:nvPr/>
        </p:nvSpPr>
        <p:spPr>
          <a:xfrm>
            <a:off x="32497894" y="6882197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9" name="Straight Arrow Connector 298">
            <a:extLst>
              <a:ext uri="{FF2B5EF4-FFF2-40B4-BE49-F238E27FC236}">
                <a16:creationId xmlns:a16="http://schemas.microsoft.com/office/drawing/2014/main" id="{63C36323-E46F-DF03-0C01-6E42DEE546D2}"/>
              </a:ext>
            </a:extLst>
          </p:cNvPr>
          <p:cNvCxnSpPr>
            <a:cxnSpLocks/>
          </p:cNvCxnSpPr>
          <p:nvPr/>
        </p:nvCxnSpPr>
        <p:spPr>
          <a:xfrm flipH="1">
            <a:off x="33800349" y="7397796"/>
            <a:ext cx="42119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6E795A84-84A9-2DC5-DC3B-7B8AAB0A0DDE}"/>
              </a:ext>
            </a:extLst>
          </p:cNvPr>
          <p:cNvCxnSpPr>
            <a:cxnSpLocks/>
          </p:cNvCxnSpPr>
          <p:nvPr/>
        </p:nvCxnSpPr>
        <p:spPr>
          <a:xfrm>
            <a:off x="32408204" y="9476451"/>
            <a:ext cx="68535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2" name="Oval 301">
            <a:extLst>
              <a:ext uri="{FF2B5EF4-FFF2-40B4-BE49-F238E27FC236}">
                <a16:creationId xmlns:a16="http://schemas.microsoft.com/office/drawing/2014/main" id="{3439BCE3-6B2B-156C-9EF7-9F8971FBD5E2}"/>
              </a:ext>
            </a:extLst>
          </p:cNvPr>
          <p:cNvSpPr/>
          <p:nvPr/>
        </p:nvSpPr>
        <p:spPr>
          <a:xfrm>
            <a:off x="38229933" y="9104627"/>
            <a:ext cx="355688" cy="3556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Oval 302">
            <a:extLst>
              <a:ext uri="{FF2B5EF4-FFF2-40B4-BE49-F238E27FC236}">
                <a16:creationId xmlns:a16="http://schemas.microsoft.com/office/drawing/2014/main" id="{576248D3-95DF-12EA-1C0D-620F4B99CEF0}"/>
              </a:ext>
            </a:extLst>
          </p:cNvPr>
          <p:cNvSpPr/>
          <p:nvPr/>
        </p:nvSpPr>
        <p:spPr>
          <a:xfrm>
            <a:off x="34775356" y="9104627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Oval 303">
            <a:extLst>
              <a:ext uri="{FF2B5EF4-FFF2-40B4-BE49-F238E27FC236}">
                <a16:creationId xmlns:a16="http://schemas.microsoft.com/office/drawing/2014/main" id="{494EA55B-E5CD-5366-7690-0661D802983B}"/>
              </a:ext>
            </a:extLst>
          </p:cNvPr>
          <p:cNvSpPr/>
          <p:nvPr/>
        </p:nvSpPr>
        <p:spPr>
          <a:xfrm>
            <a:off x="32441061" y="8737161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5" name="Straight Arrow Connector 304">
            <a:extLst>
              <a:ext uri="{FF2B5EF4-FFF2-40B4-BE49-F238E27FC236}">
                <a16:creationId xmlns:a16="http://schemas.microsoft.com/office/drawing/2014/main" id="{D45B5769-39B9-6AC9-5A4E-A37CD3B8A55D}"/>
              </a:ext>
            </a:extLst>
          </p:cNvPr>
          <p:cNvCxnSpPr>
            <a:cxnSpLocks/>
          </p:cNvCxnSpPr>
          <p:nvPr/>
        </p:nvCxnSpPr>
        <p:spPr>
          <a:xfrm flipH="1">
            <a:off x="35208925" y="9252760"/>
            <a:ext cx="27465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7" name="TextBox 306">
            <a:extLst>
              <a:ext uri="{FF2B5EF4-FFF2-40B4-BE49-F238E27FC236}">
                <a16:creationId xmlns:a16="http://schemas.microsoft.com/office/drawing/2014/main" id="{F4C2BA63-9D74-C9AD-2F67-82F71AF7D124}"/>
              </a:ext>
            </a:extLst>
          </p:cNvPr>
          <p:cNvSpPr txBox="1"/>
          <p:nvPr/>
        </p:nvSpPr>
        <p:spPr>
          <a:xfrm>
            <a:off x="32102663" y="313310"/>
            <a:ext cx="55162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Inferring Goals Condition</a:t>
            </a: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35A881EA-DA28-9FC6-5DDF-0E07339DCCCF}"/>
              </a:ext>
            </a:extLst>
          </p:cNvPr>
          <p:cNvSpPr txBox="1"/>
          <p:nvPr/>
        </p:nvSpPr>
        <p:spPr>
          <a:xfrm>
            <a:off x="25266354" y="-1079422"/>
            <a:ext cx="1301247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Finding 3: </a:t>
            </a:r>
          </a:p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Bidirectional Inferences about Actions, Goals, and Constraints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44A9D0-D00F-E270-C11A-650CF4896FCA}"/>
              </a:ext>
            </a:extLst>
          </p:cNvPr>
          <p:cNvCxnSpPr>
            <a:cxnSpLocks/>
          </p:cNvCxnSpPr>
          <p:nvPr/>
        </p:nvCxnSpPr>
        <p:spPr>
          <a:xfrm>
            <a:off x="4852870" y="9509711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D4EE539-791C-D9A3-7F05-6678F5CEE265}"/>
              </a:ext>
            </a:extLst>
          </p:cNvPr>
          <p:cNvSpPr/>
          <p:nvPr/>
        </p:nvSpPr>
        <p:spPr>
          <a:xfrm>
            <a:off x="6635343" y="8322874"/>
            <a:ext cx="1786965" cy="985829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8F6D979-A454-7557-0B2F-929846B8246D}"/>
              </a:ext>
            </a:extLst>
          </p:cNvPr>
          <p:cNvCxnSpPr>
            <a:cxnSpLocks/>
          </p:cNvCxnSpPr>
          <p:nvPr/>
        </p:nvCxnSpPr>
        <p:spPr>
          <a:xfrm>
            <a:off x="8422292" y="9292660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CE078D5-C7DB-835C-2855-0D7A03EC21C2}"/>
              </a:ext>
            </a:extLst>
          </p:cNvPr>
          <p:cNvCxnSpPr>
            <a:cxnSpLocks/>
          </p:cNvCxnSpPr>
          <p:nvPr/>
        </p:nvCxnSpPr>
        <p:spPr>
          <a:xfrm>
            <a:off x="8721176" y="9197501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BE85925-24A2-7F42-0803-1AB3964F92F5}"/>
              </a:ext>
            </a:extLst>
          </p:cNvPr>
          <p:cNvCxnSpPr>
            <a:cxnSpLocks/>
          </p:cNvCxnSpPr>
          <p:nvPr/>
        </p:nvCxnSpPr>
        <p:spPr>
          <a:xfrm rot="10800000">
            <a:off x="8721176" y="9374506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32304DE-26C6-D9E9-9682-984BE5E4F897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6057486" y="9292683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C7743314-3EAA-5EC6-DC1A-2A9F1455F277}"/>
              </a:ext>
            </a:extLst>
          </p:cNvPr>
          <p:cNvSpPr/>
          <p:nvPr/>
        </p:nvSpPr>
        <p:spPr>
          <a:xfrm>
            <a:off x="9422741" y="9137878"/>
            <a:ext cx="355688" cy="3556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8B728E5-C05A-234B-9D0A-B618FBA2027E}"/>
              </a:ext>
            </a:extLst>
          </p:cNvPr>
          <p:cNvSpPr/>
          <p:nvPr/>
        </p:nvSpPr>
        <p:spPr>
          <a:xfrm>
            <a:off x="5691433" y="9137878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0C05822-4B00-139B-C8A3-1A18E1DD4129}"/>
              </a:ext>
            </a:extLst>
          </p:cNvPr>
          <p:cNvSpPr/>
          <p:nvPr/>
        </p:nvSpPr>
        <p:spPr>
          <a:xfrm>
            <a:off x="4849061" y="8770413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F7389B9-2586-7950-DA09-4EA5B84DB90A}"/>
              </a:ext>
            </a:extLst>
          </p:cNvPr>
          <p:cNvCxnSpPr>
            <a:cxnSpLocks/>
          </p:cNvCxnSpPr>
          <p:nvPr/>
        </p:nvCxnSpPr>
        <p:spPr>
          <a:xfrm>
            <a:off x="4852870" y="7519542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2B4BCAC7-CE56-DD44-3905-FDB192A34BA9}"/>
              </a:ext>
            </a:extLst>
          </p:cNvPr>
          <p:cNvSpPr/>
          <p:nvPr/>
        </p:nvSpPr>
        <p:spPr>
          <a:xfrm>
            <a:off x="9422741" y="7147710"/>
            <a:ext cx="355688" cy="3556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77BE6D5-F2D9-82E6-0132-B3FC30E3E792}"/>
              </a:ext>
            </a:extLst>
          </p:cNvPr>
          <p:cNvSpPr/>
          <p:nvPr/>
        </p:nvSpPr>
        <p:spPr>
          <a:xfrm>
            <a:off x="5691433" y="7147710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FCAD81B-5EE2-4971-D210-270EF99C97CC}"/>
              </a:ext>
            </a:extLst>
          </p:cNvPr>
          <p:cNvSpPr/>
          <p:nvPr/>
        </p:nvSpPr>
        <p:spPr>
          <a:xfrm>
            <a:off x="4849061" y="6780251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BAD185A-022A-2098-496D-607E418914E1}"/>
              </a:ext>
            </a:extLst>
          </p:cNvPr>
          <p:cNvCxnSpPr>
            <a:cxnSpLocks/>
          </p:cNvCxnSpPr>
          <p:nvPr/>
        </p:nvCxnSpPr>
        <p:spPr>
          <a:xfrm flipH="1">
            <a:off x="6170113" y="7325546"/>
            <a:ext cx="31436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C93F0A8-0F71-9E5A-41F4-7B7542780201}"/>
              </a:ext>
            </a:extLst>
          </p:cNvPr>
          <p:cNvCxnSpPr>
            <a:cxnSpLocks/>
          </p:cNvCxnSpPr>
          <p:nvPr/>
        </p:nvCxnSpPr>
        <p:spPr>
          <a:xfrm>
            <a:off x="17729632" y="9815982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FFC3EBE7-617F-A55B-3D97-A840356F6FB9}"/>
              </a:ext>
            </a:extLst>
          </p:cNvPr>
          <p:cNvSpPr/>
          <p:nvPr/>
        </p:nvSpPr>
        <p:spPr>
          <a:xfrm>
            <a:off x="19512102" y="8629145"/>
            <a:ext cx="1786965" cy="985829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0F21445-C99B-FBD0-5073-57297C9D415E}"/>
              </a:ext>
            </a:extLst>
          </p:cNvPr>
          <p:cNvCxnSpPr>
            <a:cxnSpLocks/>
          </p:cNvCxnSpPr>
          <p:nvPr/>
        </p:nvCxnSpPr>
        <p:spPr>
          <a:xfrm>
            <a:off x="21299051" y="9598932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8B26A69-7CF1-A8A6-8B0A-A5FB35DEFE95}"/>
              </a:ext>
            </a:extLst>
          </p:cNvPr>
          <p:cNvCxnSpPr>
            <a:cxnSpLocks/>
          </p:cNvCxnSpPr>
          <p:nvPr/>
        </p:nvCxnSpPr>
        <p:spPr>
          <a:xfrm>
            <a:off x="21597936" y="9503773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30D49CA-1857-38A4-768D-E9D4F427F981}"/>
              </a:ext>
            </a:extLst>
          </p:cNvPr>
          <p:cNvCxnSpPr>
            <a:cxnSpLocks/>
          </p:cNvCxnSpPr>
          <p:nvPr/>
        </p:nvCxnSpPr>
        <p:spPr>
          <a:xfrm rot="10800000">
            <a:off x="21597936" y="9680775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B1D4C6E-8279-CBBA-BAE9-5970E89D0F32}"/>
              </a:ext>
            </a:extLst>
          </p:cNvPr>
          <p:cNvCxnSpPr>
            <a:cxnSpLocks/>
            <a:stCxn id="44" idx="0"/>
          </p:cNvCxnSpPr>
          <p:nvPr/>
        </p:nvCxnSpPr>
        <p:spPr>
          <a:xfrm flipH="1" flipV="1">
            <a:off x="18934245" y="9598954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18327FA2-3BD8-74EC-B5AF-20FB33E60511}"/>
              </a:ext>
            </a:extLst>
          </p:cNvPr>
          <p:cNvSpPr/>
          <p:nvPr/>
        </p:nvSpPr>
        <p:spPr>
          <a:xfrm>
            <a:off x="22299500" y="9444150"/>
            <a:ext cx="355688" cy="3556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4743D919-04E9-5330-03CD-DC3503D880BE}"/>
              </a:ext>
            </a:extLst>
          </p:cNvPr>
          <p:cNvSpPr/>
          <p:nvPr/>
        </p:nvSpPr>
        <p:spPr>
          <a:xfrm>
            <a:off x="18568195" y="9444150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5C0FF892-8DA4-A2B9-DC70-2084B0889BCD}"/>
              </a:ext>
            </a:extLst>
          </p:cNvPr>
          <p:cNvSpPr/>
          <p:nvPr/>
        </p:nvSpPr>
        <p:spPr>
          <a:xfrm>
            <a:off x="17725821" y="9076685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1FF92D5-0F37-DC3A-60C4-0FE68B6A805D}"/>
              </a:ext>
            </a:extLst>
          </p:cNvPr>
          <p:cNvCxnSpPr>
            <a:cxnSpLocks/>
          </p:cNvCxnSpPr>
          <p:nvPr/>
        </p:nvCxnSpPr>
        <p:spPr>
          <a:xfrm>
            <a:off x="17729632" y="7825814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Oval 72">
            <a:extLst>
              <a:ext uri="{FF2B5EF4-FFF2-40B4-BE49-F238E27FC236}">
                <a16:creationId xmlns:a16="http://schemas.microsoft.com/office/drawing/2014/main" id="{3FBB19C1-211B-B6E9-29DB-2E1936F06EAA}"/>
              </a:ext>
            </a:extLst>
          </p:cNvPr>
          <p:cNvSpPr/>
          <p:nvPr/>
        </p:nvSpPr>
        <p:spPr>
          <a:xfrm>
            <a:off x="22299500" y="7453982"/>
            <a:ext cx="355688" cy="3556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D86187C3-AA12-3BB6-4BA0-ED223E388816}"/>
              </a:ext>
            </a:extLst>
          </p:cNvPr>
          <p:cNvSpPr/>
          <p:nvPr/>
        </p:nvSpPr>
        <p:spPr>
          <a:xfrm>
            <a:off x="18568195" y="7453982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C4973FD4-C309-5D1A-C781-F28B42A90402}"/>
              </a:ext>
            </a:extLst>
          </p:cNvPr>
          <p:cNvSpPr/>
          <p:nvPr/>
        </p:nvSpPr>
        <p:spPr>
          <a:xfrm>
            <a:off x="17725821" y="7086522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9CA6593B-4C4D-15E4-8901-5543CCBC9576}"/>
              </a:ext>
            </a:extLst>
          </p:cNvPr>
          <p:cNvCxnSpPr>
            <a:cxnSpLocks/>
          </p:cNvCxnSpPr>
          <p:nvPr/>
        </p:nvCxnSpPr>
        <p:spPr>
          <a:xfrm flipH="1">
            <a:off x="19046874" y="7631816"/>
            <a:ext cx="31436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49" name="Picture 148">
            <a:extLst>
              <a:ext uri="{FF2B5EF4-FFF2-40B4-BE49-F238E27FC236}">
                <a16:creationId xmlns:a16="http://schemas.microsoft.com/office/drawing/2014/main" id="{1CBC79A5-101E-CFC8-3AAD-2309ECCCDE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2365" y="10563207"/>
            <a:ext cx="5316904" cy="5316904"/>
          </a:xfrm>
          <a:prstGeom prst="rect">
            <a:avLst/>
          </a:prstGeom>
        </p:spPr>
      </p:pic>
      <p:pic>
        <p:nvPicPr>
          <p:cNvPr id="159" name="Picture 158">
            <a:extLst>
              <a:ext uri="{FF2B5EF4-FFF2-40B4-BE49-F238E27FC236}">
                <a16:creationId xmlns:a16="http://schemas.microsoft.com/office/drawing/2014/main" id="{9B991F9A-8CF1-8B64-DA7E-4100A73B43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969" y="10493222"/>
            <a:ext cx="5349427" cy="5349427"/>
          </a:xfrm>
          <a:prstGeom prst="rect">
            <a:avLst/>
          </a:prstGeom>
        </p:spPr>
      </p:pic>
      <p:pic>
        <p:nvPicPr>
          <p:cNvPr id="173" name="Picture 172">
            <a:extLst>
              <a:ext uri="{FF2B5EF4-FFF2-40B4-BE49-F238E27FC236}">
                <a16:creationId xmlns:a16="http://schemas.microsoft.com/office/drawing/2014/main" id="{39D65ADB-25DE-1627-F364-FD40D0AA80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6250" y="10576171"/>
            <a:ext cx="5316904" cy="5316904"/>
          </a:xfrm>
          <a:prstGeom prst="rect">
            <a:avLst/>
          </a:prstGeom>
        </p:spPr>
      </p:pic>
      <p:pic>
        <p:nvPicPr>
          <p:cNvPr id="180" name="Picture 179">
            <a:extLst>
              <a:ext uri="{FF2B5EF4-FFF2-40B4-BE49-F238E27FC236}">
                <a16:creationId xmlns:a16="http://schemas.microsoft.com/office/drawing/2014/main" id="{793D0809-9688-A482-031C-72E4FAEA32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7588" y="10506185"/>
            <a:ext cx="5349427" cy="5349427"/>
          </a:xfrm>
          <a:prstGeom prst="rect">
            <a:avLst/>
          </a:prstGeom>
        </p:spPr>
      </p:pic>
      <p:pic>
        <p:nvPicPr>
          <p:cNvPr id="182" name="Picture 181">
            <a:extLst>
              <a:ext uri="{FF2B5EF4-FFF2-40B4-BE49-F238E27FC236}">
                <a16:creationId xmlns:a16="http://schemas.microsoft.com/office/drawing/2014/main" id="{68EC5DA2-9E21-079A-1DD3-09890D505E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7036" y="10361799"/>
            <a:ext cx="5349246" cy="5349246"/>
          </a:xfrm>
          <a:prstGeom prst="rect">
            <a:avLst/>
          </a:prstGeom>
        </p:spPr>
      </p:pic>
      <p:pic>
        <p:nvPicPr>
          <p:cNvPr id="184" name="Picture 183">
            <a:extLst>
              <a:ext uri="{FF2B5EF4-FFF2-40B4-BE49-F238E27FC236}">
                <a16:creationId xmlns:a16="http://schemas.microsoft.com/office/drawing/2014/main" id="{B2099857-793B-29B3-C8B6-4A8F5C91F2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2307" y="10342951"/>
            <a:ext cx="5309426" cy="530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103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987C2-11B5-6C30-124A-EC543F6D9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ectangle 182">
            <a:extLst>
              <a:ext uri="{FF2B5EF4-FFF2-40B4-BE49-F238E27FC236}">
                <a16:creationId xmlns:a16="http://schemas.microsoft.com/office/drawing/2014/main" id="{0095AB8D-3DE3-7E67-A1ED-DB0B21DC6DAC}"/>
              </a:ext>
            </a:extLst>
          </p:cNvPr>
          <p:cNvSpPr/>
          <p:nvPr/>
        </p:nvSpPr>
        <p:spPr>
          <a:xfrm>
            <a:off x="29074704" y="3793654"/>
            <a:ext cx="7938917" cy="10205209"/>
          </a:xfrm>
          <a:prstGeom prst="rect">
            <a:avLst/>
          </a:prstGeom>
          <a:solidFill>
            <a:srgbClr val="F1F5F8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431A0544-7FDD-BA27-C0D4-69C11B3BC90A}"/>
              </a:ext>
            </a:extLst>
          </p:cNvPr>
          <p:cNvSpPr/>
          <p:nvPr/>
        </p:nvSpPr>
        <p:spPr>
          <a:xfrm>
            <a:off x="21735517" y="3793652"/>
            <a:ext cx="7365600" cy="10205209"/>
          </a:xfrm>
          <a:prstGeom prst="rect">
            <a:avLst/>
          </a:prstGeom>
          <a:solidFill>
            <a:srgbClr val="F4F8F5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DA14E4E-C339-5C3B-F197-1B52C854C60C}"/>
              </a:ext>
            </a:extLst>
          </p:cNvPr>
          <p:cNvSpPr/>
          <p:nvPr/>
        </p:nvSpPr>
        <p:spPr>
          <a:xfrm>
            <a:off x="8408288" y="3793656"/>
            <a:ext cx="7938917" cy="10205209"/>
          </a:xfrm>
          <a:prstGeom prst="rect">
            <a:avLst/>
          </a:prstGeom>
          <a:solidFill>
            <a:srgbClr val="F1F5F8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3FE09869-D413-BA72-FDE6-1180A2C59676}"/>
              </a:ext>
            </a:extLst>
          </p:cNvPr>
          <p:cNvSpPr/>
          <p:nvPr/>
        </p:nvSpPr>
        <p:spPr>
          <a:xfrm>
            <a:off x="1069101" y="3793654"/>
            <a:ext cx="7365600" cy="10205209"/>
          </a:xfrm>
          <a:prstGeom prst="rect">
            <a:avLst/>
          </a:prstGeom>
          <a:solidFill>
            <a:srgbClr val="F4F8F5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5515A9B-9191-C44A-75CD-352E434AC96F}"/>
              </a:ext>
            </a:extLst>
          </p:cNvPr>
          <p:cNvCxnSpPr>
            <a:cxnSpLocks/>
          </p:cNvCxnSpPr>
          <p:nvPr/>
        </p:nvCxnSpPr>
        <p:spPr>
          <a:xfrm>
            <a:off x="9790104" y="6191879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6E9D0A4D-1F5B-2CE2-8EFC-972A5B304D6B}"/>
              </a:ext>
            </a:extLst>
          </p:cNvPr>
          <p:cNvSpPr/>
          <p:nvPr/>
        </p:nvSpPr>
        <p:spPr>
          <a:xfrm>
            <a:off x="14907713" y="6261989"/>
            <a:ext cx="370541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9C6EC36-812B-FD84-EACF-AE97CF7EF270}"/>
              </a:ext>
            </a:extLst>
          </p:cNvPr>
          <p:cNvCxnSpPr>
            <a:cxnSpLocks/>
          </p:cNvCxnSpPr>
          <p:nvPr/>
        </p:nvCxnSpPr>
        <p:spPr>
          <a:xfrm>
            <a:off x="13654609" y="5974821"/>
            <a:ext cx="608106" cy="0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957F928F-08BF-CD30-C931-4B1E87342BC6}"/>
              </a:ext>
            </a:extLst>
          </p:cNvPr>
          <p:cNvSpPr/>
          <p:nvPr/>
        </p:nvSpPr>
        <p:spPr>
          <a:xfrm>
            <a:off x="13172154" y="5820048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FDB7529-B7D5-E5D2-3BA9-CF369F3C809D}"/>
              </a:ext>
            </a:extLst>
          </p:cNvPr>
          <p:cNvCxnSpPr>
            <a:cxnSpLocks/>
          </p:cNvCxnSpPr>
          <p:nvPr/>
        </p:nvCxnSpPr>
        <p:spPr>
          <a:xfrm>
            <a:off x="9786299" y="7993337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BEBF61CA-56A3-646B-288B-D20A967D14FB}"/>
              </a:ext>
            </a:extLst>
          </p:cNvPr>
          <p:cNvSpPr/>
          <p:nvPr/>
        </p:nvSpPr>
        <p:spPr>
          <a:xfrm>
            <a:off x="14903906" y="7037086"/>
            <a:ext cx="370541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E6FF30DC-F5EB-E0FE-5028-1AD8AAA72033}"/>
              </a:ext>
            </a:extLst>
          </p:cNvPr>
          <p:cNvSpPr/>
          <p:nvPr/>
        </p:nvSpPr>
        <p:spPr>
          <a:xfrm>
            <a:off x="11568774" y="6806499"/>
            <a:ext cx="1786965" cy="985829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A92E051-CCDF-2FB4-0F23-0EB3A728B800}"/>
              </a:ext>
            </a:extLst>
          </p:cNvPr>
          <p:cNvCxnSpPr>
            <a:cxnSpLocks/>
          </p:cNvCxnSpPr>
          <p:nvPr/>
        </p:nvCxnSpPr>
        <p:spPr>
          <a:xfrm>
            <a:off x="13355723" y="7776285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B5318C19-706F-F37A-7D3E-429A02181D30}"/>
              </a:ext>
            </a:extLst>
          </p:cNvPr>
          <p:cNvCxnSpPr>
            <a:cxnSpLocks/>
            <a:stCxn id="82" idx="0"/>
          </p:cNvCxnSpPr>
          <p:nvPr/>
        </p:nvCxnSpPr>
        <p:spPr>
          <a:xfrm flipH="1" flipV="1">
            <a:off x="10990918" y="7776308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>
            <a:extLst>
              <a:ext uri="{FF2B5EF4-FFF2-40B4-BE49-F238E27FC236}">
                <a16:creationId xmlns:a16="http://schemas.microsoft.com/office/drawing/2014/main" id="{48B3D2DF-5C29-DEB7-0C00-3BBFF803630E}"/>
              </a:ext>
            </a:extLst>
          </p:cNvPr>
          <p:cNvSpPr/>
          <p:nvPr/>
        </p:nvSpPr>
        <p:spPr>
          <a:xfrm>
            <a:off x="14356167" y="7621505"/>
            <a:ext cx="355688" cy="3556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A055C06B-F1A8-9684-42AD-C9606A5FA9B7}"/>
              </a:ext>
            </a:extLst>
          </p:cNvPr>
          <p:cNvSpPr/>
          <p:nvPr/>
        </p:nvSpPr>
        <p:spPr>
          <a:xfrm>
            <a:off x="13168349" y="7621505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39AEC404-9B21-2176-54CB-96E9C27E6967}"/>
              </a:ext>
            </a:extLst>
          </p:cNvPr>
          <p:cNvSpPr/>
          <p:nvPr/>
        </p:nvSpPr>
        <p:spPr>
          <a:xfrm>
            <a:off x="10624865" y="7621505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DB6DA034-357F-A16C-693A-28415F842E7B}"/>
              </a:ext>
            </a:extLst>
          </p:cNvPr>
          <p:cNvSpPr/>
          <p:nvPr/>
        </p:nvSpPr>
        <p:spPr>
          <a:xfrm>
            <a:off x="9782487" y="7254047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3E00E2CB-9554-3B7F-3287-BB8607962DB0}"/>
              </a:ext>
            </a:extLst>
          </p:cNvPr>
          <p:cNvCxnSpPr>
            <a:cxnSpLocks/>
          </p:cNvCxnSpPr>
          <p:nvPr/>
        </p:nvCxnSpPr>
        <p:spPr>
          <a:xfrm>
            <a:off x="1901284" y="6173210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9217B67C-A95A-546F-25CB-B8185D4A180F}"/>
              </a:ext>
            </a:extLst>
          </p:cNvPr>
          <p:cNvSpPr/>
          <p:nvPr/>
        </p:nvSpPr>
        <p:spPr>
          <a:xfrm>
            <a:off x="4403267" y="5216956"/>
            <a:ext cx="370541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08A24D58-C6C1-1394-E364-282574A3CCB0}"/>
              </a:ext>
            </a:extLst>
          </p:cNvPr>
          <p:cNvCxnSpPr>
            <a:cxnSpLocks/>
          </p:cNvCxnSpPr>
          <p:nvPr/>
        </p:nvCxnSpPr>
        <p:spPr>
          <a:xfrm>
            <a:off x="5765787" y="5956152"/>
            <a:ext cx="608106" cy="0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Oval 138">
            <a:extLst>
              <a:ext uri="{FF2B5EF4-FFF2-40B4-BE49-F238E27FC236}">
                <a16:creationId xmlns:a16="http://schemas.microsoft.com/office/drawing/2014/main" id="{64F869DD-2ACC-C4D0-8771-4701BD8B08FA}"/>
              </a:ext>
            </a:extLst>
          </p:cNvPr>
          <p:cNvSpPr/>
          <p:nvPr/>
        </p:nvSpPr>
        <p:spPr>
          <a:xfrm>
            <a:off x="5283340" y="5801379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52177874-8AEC-C8F3-C436-E6B32B6B05C7}"/>
              </a:ext>
            </a:extLst>
          </p:cNvPr>
          <p:cNvCxnSpPr>
            <a:cxnSpLocks/>
          </p:cNvCxnSpPr>
          <p:nvPr/>
        </p:nvCxnSpPr>
        <p:spPr>
          <a:xfrm>
            <a:off x="1897479" y="7974668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5" name="Rectangle 144">
            <a:extLst>
              <a:ext uri="{FF2B5EF4-FFF2-40B4-BE49-F238E27FC236}">
                <a16:creationId xmlns:a16="http://schemas.microsoft.com/office/drawing/2014/main" id="{604C28A0-C5C2-2D68-C228-739ACC9A6ED9}"/>
              </a:ext>
            </a:extLst>
          </p:cNvPr>
          <p:cNvSpPr/>
          <p:nvPr/>
        </p:nvSpPr>
        <p:spPr>
          <a:xfrm>
            <a:off x="4399467" y="7018415"/>
            <a:ext cx="370541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7B72F451-AAD8-CAD5-A430-0C5840CA982D}"/>
              </a:ext>
            </a:extLst>
          </p:cNvPr>
          <p:cNvSpPr/>
          <p:nvPr/>
        </p:nvSpPr>
        <p:spPr>
          <a:xfrm>
            <a:off x="3679949" y="6787826"/>
            <a:ext cx="1786965" cy="985829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8E3FE30B-2ED1-6F2F-FFBE-3A9043D07D66}"/>
              </a:ext>
            </a:extLst>
          </p:cNvPr>
          <p:cNvCxnSpPr>
            <a:cxnSpLocks/>
          </p:cNvCxnSpPr>
          <p:nvPr/>
        </p:nvCxnSpPr>
        <p:spPr>
          <a:xfrm>
            <a:off x="5466902" y="7757616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DCF68EA1-C424-A7E9-6D54-8A988C3FF39D}"/>
              </a:ext>
            </a:extLst>
          </p:cNvPr>
          <p:cNvCxnSpPr>
            <a:cxnSpLocks/>
            <a:stCxn id="146" idx="0"/>
          </p:cNvCxnSpPr>
          <p:nvPr/>
        </p:nvCxnSpPr>
        <p:spPr>
          <a:xfrm flipH="1" flipV="1">
            <a:off x="3102097" y="7757635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Oval 150">
            <a:extLst>
              <a:ext uri="{FF2B5EF4-FFF2-40B4-BE49-F238E27FC236}">
                <a16:creationId xmlns:a16="http://schemas.microsoft.com/office/drawing/2014/main" id="{D866AF65-E1FD-346A-36ED-9A2FE91D488E}"/>
              </a:ext>
            </a:extLst>
          </p:cNvPr>
          <p:cNvSpPr/>
          <p:nvPr/>
        </p:nvSpPr>
        <p:spPr>
          <a:xfrm>
            <a:off x="6467353" y="7602836"/>
            <a:ext cx="355688" cy="3556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15E11155-1FFD-EEC3-3DCC-0A631B9DFA9C}"/>
              </a:ext>
            </a:extLst>
          </p:cNvPr>
          <p:cNvSpPr/>
          <p:nvPr/>
        </p:nvSpPr>
        <p:spPr>
          <a:xfrm>
            <a:off x="5279534" y="7602836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66FB0745-E640-A1EE-AE0C-647EEEA6795A}"/>
              </a:ext>
            </a:extLst>
          </p:cNvPr>
          <p:cNvSpPr/>
          <p:nvPr/>
        </p:nvSpPr>
        <p:spPr>
          <a:xfrm>
            <a:off x="2736044" y="7602836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1E739285-1D4C-87AF-C21B-C09AA328B9D2}"/>
              </a:ext>
            </a:extLst>
          </p:cNvPr>
          <p:cNvSpPr/>
          <p:nvPr/>
        </p:nvSpPr>
        <p:spPr>
          <a:xfrm>
            <a:off x="1893672" y="7235378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5DD05D17-246A-0AAB-2BE3-83F61F9409D7}"/>
              </a:ext>
            </a:extLst>
          </p:cNvPr>
          <p:cNvCxnSpPr>
            <a:cxnSpLocks/>
          </p:cNvCxnSpPr>
          <p:nvPr/>
        </p:nvCxnSpPr>
        <p:spPr>
          <a:xfrm>
            <a:off x="1630862" y="13212330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AE63295A-14DD-0318-C142-80293515931C}"/>
              </a:ext>
            </a:extLst>
          </p:cNvPr>
          <p:cNvSpPr/>
          <p:nvPr/>
        </p:nvSpPr>
        <p:spPr>
          <a:xfrm>
            <a:off x="3413330" y="12025488"/>
            <a:ext cx="1786965" cy="985829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851C147F-E6C0-A136-817A-EBF2E55A7ED0}"/>
              </a:ext>
            </a:extLst>
          </p:cNvPr>
          <p:cNvCxnSpPr>
            <a:cxnSpLocks/>
          </p:cNvCxnSpPr>
          <p:nvPr/>
        </p:nvCxnSpPr>
        <p:spPr>
          <a:xfrm>
            <a:off x="5200292" y="12995279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CF75B60A-2582-3BE2-6DD5-C531AE77F3C7}"/>
              </a:ext>
            </a:extLst>
          </p:cNvPr>
          <p:cNvCxnSpPr>
            <a:cxnSpLocks/>
            <a:stCxn id="156" idx="0"/>
          </p:cNvCxnSpPr>
          <p:nvPr/>
        </p:nvCxnSpPr>
        <p:spPr>
          <a:xfrm flipH="1" flipV="1">
            <a:off x="2835480" y="12995299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Oval 160">
            <a:extLst>
              <a:ext uri="{FF2B5EF4-FFF2-40B4-BE49-F238E27FC236}">
                <a16:creationId xmlns:a16="http://schemas.microsoft.com/office/drawing/2014/main" id="{5C3C888A-B2AA-68DF-44A8-52492A0B20E8}"/>
              </a:ext>
            </a:extLst>
          </p:cNvPr>
          <p:cNvSpPr/>
          <p:nvPr/>
        </p:nvSpPr>
        <p:spPr>
          <a:xfrm>
            <a:off x="6200736" y="12840504"/>
            <a:ext cx="355688" cy="3556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EFF4EB39-0396-E024-338F-CE6C14630B2C}"/>
              </a:ext>
            </a:extLst>
          </p:cNvPr>
          <p:cNvSpPr/>
          <p:nvPr/>
        </p:nvSpPr>
        <p:spPr>
          <a:xfrm>
            <a:off x="2469434" y="12840498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ADE68334-A4D2-661A-5E5C-8CFA81809050}"/>
              </a:ext>
            </a:extLst>
          </p:cNvPr>
          <p:cNvSpPr/>
          <p:nvPr/>
        </p:nvSpPr>
        <p:spPr>
          <a:xfrm>
            <a:off x="1627055" y="12473040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82C2E99B-5774-7EF1-B70B-2C02071D8E29}"/>
              </a:ext>
            </a:extLst>
          </p:cNvPr>
          <p:cNvCxnSpPr>
            <a:cxnSpLocks/>
          </p:cNvCxnSpPr>
          <p:nvPr/>
        </p:nvCxnSpPr>
        <p:spPr>
          <a:xfrm>
            <a:off x="1630862" y="11222161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5" name="Oval 164">
            <a:extLst>
              <a:ext uri="{FF2B5EF4-FFF2-40B4-BE49-F238E27FC236}">
                <a16:creationId xmlns:a16="http://schemas.microsoft.com/office/drawing/2014/main" id="{17890291-813A-EB59-7559-2FAC6FCC5134}"/>
              </a:ext>
            </a:extLst>
          </p:cNvPr>
          <p:cNvSpPr/>
          <p:nvPr/>
        </p:nvSpPr>
        <p:spPr>
          <a:xfrm>
            <a:off x="6200736" y="10850335"/>
            <a:ext cx="355688" cy="3556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C743A566-AA71-1AE1-9094-BFFDFE5AD9B5}"/>
              </a:ext>
            </a:extLst>
          </p:cNvPr>
          <p:cNvSpPr/>
          <p:nvPr/>
        </p:nvSpPr>
        <p:spPr>
          <a:xfrm>
            <a:off x="2469434" y="10850335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FB1FC347-8878-66CD-E5CF-5DBCCE6A3970}"/>
              </a:ext>
            </a:extLst>
          </p:cNvPr>
          <p:cNvSpPr/>
          <p:nvPr/>
        </p:nvSpPr>
        <p:spPr>
          <a:xfrm>
            <a:off x="1627055" y="10482871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C654AEA9-A115-B5F4-008C-1D52D2FA2AC5}"/>
              </a:ext>
            </a:extLst>
          </p:cNvPr>
          <p:cNvCxnSpPr>
            <a:cxnSpLocks/>
          </p:cNvCxnSpPr>
          <p:nvPr/>
        </p:nvCxnSpPr>
        <p:spPr>
          <a:xfrm flipH="1">
            <a:off x="2948109" y="11028170"/>
            <a:ext cx="31436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9" name="Oval 168">
            <a:extLst>
              <a:ext uri="{FF2B5EF4-FFF2-40B4-BE49-F238E27FC236}">
                <a16:creationId xmlns:a16="http://schemas.microsoft.com/office/drawing/2014/main" id="{6E0FD07F-D2E0-26B0-8697-226D5CF5C6DD}"/>
              </a:ext>
            </a:extLst>
          </p:cNvPr>
          <p:cNvSpPr/>
          <p:nvPr/>
        </p:nvSpPr>
        <p:spPr>
          <a:xfrm>
            <a:off x="1903498" y="5429153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72AC15AC-49DB-7C34-1CC0-A9699AD5EB42}"/>
              </a:ext>
            </a:extLst>
          </p:cNvPr>
          <p:cNvSpPr/>
          <p:nvPr/>
        </p:nvSpPr>
        <p:spPr>
          <a:xfrm>
            <a:off x="6461465" y="5814977"/>
            <a:ext cx="355688" cy="3556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A53E2E83-BE65-F838-A003-840CF0D2B592}"/>
              </a:ext>
            </a:extLst>
          </p:cNvPr>
          <p:cNvSpPr/>
          <p:nvPr/>
        </p:nvSpPr>
        <p:spPr>
          <a:xfrm>
            <a:off x="9790100" y="5443962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4BD06FE9-9689-5159-7F21-59D10E260BAC}"/>
              </a:ext>
            </a:extLst>
          </p:cNvPr>
          <p:cNvSpPr/>
          <p:nvPr/>
        </p:nvSpPr>
        <p:spPr>
          <a:xfrm>
            <a:off x="14355526" y="5824753"/>
            <a:ext cx="355688" cy="3556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032D1080-782D-4700-C35B-F9EE27E46DD7}"/>
              </a:ext>
            </a:extLst>
          </p:cNvPr>
          <p:cNvCxnSpPr>
            <a:cxnSpLocks/>
          </p:cNvCxnSpPr>
          <p:nvPr/>
        </p:nvCxnSpPr>
        <p:spPr>
          <a:xfrm>
            <a:off x="22865594" y="6175728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6" name="Rectangle 205">
            <a:extLst>
              <a:ext uri="{FF2B5EF4-FFF2-40B4-BE49-F238E27FC236}">
                <a16:creationId xmlns:a16="http://schemas.microsoft.com/office/drawing/2014/main" id="{884CFF51-0859-5119-C3DD-A342DD08BDCE}"/>
              </a:ext>
            </a:extLst>
          </p:cNvPr>
          <p:cNvSpPr/>
          <p:nvPr/>
        </p:nvSpPr>
        <p:spPr>
          <a:xfrm>
            <a:off x="25367573" y="5219478"/>
            <a:ext cx="370541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AC8C0AEF-1971-CA25-CFAF-EC7C62929224}"/>
              </a:ext>
            </a:extLst>
          </p:cNvPr>
          <p:cNvSpPr/>
          <p:nvPr/>
        </p:nvSpPr>
        <p:spPr>
          <a:xfrm>
            <a:off x="27535654" y="5995266"/>
            <a:ext cx="168298" cy="16829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B51CF9F2-CF3D-0B82-EE75-037B879E8588}"/>
              </a:ext>
            </a:extLst>
          </p:cNvPr>
          <p:cNvSpPr/>
          <p:nvPr/>
        </p:nvSpPr>
        <p:spPr>
          <a:xfrm>
            <a:off x="22999671" y="5697205"/>
            <a:ext cx="464094" cy="46409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D589FA1B-6D9D-8887-0321-CCAC116FAE5D}"/>
              </a:ext>
            </a:extLst>
          </p:cNvPr>
          <p:cNvSpPr/>
          <p:nvPr/>
        </p:nvSpPr>
        <p:spPr>
          <a:xfrm>
            <a:off x="27435455" y="5803896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44401A6A-1713-CEC4-42D1-E09AE3956A6E}"/>
              </a:ext>
            </a:extLst>
          </p:cNvPr>
          <p:cNvCxnSpPr>
            <a:cxnSpLocks/>
          </p:cNvCxnSpPr>
          <p:nvPr/>
        </p:nvCxnSpPr>
        <p:spPr>
          <a:xfrm flipV="1">
            <a:off x="27603757" y="5807870"/>
            <a:ext cx="0" cy="17877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ACAF5D0A-3DAA-2D8D-7674-407C5A33417C}"/>
              </a:ext>
            </a:extLst>
          </p:cNvPr>
          <p:cNvCxnSpPr>
            <a:cxnSpLocks/>
          </p:cNvCxnSpPr>
          <p:nvPr/>
        </p:nvCxnSpPr>
        <p:spPr>
          <a:xfrm rot="-1200000" flipH="1" flipV="1">
            <a:off x="27467681" y="5887787"/>
            <a:ext cx="91839" cy="14629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D40C1BE9-3509-1E9A-54C2-9585BAE45FEF}"/>
              </a:ext>
            </a:extLst>
          </p:cNvPr>
          <p:cNvCxnSpPr>
            <a:cxnSpLocks/>
          </p:cNvCxnSpPr>
          <p:nvPr/>
        </p:nvCxnSpPr>
        <p:spPr>
          <a:xfrm rot="1200000" flipV="1">
            <a:off x="27708456" y="5852663"/>
            <a:ext cx="0" cy="17877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Oval 214">
            <a:extLst>
              <a:ext uri="{FF2B5EF4-FFF2-40B4-BE49-F238E27FC236}">
                <a16:creationId xmlns:a16="http://schemas.microsoft.com/office/drawing/2014/main" id="{8C518ACA-B7F7-C4D9-C8FD-51C8B825E572}"/>
              </a:ext>
            </a:extLst>
          </p:cNvPr>
          <p:cNvSpPr/>
          <p:nvPr/>
        </p:nvSpPr>
        <p:spPr>
          <a:xfrm>
            <a:off x="22861775" y="5436438"/>
            <a:ext cx="739298" cy="73929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4B7D472B-F9C8-BA4C-CA9B-9BAC3A6B4A27}"/>
              </a:ext>
            </a:extLst>
          </p:cNvPr>
          <p:cNvCxnSpPr>
            <a:cxnSpLocks/>
          </p:cNvCxnSpPr>
          <p:nvPr/>
        </p:nvCxnSpPr>
        <p:spPr>
          <a:xfrm flipH="1" flipV="1">
            <a:off x="23215528" y="5452342"/>
            <a:ext cx="4420" cy="23399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DE90711C-7711-65A0-4749-D1530CB0D151}"/>
              </a:ext>
            </a:extLst>
          </p:cNvPr>
          <p:cNvCxnSpPr>
            <a:cxnSpLocks/>
          </p:cNvCxnSpPr>
          <p:nvPr/>
        </p:nvCxnSpPr>
        <p:spPr>
          <a:xfrm rot="3000000" flipH="1" flipV="1">
            <a:off x="23463558" y="5575812"/>
            <a:ext cx="4420" cy="19799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2D5608AA-D0F3-232F-AA9F-6CDAA57FDC1D}"/>
              </a:ext>
            </a:extLst>
          </p:cNvPr>
          <p:cNvCxnSpPr>
            <a:cxnSpLocks/>
          </p:cNvCxnSpPr>
          <p:nvPr/>
        </p:nvCxnSpPr>
        <p:spPr>
          <a:xfrm rot="-3000000" flipH="1" flipV="1">
            <a:off x="22997459" y="5583766"/>
            <a:ext cx="4420" cy="19799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366AFC9F-DD17-DC20-9FFE-CD6072AF379E}"/>
              </a:ext>
            </a:extLst>
          </p:cNvPr>
          <p:cNvCxnSpPr>
            <a:cxnSpLocks/>
          </p:cNvCxnSpPr>
          <p:nvPr/>
        </p:nvCxnSpPr>
        <p:spPr>
          <a:xfrm>
            <a:off x="22861786" y="8121563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0" name="Rectangle 219">
            <a:extLst>
              <a:ext uri="{FF2B5EF4-FFF2-40B4-BE49-F238E27FC236}">
                <a16:creationId xmlns:a16="http://schemas.microsoft.com/office/drawing/2014/main" id="{F98DFAD2-B7AD-8480-4107-EF80111725EB}"/>
              </a:ext>
            </a:extLst>
          </p:cNvPr>
          <p:cNvSpPr/>
          <p:nvPr/>
        </p:nvSpPr>
        <p:spPr>
          <a:xfrm>
            <a:off x="25363766" y="7165319"/>
            <a:ext cx="370541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Freeform: Shape 220">
            <a:extLst>
              <a:ext uri="{FF2B5EF4-FFF2-40B4-BE49-F238E27FC236}">
                <a16:creationId xmlns:a16="http://schemas.microsoft.com/office/drawing/2014/main" id="{BD1A350B-EE7A-6956-9BEA-28CA6A372594}"/>
              </a:ext>
            </a:extLst>
          </p:cNvPr>
          <p:cNvSpPr/>
          <p:nvPr/>
        </p:nvSpPr>
        <p:spPr>
          <a:xfrm>
            <a:off x="24644256" y="6934727"/>
            <a:ext cx="1786965" cy="985829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0DF4487B-48F0-5C5E-E44F-6FF5E38D4F8E}"/>
              </a:ext>
            </a:extLst>
          </p:cNvPr>
          <p:cNvCxnSpPr>
            <a:cxnSpLocks/>
          </p:cNvCxnSpPr>
          <p:nvPr/>
        </p:nvCxnSpPr>
        <p:spPr>
          <a:xfrm>
            <a:off x="26431204" y="7904514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AB3537ED-EB97-6200-5B23-9CC18DD94C48}"/>
              </a:ext>
            </a:extLst>
          </p:cNvPr>
          <p:cNvCxnSpPr>
            <a:cxnSpLocks/>
            <a:stCxn id="221" idx="0"/>
          </p:cNvCxnSpPr>
          <p:nvPr/>
        </p:nvCxnSpPr>
        <p:spPr>
          <a:xfrm flipH="1" flipV="1">
            <a:off x="24066401" y="7904536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Oval 225">
            <a:extLst>
              <a:ext uri="{FF2B5EF4-FFF2-40B4-BE49-F238E27FC236}">
                <a16:creationId xmlns:a16="http://schemas.microsoft.com/office/drawing/2014/main" id="{76C1DE41-EFB5-3285-491A-F2D957651718}"/>
              </a:ext>
            </a:extLst>
          </p:cNvPr>
          <p:cNvSpPr/>
          <p:nvPr/>
        </p:nvSpPr>
        <p:spPr>
          <a:xfrm>
            <a:off x="27431657" y="7749740"/>
            <a:ext cx="355688" cy="3556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D0AD57E2-DF83-0503-A7F2-DCDB38866C13}"/>
              </a:ext>
            </a:extLst>
          </p:cNvPr>
          <p:cNvSpPr/>
          <p:nvPr/>
        </p:nvSpPr>
        <p:spPr>
          <a:xfrm>
            <a:off x="23700348" y="7749740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4731C12D-CD50-AA18-30E7-E6184278EC3F}"/>
              </a:ext>
            </a:extLst>
          </p:cNvPr>
          <p:cNvSpPr/>
          <p:nvPr/>
        </p:nvSpPr>
        <p:spPr>
          <a:xfrm>
            <a:off x="22857967" y="7382273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A191D3BA-C9FD-7D82-9C46-D626968076E3}"/>
              </a:ext>
            </a:extLst>
          </p:cNvPr>
          <p:cNvCxnSpPr>
            <a:cxnSpLocks/>
          </p:cNvCxnSpPr>
          <p:nvPr/>
        </p:nvCxnSpPr>
        <p:spPr>
          <a:xfrm>
            <a:off x="22727042" y="13473924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1" name="Freeform: Shape 230">
            <a:extLst>
              <a:ext uri="{FF2B5EF4-FFF2-40B4-BE49-F238E27FC236}">
                <a16:creationId xmlns:a16="http://schemas.microsoft.com/office/drawing/2014/main" id="{343C591F-5583-EF75-1A33-7D637C736528}"/>
              </a:ext>
            </a:extLst>
          </p:cNvPr>
          <p:cNvSpPr/>
          <p:nvPr/>
        </p:nvSpPr>
        <p:spPr>
          <a:xfrm>
            <a:off x="24509511" y="12287087"/>
            <a:ext cx="1786965" cy="985829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AAB5E712-60AB-3D9A-A545-F9B51EEB6EE0}"/>
              </a:ext>
            </a:extLst>
          </p:cNvPr>
          <p:cNvCxnSpPr>
            <a:cxnSpLocks/>
          </p:cNvCxnSpPr>
          <p:nvPr/>
        </p:nvCxnSpPr>
        <p:spPr>
          <a:xfrm>
            <a:off x="26296460" y="13256873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877A0E3F-7959-DE36-7523-72C5E6760104}"/>
              </a:ext>
            </a:extLst>
          </p:cNvPr>
          <p:cNvCxnSpPr>
            <a:cxnSpLocks/>
            <a:stCxn id="231" idx="0"/>
          </p:cNvCxnSpPr>
          <p:nvPr/>
        </p:nvCxnSpPr>
        <p:spPr>
          <a:xfrm flipH="1" flipV="1">
            <a:off x="23931655" y="13256896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Oval 235">
            <a:extLst>
              <a:ext uri="{FF2B5EF4-FFF2-40B4-BE49-F238E27FC236}">
                <a16:creationId xmlns:a16="http://schemas.microsoft.com/office/drawing/2014/main" id="{26203B42-1BEA-DB1D-F33D-F81E9A5B0B47}"/>
              </a:ext>
            </a:extLst>
          </p:cNvPr>
          <p:cNvSpPr/>
          <p:nvPr/>
        </p:nvSpPr>
        <p:spPr>
          <a:xfrm>
            <a:off x="27296911" y="13102098"/>
            <a:ext cx="355688" cy="3556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210F0BA6-7FD8-2900-4059-7E0443E34032}"/>
              </a:ext>
            </a:extLst>
          </p:cNvPr>
          <p:cNvSpPr/>
          <p:nvPr/>
        </p:nvSpPr>
        <p:spPr>
          <a:xfrm>
            <a:off x="23565602" y="13102092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1B07C3B5-1C62-4FE1-85B3-132FF3AB8FC8}"/>
              </a:ext>
            </a:extLst>
          </p:cNvPr>
          <p:cNvSpPr/>
          <p:nvPr/>
        </p:nvSpPr>
        <p:spPr>
          <a:xfrm>
            <a:off x="22723229" y="12734633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3A733AA1-833D-A013-6EBE-D6002AE87EF4}"/>
              </a:ext>
            </a:extLst>
          </p:cNvPr>
          <p:cNvSpPr/>
          <p:nvPr/>
        </p:nvSpPr>
        <p:spPr>
          <a:xfrm>
            <a:off x="24880681" y="7139651"/>
            <a:ext cx="1338190" cy="98582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63A73010-EC74-114A-E0ED-0EB424F768B9}"/>
              </a:ext>
            </a:extLst>
          </p:cNvPr>
          <p:cNvSpPr txBox="1"/>
          <p:nvPr/>
        </p:nvSpPr>
        <p:spPr>
          <a:xfrm>
            <a:off x="21988013" y="2663872"/>
            <a:ext cx="680827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Inferring Constraints </a:t>
            </a:r>
          </a:p>
        </p:txBody>
      </p: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919C12B8-06B1-162B-4A0D-74F8DA7B17FE}"/>
              </a:ext>
            </a:extLst>
          </p:cNvPr>
          <p:cNvCxnSpPr>
            <a:cxnSpLocks/>
          </p:cNvCxnSpPr>
          <p:nvPr/>
        </p:nvCxnSpPr>
        <p:spPr>
          <a:xfrm>
            <a:off x="22720415" y="11332517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9" name="Freeform: Shape 248">
            <a:extLst>
              <a:ext uri="{FF2B5EF4-FFF2-40B4-BE49-F238E27FC236}">
                <a16:creationId xmlns:a16="http://schemas.microsoft.com/office/drawing/2014/main" id="{863967BF-1F2E-C97C-D3C6-5CAA92BE576A}"/>
              </a:ext>
            </a:extLst>
          </p:cNvPr>
          <p:cNvSpPr/>
          <p:nvPr/>
        </p:nvSpPr>
        <p:spPr>
          <a:xfrm>
            <a:off x="24502885" y="10145681"/>
            <a:ext cx="1786965" cy="985829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5B2416DC-ED33-2A6F-FD97-6A9197DAFA15}"/>
              </a:ext>
            </a:extLst>
          </p:cNvPr>
          <p:cNvCxnSpPr>
            <a:cxnSpLocks/>
          </p:cNvCxnSpPr>
          <p:nvPr/>
        </p:nvCxnSpPr>
        <p:spPr>
          <a:xfrm>
            <a:off x="26289833" y="11115467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Arrow Connector 252">
            <a:extLst>
              <a:ext uri="{FF2B5EF4-FFF2-40B4-BE49-F238E27FC236}">
                <a16:creationId xmlns:a16="http://schemas.microsoft.com/office/drawing/2014/main" id="{D824FEFA-F0F5-3CDE-F34C-ABC435A61690}"/>
              </a:ext>
            </a:extLst>
          </p:cNvPr>
          <p:cNvCxnSpPr>
            <a:cxnSpLocks/>
            <a:stCxn id="249" idx="0"/>
          </p:cNvCxnSpPr>
          <p:nvPr/>
        </p:nvCxnSpPr>
        <p:spPr>
          <a:xfrm flipH="1" flipV="1">
            <a:off x="23925028" y="11115489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Oval 253">
            <a:extLst>
              <a:ext uri="{FF2B5EF4-FFF2-40B4-BE49-F238E27FC236}">
                <a16:creationId xmlns:a16="http://schemas.microsoft.com/office/drawing/2014/main" id="{7B85A16F-4FD0-63A1-B1AE-6FBC171F47BE}"/>
              </a:ext>
            </a:extLst>
          </p:cNvPr>
          <p:cNvSpPr/>
          <p:nvPr/>
        </p:nvSpPr>
        <p:spPr>
          <a:xfrm>
            <a:off x="27290283" y="10960686"/>
            <a:ext cx="355688" cy="3556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5" name="Oval 254">
            <a:extLst>
              <a:ext uri="{FF2B5EF4-FFF2-40B4-BE49-F238E27FC236}">
                <a16:creationId xmlns:a16="http://schemas.microsoft.com/office/drawing/2014/main" id="{02660DED-A31C-38E6-FBCD-2B8912BB1B34}"/>
              </a:ext>
            </a:extLst>
          </p:cNvPr>
          <p:cNvSpPr/>
          <p:nvPr/>
        </p:nvSpPr>
        <p:spPr>
          <a:xfrm>
            <a:off x="23558977" y="10960686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" name="Oval 255">
            <a:extLst>
              <a:ext uri="{FF2B5EF4-FFF2-40B4-BE49-F238E27FC236}">
                <a16:creationId xmlns:a16="http://schemas.microsoft.com/office/drawing/2014/main" id="{143F97E1-1379-5D3A-FB54-2E50B99B9338}"/>
              </a:ext>
            </a:extLst>
          </p:cNvPr>
          <p:cNvSpPr/>
          <p:nvPr/>
        </p:nvSpPr>
        <p:spPr>
          <a:xfrm>
            <a:off x="22716603" y="10593227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767CE409-9307-1343-FDA3-8BE985D63413}"/>
              </a:ext>
            </a:extLst>
          </p:cNvPr>
          <p:cNvSpPr/>
          <p:nvPr/>
        </p:nvSpPr>
        <p:spPr>
          <a:xfrm>
            <a:off x="25221821" y="10392199"/>
            <a:ext cx="370541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FEB14998-9443-B58C-387C-EE857739AF1E}"/>
              </a:ext>
            </a:extLst>
          </p:cNvPr>
          <p:cNvCxnSpPr>
            <a:cxnSpLocks/>
          </p:cNvCxnSpPr>
          <p:nvPr/>
        </p:nvCxnSpPr>
        <p:spPr>
          <a:xfrm>
            <a:off x="29656912" y="5959558"/>
            <a:ext cx="680053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9" name="Rectangle 258">
            <a:extLst>
              <a:ext uri="{FF2B5EF4-FFF2-40B4-BE49-F238E27FC236}">
                <a16:creationId xmlns:a16="http://schemas.microsoft.com/office/drawing/2014/main" id="{34CCA6D1-C8D9-2C65-D328-A46E6DFF14A7}"/>
              </a:ext>
            </a:extLst>
          </p:cNvPr>
          <p:cNvSpPr/>
          <p:nvPr/>
        </p:nvSpPr>
        <p:spPr>
          <a:xfrm>
            <a:off x="33357741" y="5003305"/>
            <a:ext cx="370541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AF4BA66F-F888-6CFF-C095-A20E1A37AC70}"/>
              </a:ext>
            </a:extLst>
          </p:cNvPr>
          <p:cNvSpPr/>
          <p:nvPr/>
        </p:nvSpPr>
        <p:spPr>
          <a:xfrm>
            <a:off x="35525818" y="5779083"/>
            <a:ext cx="168298" cy="16829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B2523986-DACF-3875-5EAA-238D1C7BFA27}"/>
              </a:ext>
            </a:extLst>
          </p:cNvPr>
          <p:cNvSpPr/>
          <p:nvPr/>
        </p:nvSpPr>
        <p:spPr>
          <a:xfrm>
            <a:off x="29714497" y="5481041"/>
            <a:ext cx="464094" cy="46409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D0802366-7FE3-753C-B91C-4B990208406E}"/>
              </a:ext>
            </a:extLst>
          </p:cNvPr>
          <p:cNvSpPr/>
          <p:nvPr/>
        </p:nvSpPr>
        <p:spPr>
          <a:xfrm>
            <a:off x="35425626" y="5587726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3" name="Straight Arrow Connector 262">
            <a:extLst>
              <a:ext uri="{FF2B5EF4-FFF2-40B4-BE49-F238E27FC236}">
                <a16:creationId xmlns:a16="http://schemas.microsoft.com/office/drawing/2014/main" id="{2D437B0D-02B2-E029-1BAF-1549B59C5732}"/>
              </a:ext>
            </a:extLst>
          </p:cNvPr>
          <p:cNvCxnSpPr>
            <a:cxnSpLocks/>
          </p:cNvCxnSpPr>
          <p:nvPr/>
        </p:nvCxnSpPr>
        <p:spPr>
          <a:xfrm flipV="1">
            <a:off x="35593921" y="5591700"/>
            <a:ext cx="0" cy="17877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Arrow Connector 263">
            <a:extLst>
              <a:ext uri="{FF2B5EF4-FFF2-40B4-BE49-F238E27FC236}">
                <a16:creationId xmlns:a16="http://schemas.microsoft.com/office/drawing/2014/main" id="{88385D70-EFC6-E7A4-639E-6F90F87AB76D}"/>
              </a:ext>
            </a:extLst>
          </p:cNvPr>
          <p:cNvCxnSpPr>
            <a:cxnSpLocks/>
          </p:cNvCxnSpPr>
          <p:nvPr/>
        </p:nvCxnSpPr>
        <p:spPr>
          <a:xfrm flipH="1" flipV="1">
            <a:off x="35435592" y="5691746"/>
            <a:ext cx="136339" cy="10605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9F0ACD16-008F-5D5C-2341-59A9997F062C}"/>
              </a:ext>
            </a:extLst>
          </p:cNvPr>
          <p:cNvCxnSpPr>
            <a:cxnSpLocks/>
          </p:cNvCxnSpPr>
          <p:nvPr/>
        </p:nvCxnSpPr>
        <p:spPr>
          <a:xfrm flipV="1">
            <a:off x="35668047" y="5641889"/>
            <a:ext cx="61146" cy="16799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Oval 265">
            <a:extLst>
              <a:ext uri="{FF2B5EF4-FFF2-40B4-BE49-F238E27FC236}">
                <a16:creationId xmlns:a16="http://schemas.microsoft.com/office/drawing/2014/main" id="{52279B9A-D9DF-D8B7-1150-E4985B291FDF}"/>
              </a:ext>
            </a:extLst>
          </p:cNvPr>
          <p:cNvSpPr/>
          <p:nvPr/>
        </p:nvSpPr>
        <p:spPr>
          <a:xfrm>
            <a:off x="29576595" y="5220261"/>
            <a:ext cx="739298" cy="73929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7" name="Straight Arrow Connector 266">
            <a:extLst>
              <a:ext uri="{FF2B5EF4-FFF2-40B4-BE49-F238E27FC236}">
                <a16:creationId xmlns:a16="http://schemas.microsoft.com/office/drawing/2014/main" id="{33CC08B7-C0C6-EE0A-D555-DCF1527E14BC}"/>
              </a:ext>
            </a:extLst>
          </p:cNvPr>
          <p:cNvCxnSpPr>
            <a:cxnSpLocks/>
          </p:cNvCxnSpPr>
          <p:nvPr/>
        </p:nvCxnSpPr>
        <p:spPr>
          <a:xfrm flipH="1" flipV="1">
            <a:off x="29930340" y="5236168"/>
            <a:ext cx="4420" cy="23399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Arrow Connector 267">
            <a:extLst>
              <a:ext uri="{FF2B5EF4-FFF2-40B4-BE49-F238E27FC236}">
                <a16:creationId xmlns:a16="http://schemas.microsoft.com/office/drawing/2014/main" id="{5F7B356A-E34D-61C4-4A2D-B052F39F7870}"/>
              </a:ext>
            </a:extLst>
          </p:cNvPr>
          <p:cNvCxnSpPr>
            <a:cxnSpLocks/>
          </p:cNvCxnSpPr>
          <p:nvPr/>
        </p:nvCxnSpPr>
        <p:spPr>
          <a:xfrm flipV="1">
            <a:off x="30106170" y="5393301"/>
            <a:ext cx="148836" cy="13065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F93E54DC-ACCB-DF26-46B8-EA6B923D32DF}"/>
              </a:ext>
            </a:extLst>
          </p:cNvPr>
          <p:cNvCxnSpPr>
            <a:cxnSpLocks/>
          </p:cNvCxnSpPr>
          <p:nvPr/>
        </p:nvCxnSpPr>
        <p:spPr>
          <a:xfrm flipH="1" flipV="1">
            <a:off x="29637219" y="5404658"/>
            <a:ext cx="154518" cy="12388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3891B929-7BD4-7C4B-DFC4-5098D6747851}"/>
              </a:ext>
            </a:extLst>
          </p:cNvPr>
          <p:cNvCxnSpPr>
            <a:cxnSpLocks/>
          </p:cNvCxnSpPr>
          <p:nvPr/>
        </p:nvCxnSpPr>
        <p:spPr>
          <a:xfrm>
            <a:off x="29600088" y="7905393"/>
            <a:ext cx="68535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1" name="Rectangle 270">
            <a:extLst>
              <a:ext uri="{FF2B5EF4-FFF2-40B4-BE49-F238E27FC236}">
                <a16:creationId xmlns:a16="http://schemas.microsoft.com/office/drawing/2014/main" id="{2DE00386-86EA-FE58-F51D-827B15791D19}"/>
              </a:ext>
            </a:extLst>
          </p:cNvPr>
          <p:cNvSpPr/>
          <p:nvPr/>
        </p:nvSpPr>
        <p:spPr>
          <a:xfrm>
            <a:off x="33353935" y="6949141"/>
            <a:ext cx="370541" cy="9403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Freeform: Shape 271">
            <a:extLst>
              <a:ext uri="{FF2B5EF4-FFF2-40B4-BE49-F238E27FC236}">
                <a16:creationId xmlns:a16="http://schemas.microsoft.com/office/drawing/2014/main" id="{82A6A604-83E2-D4C0-06A0-3122853E115B}"/>
              </a:ext>
            </a:extLst>
          </p:cNvPr>
          <p:cNvSpPr/>
          <p:nvPr/>
        </p:nvSpPr>
        <p:spPr>
          <a:xfrm>
            <a:off x="32634419" y="6718554"/>
            <a:ext cx="1786965" cy="985829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8C8A90FF-46A7-6647-9435-993B49F2DD6F}"/>
              </a:ext>
            </a:extLst>
          </p:cNvPr>
          <p:cNvCxnSpPr>
            <a:cxnSpLocks/>
          </p:cNvCxnSpPr>
          <p:nvPr/>
        </p:nvCxnSpPr>
        <p:spPr>
          <a:xfrm>
            <a:off x="34421369" y="7688343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E513EA6B-8127-1BE2-6D0C-4DB33FC410FE}"/>
              </a:ext>
            </a:extLst>
          </p:cNvPr>
          <p:cNvCxnSpPr>
            <a:cxnSpLocks/>
            <a:stCxn id="272" idx="0"/>
          </p:cNvCxnSpPr>
          <p:nvPr/>
        </p:nvCxnSpPr>
        <p:spPr>
          <a:xfrm flipH="1" flipV="1">
            <a:off x="32056564" y="7688365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Oval 274">
            <a:extLst>
              <a:ext uri="{FF2B5EF4-FFF2-40B4-BE49-F238E27FC236}">
                <a16:creationId xmlns:a16="http://schemas.microsoft.com/office/drawing/2014/main" id="{537DC8BD-589C-0A49-2E65-F465DB7F87CB}"/>
              </a:ext>
            </a:extLst>
          </p:cNvPr>
          <p:cNvSpPr/>
          <p:nvPr/>
        </p:nvSpPr>
        <p:spPr>
          <a:xfrm>
            <a:off x="35421819" y="7533568"/>
            <a:ext cx="355688" cy="3556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" name="Oval 275">
            <a:extLst>
              <a:ext uri="{FF2B5EF4-FFF2-40B4-BE49-F238E27FC236}">
                <a16:creationId xmlns:a16="http://schemas.microsoft.com/office/drawing/2014/main" id="{B2204F40-BB92-3E14-E876-705B829DA4A5}"/>
              </a:ext>
            </a:extLst>
          </p:cNvPr>
          <p:cNvSpPr/>
          <p:nvPr/>
        </p:nvSpPr>
        <p:spPr>
          <a:xfrm>
            <a:off x="31690511" y="7533561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Oval 276">
            <a:extLst>
              <a:ext uri="{FF2B5EF4-FFF2-40B4-BE49-F238E27FC236}">
                <a16:creationId xmlns:a16="http://schemas.microsoft.com/office/drawing/2014/main" id="{A114E9EA-483C-8FA4-2695-D4A4D29616C1}"/>
              </a:ext>
            </a:extLst>
          </p:cNvPr>
          <p:cNvSpPr/>
          <p:nvPr/>
        </p:nvSpPr>
        <p:spPr>
          <a:xfrm>
            <a:off x="29632948" y="7166102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FE0378D7-7C85-CE70-BA71-72E23381A511}"/>
              </a:ext>
            </a:extLst>
          </p:cNvPr>
          <p:cNvSpPr/>
          <p:nvPr/>
        </p:nvSpPr>
        <p:spPr>
          <a:xfrm>
            <a:off x="29589536" y="7487707"/>
            <a:ext cx="2858698" cy="40198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9AB800BF-A707-9F2A-A6AA-002C19BB78F0}"/>
              </a:ext>
            </a:extLst>
          </p:cNvPr>
          <p:cNvCxnSpPr>
            <a:cxnSpLocks/>
          </p:cNvCxnSpPr>
          <p:nvPr/>
        </p:nvCxnSpPr>
        <p:spPr>
          <a:xfrm>
            <a:off x="29340843" y="11101287"/>
            <a:ext cx="68535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5" name="Oval 294">
            <a:extLst>
              <a:ext uri="{FF2B5EF4-FFF2-40B4-BE49-F238E27FC236}">
                <a16:creationId xmlns:a16="http://schemas.microsoft.com/office/drawing/2014/main" id="{E97407DC-3C06-98E3-191E-13E2B03CEA01}"/>
              </a:ext>
            </a:extLst>
          </p:cNvPr>
          <p:cNvSpPr/>
          <p:nvPr/>
        </p:nvSpPr>
        <p:spPr>
          <a:xfrm>
            <a:off x="35162576" y="10729454"/>
            <a:ext cx="355688" cy="3556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Oval 295">
            <a:extLst>
              <a:ext uri="{FF2B5EF4-FFF2-40B4-BE49-F238E27FC236}">
                <a16:creationId xmlns:a16="http://schemas.microsoft.com/office/drawing/2014/main" id="{E2331B3D-1E79-E2C2-52B5-5932D105183A}"/>
              </a:ext>
            </a:extLst>
          </p:cNvPr>
          <p:cNvSpPr/>
          <p:nvPr/>
        </p:nvSpPr>
        <p:spPr>
          <a:xfrm>
            <a:off x="30167950" y="10729454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933226C7-B9DC-F84F-7ED5-F72B33CA9FAA}"/>
              </a:ext>
            </a:extLst>
          </p:cNvPr>
          <p:cNvSpPr/>
          <p:nvPr/>
        </p:nvSpPr>
        <p:spPr>
          <a:xfrm>
            <a:off x="29373696" y="10361997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9" name="Straight Arrow Connector 298">
            <a:extLst>
              <a:ext uri="{FF2B5EF4-FFF2-40B4-BE49-F238E27FC236}">
                <a16:creationId xmlns:a16="http://schemas.microsoft.com/office/drawing/2014/main" id="{89E209BD-9C63-7B74-60F5-2BCD9AA36600}"/>
              </a:ext>
            </a:extLst>
          </p:cNvPr>
          <p:cNvCxnSpPr>
            <a:cxnSpLocks/>
          </p:cNvCxnSpPr>
          <p:nvPr/>
        </p:nvCxnSpPr>
        <p:spPr>
          <a:xfrm flipH="1">
            <a:off x="30676150" y="10877596"/>
            <a:ext cx="42119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44AD7DF7-C0BE-1E30-5E1C-B2957C039D72}"/>
              </a:ext>
            </a:extLst>
          </p:cNvPr>
          <p:cNvCxnSpPr>
            <a:cxnSpLocks/>
          </p:cNvCxnSpPr>
          <p:nvPr/>
        </p:nvCxnSpPr>
        <p:spPr>
          <a:xfrm>
            <a:off x="29284004" y="13245007"/>
            <a:ext cx="68535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2" name="Oval 301">
            <a:extLst>
              <a:ext uri="{FF2B5EF4-FFF2-40B4-BE49-F238E27FC236}">
                <a16:creationId xmlns:a16="http://schemas.microsoft.com/office/drawing/2014/main" id="{EA606A1B-8939-9C94-684E-08EA87CF1F52}"/>
              </a:ext>
            </a:extLst>
          </p:cNvPr>
          <p:cNvSpPr/>
          <p:nvPr/>
        </p:nvSpPr>
        <p:spPr>
          <a:xfrm>
            <a:off x="35105737" y="12873183"/>
            <a:ext cx="355688" cy="3556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Oval 302">
            <a:extLst>
              <a:ext uri="{FF2B5EF4-FFF2-40B4-BE49-F238E27FC236}">
                <a16:creationId xmlns:a16="http://schemas.microsoft.com/office/drawing/2014/main" id="{F55C2B9B-F72C-67C0-6EB2-E3DE3B728692}"/>
              </a:ext>
            </a:extLst>
          </p:cNvPr>
          <p:cNvSpPr/>
          <p:nvPr/>
        </p:nvSpPr>
        <p:spPr>
          <a:xfrm>
            <a:off x="31651159" y="12873183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Oval 303">
            <a:extLst>
              <a:ext uri="{FF2B5EF4-FFF2-40B4-BE49-F238E27FC236}">
                <a16:creationId xmlns:a16="http://schemas.microsoft.com/office/drawing/2014/main" id="{4C46E171-19D7-A4E9-8CD3-91170468FD1E}"/>
              </a:ext>
            </a:extLst>
          </p:cNvPr>
          <p:cNvSpPr/>
          <p:nvPr/>
        </p:nvSpPr>
        <p:spPr>
          <a:xfrm>
            <a:off x="29316865" y="12505717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5" name="Straight Arrow Connector 304">
            <a:extLst>
              <a:ext uri="{FF2B5EF4-FFF2-40B4-BE49-F238E27FC236}">
                <a16:creationId xmlns:a16="http://schemas.microsoft.com/office/drawing/2014/main" id="{5815CD2C-CAE5-6408-305C-DCE66CD6FFD4}"/>
              </a:ext>
            </a:extLst>
          </p:cNvPr>
          <p:cNvCxnSpPr>
            <a:cxnSpLocks/>
          </p:cNvCxnSpPr>
          <p:nvPr/>
        </p:nvCxnSpPr>
        <p:spPr>
          <a:xfrm flipH="1">
            <a:off x="32084727" y="13021316"/>
            <a:ext cx="27465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7" name="TextBox 306">
            <a:extLst>
              <a:ext uri="{FF2B5EF4-FFF2-40B4-BE49-F238E27FC236}">
                <a16:creationId xmlns:a16="http://schemas.microsoft.com/office/drawing/2014/main" id="{12E1096B-49EC-5304-A8AE-CAF55449D7AF}"/>
              </a:ext>
            </a:extLst>
          </p:cNvPr>
          <p:cNvSpPr txBox="1"/>
          <p:nvPr/>
        </p:nvSpPr>
        <p:spPr>
          <a:xfrm>
            <a:off x="30791221" y="2703472"/>
            <a:ext cx="49071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Inferring Goals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AB8A039-A1EE-F0CB-23C4-ECE9200B4338}"/>
              </a:ext>
            </a:extLst>
          </p:cNvPr>
          <p:cNvCxnSpPr>
            <a:cxnSpLocks/>
          </p:cNvCxnSpPr>
          <p:nvPr/>
        </p:nvCxnSpPr>
        <p:spPr>
          <a:xfrm>
            <a:off x="9978343" y="13295782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2F98B9E-1512-FCF3-C055-E9EA1D0D23BA}"/>
              </a:ext>
            </a:extLst>
          </p:cNvPr>
          <p:cNvSpPr/>
          <p:nvPr/>
        </p:nvSpPr>
        <p:spPr>
          <a:xfrm>
            <a:off x="11760814" y="12108945"/>
            <a:ext cx="1786965" cy="985829"/>
          </a:xfrm>
          <a:custGeom>
            <a:avLst/>
            <a:gdLst>
              <a:gd name="csX0" fmla="*/ 0 w 1786965"/>
              <a:gd name="csY0" fmla="*/ 1093699 h 1093699"/>
              <a:gd name="csX1" fmla="*/ 908424 w 1786965"/>
              <a:gd name="csY1" fmla="*/ 5 h 1093699"/>
              <a:gd name="csX2" fmla="*/ 1786965 w 1786965"/>
              <a:gd name="csY2" fmla="*/ 1081746 h 109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6965" h="1093699">
                <a:moveTo>
                  <a:pt x="0" y="1093699"/>
                </a:moveTo>
                <a:cubicBezTo>
                  <a:pt x="305298" y="547848"/>
                  <a:pt x="610597" y="1997"/>
                  <a:pt x="908424" y="5"/>
                </a:cubicBezTo>
                <a:cubicBezTo>
                  <a:pt x="1206251" y="-1987"/>
                  <a:pt x="1496608" y="539879"/>
                  <a:pt x="1786965" y="10817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BEA3244-E5F8-2949-CAE2-3084F9ADC8AA}"/>
              </a:ext>
            </a:extLst>
          </p:cNvPr>
          <p:cNvCxnSpPr>
            <a:cxnSpLocks/>
          </p:cNvCxnSpPr>
          <p:nvPr/>
        </p:nvCxnSpPr>
        <p:spPr>
          <a:xfrm>
            <a:off x="13547762" y="13078732"/>
            <a:ext cx="903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1C929A5-3569-D3BF-7FE4-C796535538A0}"/>
              </a:ext>
            </a:extLst>
          </p:cNvPr>
          <p:cNvCxnSpPr>
            <a:cxnSpLocks/>
          </p:cNvCxnSpPr>
          <p:nvPr/>
        </p:nvCxnSpPr>
        <p:spPr>
          <a:xfrm>
            <a:off x="13846647" y="12983573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7010EE8-7FC4-C4FA-D9B5-153561DCD1E5}"/>
              </a:ext>
            </a:extLst>
          </p:cNvPr>
          <p:cNvCxnSpPr>
            <a:cxnSpLocks/>
          </p:cNvCxnSpPr>
          <p:nvPr/>
        </p:nvCxnSpPr>
        <p:spPr>
          <a:xfrm rot="10800000">
            <a:off x="13846647" y="13160575"/>
            <a:ext cx="508887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54BD54B-C5AD-FC99-9359-6502DAE21562}"/>
              </a:ext>
            </a:extLst>
          </p:cNvPr>
          <p:cNvCxnSpPr>
            <a:cxnSpLocks/>
            <a:stCxn id="44" idx="0"/>
          </p:cNvCxnSpPr>
          <p:nvPr/>
        </p:nvCxnSpPr>
        <p:spPr>
          <a:xfrm flipH="1" flipV="1">
            <a:off x="11182956" y="13078754"/>
            <a:ext cx="577846" cy="1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4B6760D8-B52F-105B-1E2B-B13E7F097356}"/>
              </a:ext>
            </a:extLst>
          </p:cNvPr>
          <p:cNvSpPr/>
          <p:nvPr/>
        </p:nvSpPr>
        <p:spPr>
          <a:xfrm>
            <a:off x="14548211" y="12923950"/>
            <a:ext cx="355688" cy="3556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4D9760F3-D7C0-1A79-251F-8D8E6968EF88}"/>
              </a:ext>
            </a:extLst>
          </p:cNvPr>
          <p:cNvSpPr/>
          <p:nvPr/>
        </p:nvSpPr>
        <p:spPr>
          <a:xfrm>
            <a:off x="10816904" y="12923950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C01484A-E572-7108-71ED-F2E4F3B8A6BC}"/>
              </a:ext>
            </a:extLst>
          </p:cNvPr>
          <p:cNvSpPr/>
          <p:nvPr/>
        </p:nvSpPr>
        <p:spPr>
          <a:xfrm>
            <a:off x="9974531" y="12556485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9DA23C43-F5E3-4CC5-E756-E64C6F111C5B}"/>
              </a:ext>
            </a:extLst>
          </p:cNvPr>
          <p:cNvCxnSpPr>
            <a:cxnSpLocks/>
          </p:cNvCxnSpPr>
          <p:nvPr/>
        </p:nvCxnSpPr>
        <p:spPr>
          <a:xfrm>
            <a:off x="9978343" y="11305614"/>
            <a:ext cx="56016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Oval 72">
            <a:extLst>
              <a:ext uri="{FF2B5EF4-FFF2-40B4-BE49-F238E27FC236}">
                <a16:creationId xmlns:a16="http://schemas.microsoft.com/office/drawing/2014/main" id="{5D9B66E0-E868-8F92-DCF6-9526CEBB8677}"/>
              </a:ext>
            </a:extLst>
          </p:cNvPr>
          <p:cNvSpPr/>
          <p:nvPr/>
        </p:nvSpPr>
        <p:spPr>
          <a:xfrm>
            <a:off x="14548211" y="10933782"/>
            <a:ext cx="355688" cy="3556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0BF5376E-61AD-5BFB-3D7B-DDF20FB82233}"/>
              </a:ext>
            </a:extLst>
          </p:cNvPr>
          <p:cNvSpPr/>
          <p:nvPr/>
        </p:nvSpPr>
        <p:spPr>
          <a:xfrm>
            <a:off x="10816904" y="10933782"/>
            <a:ext cx="355688" cy="35568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DA50CCE8-B66F-1BA8-9603-0AC563177E33}"/>
              </a:ext>
            </a:extLst>
          </p:cNvPr>
          <p:cNvSpPr/>
          <p:nvPr/>
        </p:nvSpPr>
        <p:spPr>
          <a:xfrm>
            <a:off x="9974531" y="10566322"/>
            <a:ext cx="739298" cy="73929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6548A202-7CA5-148A-D0E6-A77B37A7B14D}"/>
              </a:ext>
            </a:extLst>
          </p:cNvPr>
          <p:cNvCxnSpPr>
            <a:cxnSpLocks/>
          </p:cNvCxnSpPr>
          <p:nvPr/>
        </p:nvCxnSpPr>
        <p:spPr>
          <a:xfrm flipH="1">
            <a:off x="11295585" y="11111616"/>
            <a:ext cx="31436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E32A871A-BEB5-97F4-27E8-479161290621}"/>
              </a:ext>
            </a:extLst>
          </p:cNvPr>
          <p:cNvSpPr txBox="1"/>
          <p:nvPr/>
        </p:nvSpPr>
        <p:spPr>
          <a:xfrm>
            <a:off x="5239966" y="-10536"/>
            <a:ext cx="8099077" cy="1323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999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Finding 2: 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155916E-E584-C119-173A-74FC21268FCB}"/>
              </a:ext>
            </a:extLst>
          </p:cNvPr>
          <p:cNvSpPr txBox="1"/>
          <p:nvPr/>
        </p:nvSpPr>
        <p:spPr>
          <a:xfrm>
            <a:off x="25840866" y="4355"/>
            <a:ext cx="8099077" cy="1323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999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Finding 3: 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7C2ADF3-7209-0286-C0C9-B8BAA03140BD}"/>
              </a:ext>
            </a:extLst>
          </p:cNvPr>
          <p:cNvSpPr txBox="1"/>
          <p:nvPr/>
        </p:nvSpPr>
        <p:spPr>
          <a:xfrm>
            <a:off x="2663997" y="1417074"/>
            <a:ext cx="13730108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Independence from Animacy Cues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1DBBDEC-590B-CBED-E49F-BAC6C6C5CC53}"/>
              </a:ext>
            </a:extLst>
          </p:cNvPr>
          <p:cNvSpPr txBox="1"/>
          <p:nvPr/>
        </p:nvSpPr>
        <p:spPr>
          <a:xfrm>
            <a:off x="18117345" y="1384767"/>
            <a:ext cx="22020004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Bidirectional Inferences about Actions, Goals, and Constraints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CA5EB39-4397-947D-90AF-B984CC9FA754}"/>
              </a:ext>
            </a:extLst>
          </p:cNvPr>
          <p:cNvSpPr txBox="1"/>
          <p:nvPr/>
        </p:nvSpPr>
        <p:spPr>
          <a:xfrm>
            <a:off x="1679170" y="2700600"/>
            <a:ext cx="61454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Constrained Action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4489A62C-A5DD-FF1A-7C80-4FDF15CBB48E}"/>
              </a:ext>
            </a:extLst>
          </p:cNvPr>
          <p:cNvSpPr txBox="1"/>
          <p:nvPr/>
        </p:nvSpPr>
        <p:spPr>
          <a:xfrm>
            <a:off x="9233306" y="2753593"/>
            <a:ext cx="69149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Unconstrained Action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61D903-3E57-47C5-8F0E-7A96591F0176}"/>
              </a:ext>
            </a:extLst>
          </p:cNvPr>
          <p:cNvSpPr txBox="1"/>
          <p:nvPr/>
        </p:nvSpPr>
        <p:spPr>
          <a:xfrm>
            <a:off x="3019974" y="4087293"/>
            <a:ext cx="349486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Habituation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2348D-8A24-B03F-08F5-9ACEBA160A42}"/>
              </a:ext>
            </a:extLst>
          </p:cNvPr>
          <p:cNvSpPr txBox="1"/>
          <p:nvPr/>
        </p:nvSpPr>
        <p:spPr>
          <a:xfrm>
            <a:off x="10804808" y="4090405"/>
            <a:ext cx="349486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Habituation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067D60-F050-38F1-052B-E14CD0898EE0}"/>
              </a:ext>
            </a:extLst>
          </p:cNvPr>
          <p:cNvSpPr txBox="1"/>
          <p:nvPr/>
        </p:nvSpPr>
        <p:spPr>
          <a:xfrm>
            <a:off x="4086770" y="9128927"/>
            <a:ext cx="130240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60CB82-D9E0-2441-C1C0-679C4FBFA773}"/>
              </a:ext>
            </a:extLst>
          </p:cNvPr>
          <p:cNvSpPr txBox="1"/>
          <p:nvPr/>
        </p:nvSpPr>
        <p:spPr>
          <a:xfrm>
            <a:off x="11871604" y="9132039"/>
            <a:ext cx="130240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8EF887-5AFB-ACF7-60A4-3E030A923DA9}"/>
              </a:ext>
            </a:extLst>
          </p:cNvPr>
          <p:cNvSpPr txBox="1"/>
          <p:nvPr/>
        </p:nvSpPr>
        <p:spPr>
          <a:xfrm>
            <a:off x="23606391" y="4090405"/>
            <a:ext cx="349486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Habituation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3311ED-F3BD-BC8D-1924-20C8A8356602}"/>
              </a:ext>
            </a:extLst>
          </p:cNvPr>
          <p:cNvSpPr txBox="1"/>
          <p:nvPr/>
        </p:nvSpPr>
        <p:spPr>
          <a:xfrm>
            <a:off x="31391225" y="4093517"/>
            <a:ext cx="349486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Habituation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4AC075-7729-5890-4130-33DB5B68BA94}"/>
              </a:ext>
            </a:extLst>
          </p:cNvPr>
          <p:cNvSpPr txBox="1"/>
          <p:nvPr/>
        </p:nvSpPr>
        <p:spPr>
          <a:xfrm>
            <a:off x="24710510" y="9113378"/>
            <a:ext cx="130240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557382-AF63-0232-BEF9-4D783F5B64D0}"/>
              </a:ext>
            </a:extLst>
          </p:cNvPr>
          <p:cNvSpPr txBox="1"/>
          <p:nvPr/>
        </p:nvSpPr>
        <p:spPr>
          <a:xfrm>
            <a:off x="32495344" y="9116490"/>
            <a:ext cx="130240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4060178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D700C8CE122D6468A01E7E6F602FC93" ma:contentTypeVersion="15" ma:contentTypeDescription="Create a new document." ma:contentTypeScope="" ma:versionID="78a361b573735f4e8f7ea36d196d1741">
  <xsd:schema xmlns:xsd="http://www.w3.org/2001/XMLSchema" xmlns:xs="http://www.w3.org/2001/XMLSchema" xmlns:p="http://schemas.microsoft.com/office/2006/metadata/properties" xmlns:ns3="4668150b-da18-493d-a040-cbc02bf476e5" xmlns:ns4="e584c313-2618-4b13-ba4c-e296ab8c40d5" targetNamespace="http://schemas.microsoft.com/office/2006/metadata/properties" ma:root="true" ma:fieldsID="aacb3e30d10ecf7b0bc1959e7f1d2dde" ns3:_="" ns4:_="">
    <xsd:import namespace="4668150b-da18-493d-a040-cbc02bf476e5"/>
    <xsd:import namespace="e584c313-2618-4b13-ba4c-e296ab8c40d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4:SharedWithDetails" minOccurs="0"/>
                <xsd:element ref="ns4:SharingHintHash" minOccurs="0"/>
                <xsd:element ref="ns4:SharedWithUser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68150b-da18-493d-a040-cbc02bf476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84c313-2618-4b13-ba4c-e296ab8c40d5" elementFormDefault="qualified">
    <xsd:import namespace="http://schemas.microsoft.com/office/2006/documentManagement/types"/>
    <xsd:import namespace="http://schemas.microsoft.com/office/infopath/2007/PartnerControls"/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668150b-da18-493d-a040-cbc02bf476e5" xsi:nil="true"/>
  </documentManagement>
</p:properties>
</file>

<file path=customXml/itemProps1.xml><?xml version="1.0" encoding="utf-8"?>
<ds:datastoreItem xmlns:ds="http://schemas.openxmlformats.org/officeDocument/2006/customXml" ds:itemID="{9028DA92-C8DA-4342-B357-E9B52241A8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68150b-da18-493d-a040-cbc02bf476e5"/>
    <ds:schemaRef ds:uri="e584c313-2618-4b13-ba4c-e296ab8c40d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F1528F-C631-4170-A5E1-A10CC58FFF8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738C8C-DF76-4388-8A52-04F66B29D512}">
  <ds:schemaRefs>
    <ds:schemaRef ds:uri="http://purl.org/dc/elements/1.1/"/>
    <ds:schemaRef ds:uri="http://www.w3.org/XML/1998/namespace"/>
    <ds:schemaRef ds:uri="http://schemas.microsoft.com/office/2006/documentManagement/types"/>
    <ds:schemaRef ds:uri="e584c313-2618-4b13-ba4c-e296ab8c40d5"/>
    <ds:schemaRef ds:uri="4668150b-da18-493d-a040-cbc02bf476e5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1581</TotalTime>
  <Words>102</Words>
  <Application>Microsoft Office PowerPoint</Application>
  <PresentationFormat>Custom</PresentationFormat>
  <Paragraphs>35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Benton, Deon</dc:creator>
  <cp:lastModifiedBy>Benton, Deon</cp:lastModifiedBy>
  <cp:revision>22</cp:revision>
  <dcterms:created xsi:type="dcterms:W3CDTF">2026-06-06T05:20:50Z</dcterms:created>
  <dcterms:modified xsi:type="dcterms:W3CDTF">2026-06-14T03:41:44Z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0x0101003D700C8CE122D6468A01E7E6F602FC93</vt:lpwstr>
  </property>
</Properties>
</file>