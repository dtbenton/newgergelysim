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185E-D07D-C460-8955-7E6CBB118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4F44A-079E-F6A8-6192-C8E6CB134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2BA3E-A274-F096-E935-988D197E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2D981-1671-63CE-6BD4-CA2DFABBA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9850-B3ED-8E83-2F83-4421A5F1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3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51AE-623A-327D-2F34-653338AA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5BF5-3B5C-A83A-DE17-69298B53B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7A019-5548-6910-69D4-AB04253A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ADE2-FDA7-4006-623D-138470923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B4D9-A8C6-F257-39FD-179A27B4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C61B-4C2E-D826-0A6D-BFFD4DB3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EAE7-5221-155C-A699-E0E60CA90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EB98-7991-B0CC-174F-AA80BCB2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FE925-63E6-38DA-3628-C40B0A280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E9F4E-B2DC-3885-0222-7E65F55B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4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C9E6-096F-712F-3FEB-0718280D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969EC-14E1-0C9C-EB9F-A55A1C8C5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6312E-DCA7-1E35-ECA8-98A48BD1A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88CE-F676-603E-41C2-D136DD7C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51C3F-79CF-B007-5D18-963DF7F5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AE156-71CA-09C0-B68D-DD8FE9D0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7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377AF-8C33-8953-3B5B-DD802774D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4C95D-B561-5D36-375F-0D4926CD7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1A760-EA43-E3A0-D21C-35E91DBC9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373C3-5392-F4FF-A4EB-7B19FB85B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6699D0-949B-8DD0-C5E0-75686F615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DBB0DE-19FC-CEA6-13C3-AE80A921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78941-B8D1-5635-4141-E1823BE2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06DCF-A239-2AA2-67DE-EF245D1C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2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D013-2D87-2C5C-4275-1F600146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5F790-526C-0127-1621-DA46B371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04DA5-0279-B2F2-7A54-26216579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1960D-04BA-055F-C3D7-E43A1B8A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3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DC142-A645-4170-FA32-FA30CFB8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383CD-94F3-568E-D8F7-089E97F3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FA20B-96BF-E0AC-1511-7B46B627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2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B954-39B3-3775-EC55-D7C6A7267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2361C-445B-6CD5-28BC-666E86547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0C503-205C-B868-0656-B2BF29F4C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B923D-FC75-7B8A-6F15-2EFEACB3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B9432-79E4-375A-B3EA-82FCADAA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CFBC0-239E-7458-725B-9A30E330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5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312B-3EA4-63AC-1FDB-6D132A33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A376B5-0F6E-46D8-9742-65C3E8039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EDF87-16EB-AB0F-909D-F1EEB91EE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679E5-A2DF-E48A-1A38-1E1DF317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15FDD-F7D3-89F4-CFA1-CA6DE296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05E56-C70E-53BC-9061-BB1226DB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0E4-D645-8E66-54CE-8DE152C4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0CADF-4C63-7DB1-EA53-DF8461787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5FA86-3627-9549-0DF8-94C73FCB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EE4F2-2969-863A-2357-A4C73FB1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4F8F1-659F-3012-2951-85F4DEC7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D6210E-DFA5-7F6D-A4E8-DFC11B598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C3AF8-29DE-760E-F4E8-FFBA5CF50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19AB5-84B6-EBB5-A5D9-A1A663DB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0A675-B940-229E-2BDA-6DB5B2BB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4A922-EFAA-9A28-6B07-EE0F1122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90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BC786-4D63-67E3-AA1B-F19EF9AA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0B8D9-C0CA-1571-69AF-F3940B93A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CE7C-702E-716C-3BD5-50F02C2FC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0AFF0-F3EA-4DCF-802E-2F5116650474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E099B-8D74-5428-4F34-B97A332C8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5A739-FC95-32F2-560C-646A8C1FF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3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D625-5084-803B-1768-C903DF84D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767D3-9015-399C-4E83-1F314CE151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6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9062768-29E0-3550-AF73-358A588DF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26" y="-15747"/>
            <a:ext cx="10348148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B21C1E7-DB52-5330-2C56-CF6DE5E9AF9B}"/>
              </a:ext>
            </a:extLst>
          </p:cNvPr>
          <p:cNvSpPr/>
          <p:nvPr/>
        </p:nvSpPr>
        <p:spPr>
          <a:xfrm>
            <a:off x="921926" y="4619625"/>
            <a:ext cx="10203274" cy="21621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49EE00-7963-9986-9096-77D6FADEFB33}"/>
              </a:ext>
            </a:extLst>
          </p:cNvPr>
          <p:cNvSpPr/>
          <p:nvPr/>
        </p:nvSpPr>
        <p:spPr>
          <a:xfrm>
            <a:off x="921926" y="76200"/>
            <a:ext cx="10203274" cy="185218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D2B0E7-9A42-93BE-E28C-736B10EFB47C}"/>
              </a:ext>
            </a:extLst>
          </p:cNvPr>
          <p:cNvCxnSpPr/>
          <p:nvPr/>
        </p:nvCxnSpPr>
        <p:spPr>
          <a:xfrm flipV="1">
            <a:off x="4861709" y="3261609"/>
            <a:ext cx="0" cy="129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8092CC-461C-0B86-A09A-5AECB0B383DD}"/>
              </a:ext>
            </a:extLst>
          </p:cNvPr>
          <p:cNvCxnSpPr>
            <a:cxnSpLocks/>
          </p:cNvCxnSpPr>
          <p:nvPr/>
        </p:nvCxnSpPr>
        <p:spPr>
          <a:xfrm flipV="1">
            <a:off x="5231390" y="1994123"/>
            <a:ext cx="0" cy="4684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84FF3CE-5890-A477-8282-63211F1B2FEE}"/>
              </a:ext>
            </a:extLst>
          </p:cNvPr>
          <p:cNvSpPr txBox="1"/>
          <p:nvPr/>
        </p:nvSpPr>
        <p:spPr>
          <a:xfrm>
            <a:off x="6581871" y="2797522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</a:p>
        </p:txBody>
      </p: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DCB09AF2-D732-44F6-9E88-5816B3205455}"/>
              </a:ext>
            </a:extLst>
          </p:cNvPr>
          <p:cNvCxnSpPr>
            <a:cxnSpLocks/>
          </p:cNvCxnSpPr>
          <p:nvPr/>
        </p:nvCxnSpPr>
        <p:spPr>
          <a:xfrm>
            <a:off x="5996404" y="2797522"/>
            <a:ext cx="585467" cy="563973"/>
          </a:xfrm>
          <a:prstGeom prst="curvedConnector3">
            <a:avLst>
              <a:gd name="adj1" fmla="val 101030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4E7DEDD-1DC3-DE60-07BE-6186B153B6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97183" y="3277326"/>
            <a:ext cx="463055" cy="390812"/>
          </a:xfrm>
          <a:prstGeom prst="bentConnector3">
            <a:avLst>
              <a:gd name="adj1" fmla="val -83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749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</cp:revision>
  <dcterms:created xsi:type="dcterms:W3CDTF">2025-07-09T22:20:24Z</dcterms:created>
  <dcterms:modified xsi:type="dcterms:W3CDTF">2025-07-09T22:38:26Z</dcterms:modified>
</cp:coreProperties>
</file>