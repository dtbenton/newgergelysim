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 varScale="1">
        <p:scale>
          <a:sx n="80" d="100"/>
          <a:sy n="80" d="100"/>
        </p:scale>
        <p:origin x="5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67561-21DA-43D7-AF15-57067262B98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71FEA-E75B-4100-869E-266ED0C5A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5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performance of networks in the Experimental condition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71FEA-E75B-4100-869E-266ED0C5A8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89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condition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71FEA-E75B-4100-869E-266ED0C5A8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48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A950-AA77-C992-3E51-3C1E2F54F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264BB-D782-7025-8222-28C9C1D11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0576-C1DC-8F9A-CDDB-AEE10657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8455F-8CE9-6082-9223-F3F52468D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20B82-598D-AFEE-3927-85EBC91F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85ECE-75D3-3DE1-BF92-957627E0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38714-3292-5A29-9781-79118A86E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2144B-370C-C02F-0958-D0381E09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2A928-CA69-E05B-B787-4983429CB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18CA-AB0A-DFBF-53D7-5EE853DE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58CB6-6E48-EE81-76A1-FA44AB2EB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CDDAF-4D1B-9A59-65E6-84A09687D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5D571-9070-E5E0-D58D-3E0B5E02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6E2AD-C802-BB7E-C810-62232204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B2AD1-C9F9-1C3A-1757-24640C12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8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3DD5-D9D0-EDB9-F4EE-17D8C31F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802E0-0B32-623B-3EA9-8447A382A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BC389-8A3E-1DE7-90BE-0E51DFF47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EC6CC-9644-4BF2-42A6-5122C5A1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F2D6E-164F-6271-AEFA-A2F6CA379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030E4-938B-B3DD-1468-9AACCAD1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4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CBB2-D61D-CCE6-A3E9-2B75B6CC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A6468-7D59-19F0-867D-2C54D10AF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B4D56-3EF5-1E8B-EFEA-C4B5AA6EA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EE2F0-7F33-2A85-3548-0BB268BA9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F70FFD-E284-C945-4A22-689FB855F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312D59-BFF9-2ED0-AC88-E358D91A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7F46DD-7878-3599-9528-D91B159D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A9814-AF22-349B-53F2-3AC5D389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6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1EE0-A426-8141-0947-5F40EFAE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309B9-DF4D-965A-FED9-25C3BA417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900B-B18F-61B8-610C-F8049A31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9A665-1AAE-FC04-D0CD-19844EC5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D7AFE-F0BE-48ED-A87B-4DC0E377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17A4D-AA11-CED0-B40A-A3EBB69D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96D1D-58E1-D605-6A3F-685728F0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45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0457-1D62-94FB-3275-224D50D60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AFC61-F041-1A3C-869B-B4326A58B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36F13-7519-57B3-E739-E682D921C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1B2FA-F933-A239-B1D9-66178976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1D3E3-1A30-51B4-E059-7F52D609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06A2-F2FE-E0E6-C39D-EBA6BE12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0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8A47-A72C-84A2-43E1-8D77EE79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C28D77-D7E0-C5F3-199D-73EEE4D03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BDC11-C5D3-1248-70FE-613E189C2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E8DE1-E89A-6F37-4657-8C468543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67630-CCC0-AD4B-9158-6141CA86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9ABC0-A5C5-9FDC-7119-ECAF744F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2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3386-44C7-12A7-B6B7-68FB0CEA8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1BDB7-B9E4-438B-2602-CB3E50CD0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623E-6523-2666-F15B-E8C395EF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6A02F-2979-A094-951B-5B9BFE14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96EB0-56C6-3822-7B1A-C5DA7B0F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2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C7043-44F5-40F3-82ED-C058EA8D6A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734F8-042E-7470-1DF1-D6755241D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3069-27CE-0735-F774-09BF0A89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E2719-7206-1B1A-D0C6-6E640BC8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00D3C-38AD-0A2C-0C71-A89FF027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6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26CBA1-2D91-175E-4D73-E9867B385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31D18-55A2-7325-58BD-C1A53AD48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D5D50-C508-AD90-B230-3D950BF90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6A287-35A0-44CB-BDF0-4C3D53B6724C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7FA71-A82C-E1D9-EEAD-1A780A105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4FDDF-F6BE-58F1-6A79-86CB9F8E9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DF00B-77F7-415A-94C2-6389ADD3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1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7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32.png"/><Relationship Id="rId3" Type="http://schemas.openxmlformats.org/officeDocument/2006/relationships/image" Target="../media/image30.png"/><Relationship Id="rId7" Type="http://schemas.openxmlformats.org/officeDocument/2006/relationships/image" Target="../media/image11.png"/><Relationship Id="rId12" Type="http://schemas.openxmlformats.org/officeDocument/2006/relationships/image" Target="../media/image3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5.png"/><Relationship Id="rId5" Type="http://schemas.openxmlformats.org/officeDocument/2006/relationships/image" Target="../media/image18.png"/><Relationship Id="rId10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5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12" Type="http://schemas.openxmlformats.org/officeDocument/2006/relationships/image" Target="../media/image29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36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0.png"/><Relationship Id="rId7" Type="http://schemas.openxmlformats.org/officeDocument/2006/relationships/image" Target="../media/image11.png"/><Relationship Id="rId12" Type="http://schemas.openxmlformats.org/officeDocument/2006/relationships/image" Target="../media/image3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5.png"/><Relationship Id="rId5" Type="http://schemas.openxmlformats.org/officeDocument/2006/relationships/image" Target="../media/image18.png"/><Relationship Id="rId10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4BB9E-509E-961D-0380-FCAB42BDE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932" y="4798047"/>
            <a:ext cx="1888388" cy="1691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182F0F-216A-12F2-BD71-8106A2CEB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722" y="4794296"/>
            <a:ext cx="1888388" cy="170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8656F1-B6AE-81B4-ED56-E43858D4B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931" y="290087"/>
            <a:ext cx="1888389" cy="1710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64D6F-B6D3-235D-B14D-41E39596C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9721" y="272688"/>
            <a:ext cx="1888389" cy="17283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0C9CB6-145C-4151-4CB9-761F8D8DD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130" y="4222499"/>
            <a:ext cx="454036" cy="2381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EFA51D-6204-A3B0-4D97-C50F0316C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8272" y="2085563"/>
            <a:ext cx="509894" cy="2384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65D962-E192-601C-8B01-9F3A2E0976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0098" y="2068292"/>
            <a:ext cx="468012" cy="2378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8512D5-EE31-6691-C804-A955207D88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8657" y="2751289"/>
            <a:ext cx="1967912" cy="9937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5D11E0-0073-7603-5A05-9213243FA5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5734" y="4806866"/>
            <a:ext cx="750562" cy="2529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A62201-BE1B-FBC3-7485-EB23B8041C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7846" y="4798047"/>
            <a:ext cx="1278561" cy="2540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263E52-E2E5-BDA4-7A77-49D39571D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9321" y="4203122"/>
            <a:ext cx="454036" cy="2381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C3C1099-ACDF-4FA5-E95C-F1617D6EAA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9764" y="4798047"/>
            <a:ext cx="1278561" cy="25401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F747D32-BC55-BE52-293D-AE5235F9B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5145" y="4794296"/>
            <a:ext cx="508185" cy="2665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A2A082D-A373-FD93-DFE9-CFE88F5D58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0410" y="4794296"/>
            <a:ext cx="246081" cy="2540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6AD51AE-CCB6-C41B-7F6F-20B16558A4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5708" y="1764425"/>
            <a:ext cx="1278561" cy="26093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9546B39-E4B3-1E67-4235-9904917888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99516" y="1741876"/>
            <a:ext cx="1278561" cy="25916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3CB934C-B034-7E46-D341-4E6E4304ED2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95145" y="1726124"/>
            <a:ext cx="508185" cy="2749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86E4AE-053B-BA33-13F0-1AF35F427C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3852" y="1754963"/>
            <a:ext cx="246081" cy="24608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612E551-2F60-DD2F-EBAE-9ADF325C312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76403" y="1765841"/>
            <a:ext cx="809893" cy="258098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282C9A-CA59-B501-2F8F-5D0CB08890F7}"/>
              </a:ext>
            </a:extLst>
          </p:cNvPr>
          <p:cNvCxnSpPr>
            <a:cxnSpLocks/>
          </p:cNvCxnSpPr>
          <p:nvPr/>
        </p:nvCxnSpPr>
        <p:spPr>
          <a:xfrm flipH="1">
            <a:off x="906945" y="5654097"/>
            <a:ext cx="1053697" cy="2207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3DE7E9A-ADDE-FCB9-C4A2-D32697FE3CAE}"/>
              </a:ext>
            </a:extLst>
          </p:cNvPr>
          <p:cNvSpPr txBox="1"/>
          <p:nvPr/>
        </p:nvSpPr>
        <p:spPr>
          <a:xfrm>
            <a:off x="121261" y="5736375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44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542A26E-954B-F02C-0787-42EC8F00E3F6}"/>
              </a:ext>
            </a:extLst>
          </p:cNvPr>
          <p:cNvCxnSpPr>
            <a:cxnSpLocks/>
          </p:cNvCxnSpPr>
          <p:nvPr/>
        </p:nvCxnSpPr>
        <p:spPr>
          <a:xfrm>
            <a:off x="9821562" y="5874875"/>
            <a:ext cx="1575558" cy="2207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041814E-9E12-63FD-B96F-62ED505565CF}"/>
              </a:ext>
            </a:extLst>
          </p:cNvPr>
          <p:cNvSpPr txBox="1"/>
          <p:nvPr/>
        </p:nvSpPr>
        <p:spPr>
          <a:xfrm>
            <a:off x="11298619" y="5957154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54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9C8793-49E4-5D6E-8B62-41991A2A7C49}"/>
              </a:ext>
            </a:extLst>
          </p:cNvPr>
          <p:cNvSpPr txBox="1"/>
          <p:nvPr/>
        </p:nvSpPr>
        <p:spPr>
          <a:xfrm>
            <a:off x="3230140" y="5059773"/>
            <a:ext cx="1249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Position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655499-7871-F6B4-F285-0BB1ABD28B4C}"/>
              </a:ext>
            </a:extLst>
          </p:cNvPr>
          <p:cNvSpPr txBox="1"/>
          <p:nvPr/>
        </p:nvSpPr>
        <p:spPr>
          <a:xfrm>
            <a:off x="4488632" y="5059773"/>
            <a:ext cx="11645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F2ED4A-0CD1-39B3-6ED7-DD5FB0C90B50}"/>
              </a:ext>
            </a:extLst>
          </p:cNvPr>
          <p:cNvSpPr txBox="1"/>
          <p:nvPr/>
        </p:nvSpPr>
        <p:spPr>
          <a:xfrm>
            <a:off x="5757772" y="5065528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72A87B-BF24-0162-332D-71447CD3FAA1}"/>
              </a:ext>
            </a:extLst>
          </p:cNvPr>
          <p:cNvSpPr txBox="1"/>
          <p:nvPr/>
        </p:nvSpPr>
        <p:spPr>
          <a:xfrm>
            <a:off x="6916859" y="5059773"/>
            <a:ext cx="1043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268F17-B1F1-72BB-CB7E-314C1C514FCC}"/>
              </a:ext>
            </a:extLst>
          </p:cNvPr>
          <p:cNvSpPr txBox="1"/>
          <p:nvPr/>
        </p:nvSpPr>
        <p:spPr>
          <a:xfrm>
            <a:off x="8078339" y="5059772"/>
            <a:ext cx="1021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Type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40A5BE-EA55-75ED-448F-E5B2BEFFFE1A}"/>
              </a:ext>
            </a:extLst>
          </p:cNvPr>
          <p:cNvSpPr txBox="1"/>
          <p:nvPr/>
        </p:nvSpPr>
        <p:spPr>
          <a:xfrm>
            <a:off x="1308784" y="4452221"/>
            <a:ext cx="1603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Animate Feature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1C80A9-3D6C-28DE-7228-4DEFB69293CE}"/>
              </a:ext>
            </a:extLst>
          </p:cNvPr>
          <p:cNvSpPr txBox="1"/>
          <p:nvPr/>
        </p:nvSpPr>
        <p:spPr>
          <a:xfrm>
            <a:off x="9448081" y="4442693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Animate Feature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7B252C-332C-0333-E470-CEB0503DB4C0}"/>
              </a:ext>
            </a:extLst>
          </p:cNvPr>
          <p:cNvSpPr txBox="1"/>
          <p:nvPr/>
        </p:nvSpPr>
        <p:spPr>
          <a:xfrm>
            <a:off x="1722541" y="6496553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Object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38A526-639E-3901-3BBC-6C5634D6EF8E}"/>
              </a:ext>
            </a:extLst>
          </p:cNvPr>
          <p:cNvSpPr txBox="1"/>
          <p:nvPr/>
        </p:nvSpPr>
        <p:spPr>
          <a:xfrm>
            <a:off x="9710478" y="6482142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Object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5D9842D-BD52-077C-7236-A00E4D48651E}"/>
              </a:ext>
            </a:extLst>
          </p:cNvPr>
          <p:cNvCxnSpPr>
            <a:cxnSpLocks/>
          </p:cNvCxnSpPr>
          <p:nvPr/>
        </p:nvCxnSpPr>
        <p:spPr>
          <a:xfrm flipV="1">
            <a:off x="3769158" y="4617914"/>
            <a:ext cx="155660" cy="24563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1040DC8-B642-3F3E-FD88-B8C4B5579CFB}"/>
              </a:ext>
            </a:extLst>
          </p:cNvPr>
          <p:cNvSpPr txBox="1"/>
          <p:nvPr/>
        </p:nvSpPr>
        <p:spPr>
          <a:xfrm>
            <a:off x="2084393" y="4185730"/>
            <a:ext cx="1299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4DBB817-0F70-B2E2-99F6-C4F5E3B7625A}"/>
              </a:ext>
            </a:extLst>
          </p:cNvPr>
          <p:cNvCxnSpPr>
            <a:cxnSpLocks/>
          </p:cNvCxnSpPr>
          <p:nvPr/>
        </p:nvCxnSpPr>
        <p:spPr>
          <a:xfrm flipV="1">
            <a:off x="4768211" y="4633598"/>
            <a:ext cx="155660" cy="24563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0248422-9FBF-E7D9-2BCE-979B6316E781}"/>
              </a:ext>
            </a:extLst>
          </p:cNvPr>
          <p:cNvSpPr txBox="1"/>
          <p:nvPr/>
        </p:nvSpPr>
        <p:spPr>
          <a:xfrm>
            <a:off x="4373216" y="4372724"/>
            <a:ext cx="1279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 1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CC84766-F481-01AA-7568-D54CBAC929BB}"/>
              </a:ext>
            </a:extLst>
          </p:cNvPr>
          <p:cNvCxnSpPr>
            <a:cxnSpLocks/>
          </p:cNvCxnSpPr>
          <p:nvPr/>
        </p:nvCxnSpPr>
        <p:spPr>
          <a:xfrm flipV="1">
            <a:off x="7167056" y="4620787"/>
            <a:ext cx="155660" cy="24563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9F65722-994F-F2BC-908F-CD3B5DD5F015}"/>
              </a:ext>
            </a:extLst>
          </p:cNvPr>
          <p:cNvSpPr txBox="1"/>
          <p:nvPr/>
        </p:nvSpPr>
        <p:spPr>
          <a:xfrm>
            <a:off x="6772061" y="4359913"/>
            <a:ext cx="1159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 1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4414C9-E5BC-C1E3-1D88-27FF41065CA0}"/>
              </a:ext>
            </a:extLst>
          </p:cNvPr>
          <p:cNvCxnSpPr>
            <a:cxnSpLocks/>
          </p:cNvCxnSpPr>
          <p:nvPr/>
        </p:nvCxnSpPr>
        <p:spPr>
          <a:xfrm flipV="1">
            <a:off x="8665335" y="4617473"/>
            <a:ext cx="155660" cy="24563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24EFD4B-3185-DE2F-F1A0-AB647DF0E631}"/>
              </a:ext>
            </a:extLst>
          </p:cNvPr>
          <p:cNvSpPr txBox="1"/>
          <p:nvPr/>
        </p:nvSpPr>
        <p:spPr>
          <a:xfrm>
            <a:off x="8174238" y="4368089"/>
            <a:ext cx="1197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Curved Motion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E4E322B-231D-14C9-154C-40598C4BFE32}"/>
              </a:ext>
            </a:extLst>
          </p:cNvPr>
          <p:cNvCxnSpPr>
            <a:cxnSpLocks/>
          </p:cNvCxnSpPr>
          <p:nvPr/>
        </p:nvCxnSpPr>
        <p:spPr>
          <a:xfrm flipV="1">
            <a:off x="1811611" y="4339974"/>
            <a:ext cx="346547" cy="1047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58FF273-38C6-5619-1FBD-9B9DD40C4F32}"/>
              </a:ext>
            </a:extLst>
          </p:cNvPr>
          <p:cNvSpPr txBox="1"/>
          <p:nvPr/>
        </p:nvSpPr>
        <p:spPr>
          <a:xfrm>
            <a:off x="3587691" y="4375356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3F8C9ED-83DB-1080-9C23-5DBB225D3478}"/>
              </a:ext>
            </a:extLst>
          </p:cNvPr>
          <p:cNvSpPr txBox="1"/>
          <p:nvPr/>
        </p:nvSpPr>
        <p:spPr>
          <a:xfrm>
            <a:off x="9102000" y="4179952"/>
            <a:ext cx="1299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2750E97-7BB1-94AD-62C3-459E1326156E}"/>
              </a:ext>
            </a:extLst>
          </p:cNvPr>
          <p:cNvCxnSpPr>
            <a:cxnSpLocks/>
          </p:cNvCxnSpPr>
          <p:nvPr/>
        </p:nvCxnSpPr>
        <p:spPr>
          <a:xfrm flipH="1">
            <a:off x="10296230" y="4327547"/>
            <a:ext cx="483850" cy="29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131318D2-D104-C408-6350-BA9F06655E44}"/>
              </a:ext>
            </a:extLst>
          </p:cNvPr>
          <p:cNvSpPr/>
          <p:nvPr/>
        </p:nvSpPr>
        <p:spPr>
          <a:xfrm>
            <a:off x="47812" y="4123764"/>
            <a:ext cx="12073468" cy="26497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45938AE-1EF5-DA82-A277-4E48C4B15290}"/>
              </a:ext>
            </a:extLst>
          </p:cNvPr>
          <p:cNvSpPr/>
          <p:nvPr/>
        </p:nvSpPr>
        <p:spPr>
          <a:xfrm>
            <a:off x="59266" y="227106"/>
            <a:ext cx="12073468" cy="217517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19801EC-9A34-180F-79FA-8BEA3959E591}"/>
              </a:ext>
            </a:extLst>
          </p:cNvPr>
          <p:cNvSpPr txBox="1"/>
          <p:nvPr/>
        </p:nvSpPr>
        <p:spPr>
          <a:xfrm>
            <a:off x="5118657" y="327646"/>
            <a:ext cx="170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C0AF2E-0FB9-A6F5-79F1-B3845F283A9A}"/>
              </a:ext>
            </a:extLst>
          </p:cNvPr>
          <p:cNvSpPr txBox="1"/>
          <p:nvPr/>
        </p:nvSpPr>
        <p:spPr>
          <a:xfrm>
            <a:off x="5297191" y="6230784"/>
            <a:ext cx="151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27B0B2-9844-D4AC-EB1D-6E56ACFE43F5}"/>
              </a:ext>
            </a:extLst>
          </p:cNvPr>
          <p:cNvSpPr txBox="1"/>
          <p:nvPr/>
        </p:nvSpPr>
        <p:spPr>
          <a:xfrm>
            <a:off x="7119888" y="3138233"/>
            <a:ext cx="1715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5BEF290-AB58-0A78-A468-2DD45DC0A56A}"/>
              </a:ext>
            </a:extLst>
          </p:cNvPr>
          <p:cNvCxnSpPr>
            <a:cxnSpLocks/>
          </p:cNvCxnSpPr>
          <p:nvPr/>
        </p:nvCxnSpPr>
        <p:spPr>
          <a:xfrm flipV="1">
            <a:off x="6115858" y="3781681"/>
            <a:ext cx="0" cy="31220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9C70A76-682D-19B3-9444-C4264E2FECFA}"/>
              </a:ext>
            </a:extLst>
          </p:cNvPr>
          <p:cNvCxnSpPr>
            <a:cxnSpLocks/>
          </p:cNvCxnSpPr>
          <p:nvPr/>
        </p:nvCxnSpPr>
        <p:spPr>
          <a:xfrm flipV="1">
            <a:off x="6101575" y="2450354"/>
            <a:ext cx="0" cy="28300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0021D91-2240-28C3-8B1B-916DF652079C}"/>
              </a:ext>
            </a:extLst>
          </p:cNvPr>
          <p:cNvSpPr/>
          <p:nvPr/>
        </p:nvSpPr>
        <p:spPr>
          <a:xfrm>
            <a:off x="1722541" y="1819749"/>
            <a:ext cx="1498779" cy="197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08EF54-777E-1F84-82E2-4E6381A8FE2D}"/>
              </a:ext>
            </a:extLst>
          </p:cNvPr>
          <p:cNvSpPr/>
          <p:nvPr/>
        </p:nvSpPr>
        <p:spPr>
          <a:xfrm>
            <a:off x="1715075" y="6330930"/>
            <a:ext cx="1498779" cy="197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A1CE72-9544-8CB4-F2F9-3E14BD461158}"/>
              </a:ext>
            </a:extLst>
          </p:cNvPr>
          <p:cNvSpPr/>
          <p:nvPr/>
        </p:nvSpPr>
        <p:spPr>
          <a:xfrm>
            <a:off x="9500278" y="1836672"/>
            <a:ext cx="1498779" cy="197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9251E-86D4-22FE-FB08-6256E6303FA7}"/>
              </a:ext>
            </a:extLst>
          </p:cNvPr>
          <p:cNvSpPr/>
          <p:nvPr/>
        </p:nvSpPr>
        <p:spPr>
          <a:xfrm>
            <a:off x="9509331" y="6332096"/>
            <a:ext cx="1498779" cy="197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22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FEA8F4-9559-0B95-A609-F690A2C30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27" y="5027337"/>
            <a:ext cx="1323975" cy="1209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5ED7EC-4143-923C-3551-485832C7C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767" y="5031982"/>
            <a:ext cx="1362075" cy="121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CE6BF-593D-E496-2938-DDF0D764E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070" y="5036745"/>
            <a:ext cx="400050" cy="15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7D45A7-8591-1E64-12BF-D23A6DBD9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8891" y="5031982"/>
            <a:ext cx="666750" cy="161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FA2635-9081-E6D5-7DA3-4F5836CDA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324" y="5031982"/>
            <a:ext cx="152252" cy="157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E77636-4F66-E104-D468-0707349F5F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1897" y="5031982"/>
            <a:ext cx="695325" cy="1428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9B8D5A-905E-0C64-9BB4-B7387C1416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862" y="5036745"/>
            <a:ext cx="276225" cy="152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91FE81-D91F-584E-28CA-11398F071F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0486" y="3473477"/>
            <a:ext cx="1362075" cy="6762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B26ADD-6079-150A-0FEA-4C2E9B070C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227" y="1850550"/>
            <a:ext cx="1352550" cy="12287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149CE5E-6B54-C808-BD18-B926D7C5E0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46545" y="2936400"/>
            <a:ext cx="409575" cy="1428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28CDEA-1009-7270-2FB6-4B943764E9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33653" y="2941016"/>
            <a:ext cx="657225" cy="1428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3CFC2F-4C6F-541B-A11D-D67330038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324" y="2935782"/>
            <a:ext cx="152252" cy="1571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D1DE838-D1C8-2F76-49BD-4A4C919D72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61897" y="2950069"/>
            <a:ext cx="676275" cy="1428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3F05394-C8D1-D47E-4A2B-62C4EDDAF3F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82968" y="2945306"/>
            <a:ext cx="276225" cy="152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483CAE3-A218-E91F-4598-94B471311E2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9727" y="1873744"/>
            <a:ext cx="1362075" cy="12192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660FA3E-AC33-02EC-2DC7-4A57C5FF4CA3}"/>
              </a:ext>
            </a:extLst>
          </p:cNvPr>
          <p:cNvSpPr/>
          <p:nvPr/>
        </p:nvSpPr>
        <p:spPr>
          <a:xfrm>
            <a:off x="1151124" y="2926729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9A2A8E-EEE9-950B-976A-6C76B869921E}"/>
              </a:ext>
            </a:extLst>
          </p:cNvPr>
          <p:cNvSpPr/>
          <p:nvPr/>
        </p:nvSpPr>
        <p:spPr>
          <a:xfrm>
            <a:off x="5675630" y="2971185"/>
            <a:ext cx="1172713" cy="1364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E20F55-8A27-82CF-49AC-E94B8AB008D3}"/>
              </a:ext>
            </a:extLst>
          </p:cNvPr>
          <p:cNvSpPr/>
          <p:nvPr/>
        </p:nvSpPr>
        <p:spPr>
          <a:xfrm>
            <a:off x="5684604" y="6113166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CE903E-0430-A765-A309-9DA4D21586D3}"/>
              </a:ext>
            </a:extLst>
          </p:cNvPr>
          <p:cNvSpPr/>
          <p:nvPr/>
        </p:nvSpPr>
        <p:spPr>
          <a:xfrm>
            <a:off x="1123965" y="6091124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E14D2B8-D38B-A03F-C2B6-3E2827055F1D}"/>
              </a:ext>
            </a:extLst>
          </p:cNvPr>
          <p:cNvCxnSpPr>
            <a:cxnSpLocks/>
          </p:cNvCxnSpPr>
          <p:nvPr/>
        </p:nvCxnSpPr>
        <p:spPr>
          <a:xfrm flipH="1" flipV="1">
            <a:off x="2345550" y="4869585"/>
            <a:ext cx="81127" cy="1885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FC26703-2C28-A9B6-ACCF-895A5FB9C119}"/>
              </a:ext>
            </a:extLst>
          </p:cNvPr>
          <p:cNvSpPr txBox="1"/>
          <p:nvPr/>
        </p:nvSpPr>
        <p:spPr>
          <a:xfrm>
            <a:off x="1773236" y="4705581"/>
            <a:ext cx="9701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Missing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8ABD3B8-668D-3460-E738-30B282AC436F}"/>
              </a:ext>
            </a:extLst>
          </p:cNvPr>
          <p:cNvCxnSpPr>
            <a:cxnSpLocks/>
          </p:cNvCxnSpPr>
          <p:nvPr/>
        </p:nvCxnSpPr>
        <p:spPr>
          <a:xfrm flipV="1">
            <a:off x="2995582" y="4896744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8B193C1-1177-2ECC-C877-9DFDB8D551D2}"/>
              </a:ext>
            </a:extLst>
          </p:cNvPr>
          <p:cNvSpPr txBox="1"/>
          <p:nvPr/>
        </p:nvSpPr>
        <p:spPr>
          <a:xfrm>
            <a:off x="2644295" y="4703656"/>
            <a:ext cx="10054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 0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21E061C-2DE6-135F-7895-02EA4CEC9709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3719884" y="4923903"/>
            <a:ext cx="169019" cy="1433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712973-7F98-6206-778F-90E9AE87B344}"/>
              </a:ext>
            </a:extLst>
          </p:cNvPr>
          <p:cNvSpPr txBox="1"/>
          <p:nvPr/>
        </p:nvSpPr>
        <p:spPr>
          <a:xfrm>
            <a:off x="3514441" y="4693071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645BEFB-AD78-9A64-C976-20A86E1C7049}"/>
              </a:ext>
            </a:extLst>
          </p:cNvPr>
          <p:cNvCxnSpPr>
            <a:cxnSpLocks/>
          </p:cNvCxnSpPr>
          <p:nvPr/>
        </p:nvCxnSpPr>
        <p:spPr>
          <a:xfrm flipV="1">
            <a:off x="4431687" y="4896744"/>
            <a:ext cx="0" cy="1678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1A2BEB1-3B19-6AE2-7BE9-B83F7FC8FC18}"/>
              </a:ext>
            </a:extLst>
          </p:cNvPr>
          <p:cNvSpPr txBox="1"/>
          <p:nvPr/>
        </p:nvSpPr>
        <p:spPr>
          <a:xfrm>
            <a:off x="4093903" y="4703656"/>
            <a:ext cx="9156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 4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0CEBB3-2E2B-CE04-D38F-974519183639}"/>
              </a:ext>
            </a:extLst>
          </p:cNvPr>
          <p:cNvCxnSpPr>
            <a:cxnSpLocks/>
          </p:cNvCxnSpPr>
          <p:nvPr/>
        </p:nvCxnSpPr>
        <p:spPr>
          <a:xfrm flipV="1">
            <a:off x="5154218" y="4889093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1DE98C3-A2A8-0FB8-E3EC-5CFA041699B0}"/>
              </a:ext>
            </a:extLst>
          </p:cNvPr>
          <p:cNvSpPr txBox="1"/>
          <p:nvPr/>
        </p:nvSpPr>
        <p:spPr>
          <a:xfrm>
            <a:off x="4911311" y="4703656"/>
            <a:ext cx="944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Curved Motion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AE065C-E062-BFBF-D7EB-28815048651D}"/>
              </a:ext>
            </a:extLst>
          </p:cNvPr>
          <p:cNvCxnSpPr>
            <a:cxnSpLocks/>
          </p:cNvCxnSpPr>
          <p:nvPr/>
        </p:nvCxnSpPr>
        <p:spPr>
          <a:xfrm>
            <a:off x="905148" y="6200362"/>
            <a:ext cx="176896" cy="186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30B0662-ABEC-907E-97E3-D7F572C1E259}"/>
              </a:ext>
            </a:extLst>
          </p:cNvPr>
          <p:cNvSpPr txBox="1"/>
          <p:nvPr/>
        </p:nvSpPr>
        <p:spPr>
          <a:xfrm>
            <a:off x="993634" y="6327936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81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B3DE3C8-60CD-D0D7-8E04-528A2C91609A}"/>
              </a:ext>
            </a:extLst>
          </p:cNvPr>
          <p:cNvCxnSpPr>
            <a:cxnSpLocks/>
          </p:cNvCxnSpPr>
          <p:nvPr/>
        </p:nvCxnSpPr>
        <p:spPr>
          <a:xfrm flipH="1">
            <a:off x="5422616" y="6204959"/>
            <a:ext cx="155395" cy="2000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5D71C18-6D14-D9A2-AC9F-6BBB03BF2A3C}"/>
              </a:ext>
            </a:extLst>
          </p:cNvPr>
          <p:cNvSpPr txBox="1"/>
          <p:nvPr/>
        </p:nvSpPr>
        <p:spPr>
          <a:xfrm>
            <a:off x="4771793" y="6318096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82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2E3954FA-59E2-3BF3-3C00-34BBB92F266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7790" y="4784103"/>
            <a:ext cx="321079" cy="1684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CBF2F0-8E38-8424-0D6A-D1DF8C8031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7849" y="4793229"/>
            <a:ext cx="321079" cy="168435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7627141-AC5F-BA89-E9C9-3D8C92BEB491}"/>
              </a:ext>
            </a:extLst>
          </p:cNvPr>
          <p:cNvCxnSpPr>
            <a:cxnSpLocks/>
          </p:cNvCxnSpPr>
          <p:nvPr/>
        </p:nvCxnSpPr>
        <p:spPr>
          <a:xfrm flipV="1">
            <a:off x="1121445" y="4656991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6E3EFB8-2FD9-3F99-7C21-E4707CFA3801}"/>
              </a:ext>
            </a:extLst>
          </p:cNvPr>
          <p:cNvSpPr txBox="1"/>
          <p:nvPr/>
        </p:nvSpPr>
        <p:spPr>
          <a:xfrm>
            <a:off x="637887" y="4444158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AA0984-15C7-179D-937B-58AF690A1455}"/>
              </a:ext>
            </a:extLst>
          </p:cNvPr>
          <p:cNvCxnSpPr>
            <a:cxnSpLocks/>
          </p:cNvCxnSpPr>
          <p:nvPr/>
        </p:nvCxnSpPr>
        <p:spPr>
          <a:xfrm flipH="1" flipV="1">
            <a:off x="6605159" y="4614059"/>
            <a:ext cx="81127" cy="1885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BBEDF5A-02CB-9406-48CF-B34610C6D076}"/>
              </a:ext>
            </a:extLst>
          </p:cNvPr>
          <p:cNvSpPr txBox="1"/>
          <p:nvPr/>
        </p:nvSpPr>
        <p:spPr>
          <a:xfrm>
            <a:off x="6103012" y="4422676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0A2FF43-AD3C-3540-0636-60C241F4C68E}"/>
              </a:ext>
            </a:extLst>
          </p:cNvPr>
          <p:cNvSpPr/>
          <p:nvPr/>
        </p:nvSpPr>
        <p:spPr>
          <a:xfrm>
            <a:off x="47812" y="4422677"/>
            <a:ext cx="7231174" cy="21360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5ECE94E-328B-B7A1-9F78-23462A7F3C39}"/>
              </a:ext>
            </a:extLst>
          </p:cNvPr>
          <p:cNvSpPr/>
          <p:nvPr/>
        </p:nvSpPr>
        <p:spPr>
          <a:xfrm>
            <a:off x="249389" y="1720162"/>
            <a:ext cx="7029597" cy="147875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6456B59-50B8-D479-59CF-69DC4BDECB73}"/>
              </a:ext>
            </a:extLst>
          </p:cNvPr>
          <p:cNvCxnSpPr>
            <a:cxnSpLocks/>
          </p:cNvCxnSpPr>
          <p:nvPr/>
        </p:nvCxnSpPr>
        <p:spPr>
          <a:xfrm flipV="1">
            <a:off x="3800576" y="4158805"/>
            <a:ext cx="0" cy="2491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2513C8E-2AB7-9278-C084-17BFD0E8EE81}"/>
              </a:ext>
            </a:extLst>
          </p:cNvPr>
          <p:cNvCxnSpPr>
            <a:cxnSpLocks/>
          </p:cNvCxnSpPr>
          <p:nvPr/>
        </p:nvCxnSpPr>
        <p:spPr>
          <a:xfrm flipV="1">
            <a:off x="3806241" y="3217249"/>
            <a:ext cx="0" cy="2491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ED3AA81-7345-F55E-5AA4-B33447D03143}"/>
              </a:ext>
            </a:extLst>
          </p:cNvPr>
          <p:cNvSpPr txBox="1"/>
          <p:nvPr/>
        </p:nvSpPr>
        <p:spPr>
          <a:xfrm>
            <a:off x="3262265" y="1833337"/>
            <a:ext cx="13227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3784F9-B163-6EFE-9995-479DAF18E691}"/>
              </a:ext>
            </a:extLst>
          </p:cNvPr>
          <p:cNvSpPr txBox="1"/>
          <p:nvPr/>
        </p:nvSpPr>
        <p:spPr>
          <a:xfrm>
            <a:off x="3152631" y="6129385"/>
            <a:ext cx="11849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1F26E57-F8BD-BD8E-7EED-A51C42169442}"/>
              </a:ext>
            </a:extLst>
          </p:cNvPr>
          <p:cNvSpPr txBox="1"/>
          <p:nvPr/>
        </p:nvSpPr>
        <p:spPr>
          <a:xfrm>
            <a:off x="2650339" y="1306073"/>
            <a:ext cx="23182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Inconsistent test event</a:t>
            </a:r>
          </a:p>
        </p:txBody>
      </p:sp>
    </p:spTree>
    <p:extLst>
      <p:ext uri="{BB962C8B-B14F-4D97-AF65-F5344CB8AC3E}">
        <p14:creationId xmlns:p14="http://schemas.microsoft.com/office/powerpoint/2010/main" val="4176660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7968-5056-8AA8-C420-1178C0E3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F5DEB7-9ADE-86C3-B8AD-D3F7DC11C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659" y="5048812"/>
            <a:ext cx="666750" cy="161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A8B93D-EB39-F19E-A474-5CC19C30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255" y="5012270"/>
            <a:ext cx="303649" cy="1720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B7D435-3602-20E6-532D-31522BC65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27" y="5027337"/>
            <a:ext cx="1323975" cy="1209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3F7E20-77C9-9ACE-B207-64F0DDC1C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767" y="5031982"/>
            <a:ext cx="1362075" cy="121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91FC2-185E-6DF8-A22D-EFAAEA90A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6070" y="5036745"/>
            <a:ext cx="400050" cy="15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A1CD54-5CF9-861E-4955-669718DA4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891" y="5031982"/>
            <a:ext cx="666750" cy="161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3010EA-B877-AC72-F6B5-FE1E1A437E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2643" y="5031982"/>
            <a:ext cx="152252" cy="1571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1D1945-40C8-6E01-C9FC-555B7BBF51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0486" y="3473477"/>
            <a:ext cx="1362075" cy="6762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763A0C-356E-3BD9-6663-0CB2F6C55F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227" y="1850550"/>
            <a:ext cx="1352550" cy="12287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643D00-EB93-7329-14BA-32387F2CA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0749" y="2935782"/>
            <a:ext cx="152252" cy="15716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876960C-4A2D-678A-1DCA-FF07C4B060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9727" y="1873744"/>
            <a:ext cx="1362075" cy="12192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E8F5808-3114-A741-7D81-04911AEE84EC}"/>
              </a:ext>
            </a:extLst>
          </p:cNvPr>
          <p:cNvSpPr/>
          <p:nvPr/>
        </p:nvSpPr>
        <p:spPr>
          <a:xfrm>
            <a:off x="1151124" y="2926729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5CB5A3-7D06-87AC-126A-934F89339B87}"/>
              </a:ext>
            </a:extLst>
          </p:cNvPr>
          <p:cNvSpPr/>
          <p:nvPr/>
        </p:nvSpPr>
        <p:spPr>
          <a:xfrm>
            <a:off x="5684602" y="2973535"/>
            <a:ext cx="1206289" cy="123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5F3D93-9DED-37A8-46F7-E990E38CA2B2}"/>
              </a:ext>
            </a:extLst>
          </p:cNvPr>
          <p:cNvSpPr/>
          <p:nvPr/>
        </p:nvSpPr>
        <p:spPr>
          <a:xfrm>
            <a:off x="5684604" y="6113166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362C13-2047-DC6F-3F89-69DA40EF46D0}"/>
              </a:ext>
            </a:extLst>
          </p:cNvPr>
          <p:cNvSpPr/>
          <p:nvPr/>
        </p:nvSpPr>
        <p:spPr>
          <a:xfrm>
            <a:off x="1123965" y="6091124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93B46D-74B9-A371-761B-9BDA42CA467E}"/>
              </a:ext>
            </a:extLst>
          </p:cNvPr>
          <p:cNvCxnSpPr>
            <a:cxnSpLocks/>
          </p:cNvCxnSpPr>
          <p:nvPr/>
        </p:nvCxnSpPr>
        <p:spPr>
          <a:xfrm flipH="1" flipV="1">
            <a:off x="2345550" y="4869585"/>
            <a:ext cx="81127" cy="1885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321C703-0093-9023-4BF9-FB481B90850C}"/>
              </a:ext>
            </a:extLst>
          </p:cNvPr>
          <p:cNvSpPr txBox="1"/>
          <p:nvPr/>
        </p:nvSpPr>
        <p:spPr>
          <a:xfrm>
            <a:off x="1773236" y="4705581"/>
            <a:ext cx="9701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Missing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934FE7F-0988-EA45-B8C4-17B359A2CA33}"/>
              </a:ext>
            </a:extLst>
          </p:cNvPr>
          <p:cNvCxnSpPr>
            <a:cxnSpLocks/>
          </p:cNvCxnSpPr>
          <p:nvPr/>
        </p:nvCxnSpPr>
        <p:spPr>
          <a:xfrm flipV="1">
            <a:off x="4053180" y="4934488"/>
            <a:ext cx="284391" cy="1448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021FC8A-801D-252E-792D-4A3A86595E1D}"/>
              </a:ext>
            </a:extLst>
          </p:cNvPr>
          <p:cNvSpPr txBox="1"/>
          <p:nvPr/>
        </p:nvSpPr>
        <p:spPr>
          <a:xfrm>
            <a:off x="4099881" y="4703656"/>
            <a:ext cx="9829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 0 -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D8CB173-86B0-D34F-7E72-39A7C45D15A5}"/>
              </a:ext>
            </a:extLst>
          </p:cNvPr>
          <p:cNvCxnSpPr>
            <a:cxnSpLocks/>
          </p:cNvCxnSpPr>
          <p:nvPr/>
        </p:nvCxnSpPr>
        <p:spPr>
          <a:xfrm flipV="1">
            <a:off x="5072741" y="4898146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0B7B08F-292A-91B0-8411-8AD2665E086A}"/>
              </a:ext>
            </a:extLst>
          </p:cNvPr>
          <p:cNvSpPr txBox="1"/>
          <p:nvPr/>
        </p:nvSpPr>
        <p:spPr>
          <a:xfrm>
            <a:off x="4889262" y="4703656"/>
            <a:ext cx="9765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Motion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71B6414-BEDB-0006-BC74-982EC3AB47AC}"/>
              </a:ext>
            </a:extLst>
          </p:cNvPr>
          <p:cNvCxnSpPr>
            <a:cxnSpLocks/>
          </p:cNvCxnSpPr>
          <p:nvPr/>
        </p:nvCxnSpPr>
        <p:spPr>
          <a:xfrm>
            <a:off x="905148" y="6200362"/>
            <a:ext cx="176896" cy="186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A5E2101-5B2C-4B45-4B0F-1E99B4B39268}"/>
              </a:ext>
            </a:extLst>
          </p:cNvPr>
          <p:cNvSpPr txBox="1"/>
          <p:nvPr/>
        </p:nvSpPr>
        <p:spPr>
          <a:xfrm>
            <a:off x="993634" y="6327936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81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7A45C7D-71DB-EB2C-DF87-2162BE224DE9}"/>
              </a:ext>
            </a:extLst>
          </p:cNvPr>
          <p:cNvCxnSpPr>
            <a:cxnSpLocks/>
          </p:cNvCxnSpPr>
          <p:nvPr/>
        </p:nvCxnSpPr>
        <p:spPr>
          <a:xfrm flipH="1">
            <a:off x="5422616" y="6204959"/>
            <a:ext cx="155395" cy="2000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F5B0BA7-14B5-B7DB-69EF-37AB0930C33F}"/>
              </a:ext>
            </a:extLst>
          </p:cNvPr>
          <p:cNvSpPr txBox="1"/>
          <p:nvPr/>
        </p:nvSpPr>
        <p:spPr>
          <a:xfrm>
            <a:off x="4771793" y="6318096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82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DD2C1C7B-D69F-BAC3-15D7-CE57964152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7790" y="4784103"/>
            <a:ext cx="321079" cy="1684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C23AB22-4AFD-2825-45CE-27EAF0F671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849" y="4793229"/>
            <a:ext cx="321079" cy="168435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F7ECF62-D2DD-FAFE-221E-7F071B01931F}"/>
              </a:ext>
            </a:extLst>
          </p:cNvPr>
          <p:cNvCxnSpPr>
            <a:cxnSpLocks/>
          </p:cNvCxnSpPr>
          <p:nvPr/>
        </p:nvCxnSpPr>
        <p:spPr>
          <a:xfrm flipV="1">
            <a:off x="1121445" y="4656991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D515650-03E0-A87D-8B81-9EDF208EBA8B}"/>
              </a:ext>
            </a:extLst>
          </p:cNvPr>
          <p:cNvSpPr txBox="1"/>
          <p:nvPr/>
        </p:nvSpPr>
        <p:spPr>
          <a:xfrm>
            <a:off x="637887" y="4444158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BC7BB48-7945-3BDD-A376-09E51F649C0D}"/>
              </a:ext>
            </a:extLst>
          </p:cNvPr>
          <p:cNvCxnSpPr>
            <a:cxnSpLocks/>
          </p:cNvCxnSpPr>
          <p:nvPr/>
        </p:nvCxnSpPr>
        <p:spPr>
          <a:xfrm flipH="1" flipV="1">
            <a:off x="6605159" y="4614059"/>
            <a:ext cx="81127" cy="1885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BA86774-6B8E-A57E-AB93-2B8CB994190F}"/>
              </a:ext>
            </a:extLst>
          </p:cNvPr>
          <p:cNvSpPr txBox="1"/>
          <p:nvPr/>
        </p:nvSpPr>
        <p:spPr>
          <a:xfrm>
            <a:off x="6103012" y="4422676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1AB06A6-55C7-1C53-36DE-4806135BEE25}"/>
              </a:ext>
            </a:extLst>
          </p:cNvPr>
          <p:cNvSpPr/>
          <p:nvPr/>
        </p:nvSpPr>
        <p:spPr>
          <a:xfrm>
            <a:off x="47812" y="4422677"/>
            <a:ext cx="7231174" cy="21360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3FD2B20-D69B-9317-6DA5-D4D8E944BF31}"/>
              </a:ext>
            </a:extLst>
          </p:cNvPr>
          <p:cNvSpPr/>
          <p:nvPr/>
        </p:nvSpPr>
        <p:spPr>
          <a:xfrm>
            <a:off x="249389" y="1720162"/>
            <a:ext cx="7029597" cy="147875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2A6D14B-A067-39F4-C0D9-529732E209C7}"/>
              </a:ext>
            </a:extLst>
          </p:cNvPr>
          <p:cNvCxnSpPr>
            <a:cxnSpLocks/>
          </p:cNvCxnSpPr>
          <p:nvPr/>
        </p:nvCxnSpPr>
        <p:spPr>
          <a:xfrm flipV="1">
            <a:off x="3800576" y="4158805"/>
            <a:ext cx="0" cy="2491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F6CC344-FC01-2F50-4C1A-E61F938A3F11}"/>
              </a:ext>
            </a:extLst>
          </p:cNvPr>
          <p:cNvCxnSpPr>
            <a:cxnSpLocks/>
          </p:cNvCxnSpPr>
          <p:nvPr/>
        </p:nvCxnSpPr>
        <p:spPr>
          <a:xfrm flipV="1">
            <a:off x="3806241" y="3217249"/>
            <a:ext cx="0" cy="2491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ACC90FB-D379-6BC7-4EE4-DDC545217F16}"/>
              </a:ext>
            </a:extLst>
          </p:cNvPr>
          <p:cNvSpPr txBox="1"/>
          <p:nvPr/>
        </p:nvSpPr>
        <p:spPr>
          <a:xfrm>
            <a:off x="3262265" y="1833337"/>
            <a:ext cx="13227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275DE65-F394-2F71-D63F-B1F955186D2D}"/>
              </a:ext>
            </a:extLst>
          </p:cNvPr>
          <p:cNvSpPr txBox="1"/>
          <p:nvPr/>
        </p:nvSpPr>
        <p:spPr>
          <a:xfrm>
            <a:off x="3152631" y="6129385"/>
            <a:ext cx="11849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60FC08-A93D-FC71-E340-0A67C4413BED}"/>
              </a:ext>
            </a:extLst>
          </p:cNvPr>
          <p:cNvSpPr txBox="1"/>
          <p:nvPr/>
        </p:nvSpPr>
        <p:spPr>
          <a:xfrm>
            <a:off x="2650339" y="1306073"/>
            <a:ext cx="21788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Consistent test event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5A1CF4-9FC1-F8E6-1FB7-39F723193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850" y="2935782"/>
            <a:ext cx="400050" cy="15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48659A-FCEF-8B22-F1C4-1E68E963B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254" y="2926971"/>
            <a:ext cx="303649" cy="1720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9C6D2B-C843-C381-3DD4-998D0A70D9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66160" y="2955585"/>
            <a:ext cx="695325" cy="152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9E8E68-F284-CB6C-E0FB-CD0C7937CC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9365" y="2949451"/>
            <a:ext cx="685800" cy="142875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A0A4E30-F4F6-4669-4AF8-ABE898F1AD77}"/>
              </a:ext>
            </a:extLst>
          </p:cNvPr>
          <p:cNvCxnSpPr>
            <a:cxnSpLocks/>
          </p:cNvCxnSpPr>
          <p:nvPr/>
        </p:nvCxnSpPr>
        <p:spPr>
          <a:xfrm flipV="1">
            <a:off x="2995582" y="4896744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A9E277-6BD1-2E63-D4E5-61DDDE96B950}"/>
              </a:ext>
            </a:extLst>
          </p:cNvPr>
          <p:cNvSpPr txBox="1"/>
          <p:nvPr/>
        </p:nvSpPr>
        <p:spPr>
          <a:xfrm>
            <a:off x="2644295" y="4703656"/>
            <a:ext cx="10054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 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0D1BA4-7D52-DFDD-A137-112759C9158D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3719884" y="4923903"/>
            <a:ext cx="169019" cy="1433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39A1C10-0EBC-9A5E-927E-A162BBDF8020}"/>
              </a:ext>
            </a:extLst>
          </p:cNvPr>
          <p:cNvSpPr txBox="1"/>
          <p:nvPr/>
        </p:nvSpPr>
        <p:spPr>
          <a:xfrm>
            <a:off x="3514441" y="4693071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</p:txBody>
      </p:sp>
    </p:spTree>
    <p:extLst>
      <p:ext uri="{BB962C8B-B14F-4D97-AF65-F5344CB8AC3E}">
        <p14:creationId xmlns:p14="http://schemas.microsoft.com/office/powerpoint/2010/main" val="166840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2AE5FB-B0E3-5683-7558-CD57F851FF08}"/>
              </a:ext>
            </a:extLst>
          </p:cNvPr>
          <p:cNvCxnSpPr>
            <a:cxnSpLocks/>
          </p:cNvCxnSpPr>
          <p:nvPr/>
        </p:nvCxnSpPr>
        <p:spPr>
          <a:xfrm>
            <a:off x="6055526" y="1407257"/>
            <a:ext cx="0" cy="40338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1EC547A-DE0D-95D6-7245-ACD6004B2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6" y="1094119"/>
            <a:ext cx="5791242" cy="4267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33012-75C2-3D58-9637-5D351A112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60" y="1079831"/>
            <a:ext cx="5829343" cy="429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02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51871E-5EA6-ADDD-4A88-FF70D089C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27" y="5027337"/>
            <a:ext cx="1323975" cy="1209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AB836C-1170-D963-0B61-E84EE89E7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767" y="5031982"/>
            <a:ext cx="1362075" cy="121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83B31B-F37B-FA87-6D04-60C50C91E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6070" y="5036745"/>
            <a:ext cx="400050" cy="152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8954BD-3B02-4B5F-96A7-4C85C1F8DE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891" y="5031982"/>
            <a:ext cx="666750" cy="161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36A888-E03A-0796-2A31-37F176CF28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8324" y="5031982"/>
            <a:ext cx="152252" cy="157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75D71A-CD01-2983-954A-E1A3CAC6C4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1897" y="5031982"/>
            <a:ext cx="695325" cy="142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ED018D-BE4F-69FE-810A-D75B8A7EF4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4862" y="5036745"/>
            <a:ext cx="276225" cy="15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18517A-113B-FE18-5168-793E07ED8A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0486" y="3473477"/>
            <a:ext cx="1362075" cy="676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95613C-DA41-A35E-4504-184F95887F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227" y="1850550"/>
            <a:ext cx="1352550" cy="12287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D18907-BE0C-94D4-EED0-89528138F5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3589" y="2935782"/>
            <a:ext cx="152252" cy="1571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081439-34A5-D8B1-60DA-3513B0FDC6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9727" y="1873744"/>
            <a:ext cx="1362075" cy="12192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A201B88-E742-A27B-7FDF-166ABAA1F611}"/>
              </a:ext>
            </a:extLst>
          </p:cNvPr>
          <p:cNvSpPr/>
          <p:nvPr/>
        </p:nvSpPr>
        <p:spPr>
          <a:xfrm>
            <a:off x="1151124" y="2926729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78EC48-7881-B102-F0EA-59352CFE8C30}"/>
              </a:ext>
            </a:extLst>
          </p:cNvPr>
          <p:cNvSpPr/>
          <p:nvPr/>
        </p:nvSpPr>
        <p:spPr>
          <a:xfrm>
            <a:off x="5675630" y="2971185"/>
            <a:ext cx="1172713" cy="1364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B20CF4-B2EA-755D-5508-1ABCB9C5D6C2}"/>
              </a:ext>
            </a:extLst>
          </p:cNvPr>
          <p:cNvSpPr/>
          <p:nvPr/>
        </p:nvSpPr>
        <p:spPr>
          <a:xfrm>
            <a:off x="5684604" y="6113166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1738D0-F155-8458-4D33-18E99F56EE83}"/>
              </a:ext>
            </a:extLst>
          </p:cNvPr>
          <p:cNvSpPr/>
          <p:nvPr/>
        </p:nvSpPr>
        <p:spPr>
          <a:xfrm>
            <a:off x="1123965" y="6091124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59FFAC0-CAB2-FC6E-447F-4CA1D3AE6E6D}"/>
              </a:ext>
            </a:extLst>
          </p:cNvPr>
          <p:cNvCxnSpPr>
            <a:cxnSpLocks/>
          </p:cNvCxnSpPr>
          <p:nvPr/>
        </p:nvCxnSpPr>
        <p:spPr>
          <a:xfrm flipH="1" flipV="1">
            <a:off x="2345550" y="4869585"/>
            <a:ext cx="81127" cy="1885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F0BBA99-766D-C003-3C3E-C49ABA1B353D}"/>
              </a:ext>
            </a:extLst>
          </p:cNvPr>
          <p:cNvSpPr txBox="1"/>
          <p:nvPr/>
        </p:nvSpPr>
        <p:spPr>
          <a:xfrm>
            <a:off x="1773236" y="4705581"/>
            <a:ext cx="9701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Missing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CF55DA-6B90-9666-ED8C-DD7B6785E29E}"/>
              </a:ext>
            </a:extLst>
          </p:cNvPr>
          <p:cNvCxnSpPr>
            <a:cxnSpLocks/>
          </p:cNvCxnSpPr>
          <p:nvPr/>
        </p:nvCxnSpPr>
        <p:spPr>
          <a:xfrm flipV="1">
            <a:off x="2995582" y="4896744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FC286DA-690D-4C29-C01A-3AC445E77EFA}"/>
              </a:ext>
            </a:extLst>
          </p:cNvPr>
          <p:cNvSpPr txBox="1"/>
          <p:nvPr/>
        </p:nvSpPr>
        <p:spPr>
          <a:xfrm>
            <a:off x="2597896" y="4690497"/>
            <a:ext cx="10054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 0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69A4B1-251E-6E91-DE3D-1DFF23D695E2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3719884" y="4923903"/>
            <a:ext cx="139140" cy="1433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61FA055-4723-B66A-93A6-96D01E94E49E}"/>
              </a:ext>
            </a:extLst>
          </p:cNvPr>
          <p:cNvSpPr txBox="1"/>
          <p:nvPr/>
        </p:nvSpPr>
        <p:spPr>
          <a:xfrm>
            <a:off x="3484562" y="4693071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CF14100-A0EB-E73E-E0B2-13064555F84D}"/>
              </a:ext>
            </a:extLst>
          </p:cNvPr>
          <p:cNvCxnSpPr>
            <a:cxnSpLocks/>
          </p:cNvCxnSpPr>
          <p:nvPr/>
        </p:nvCxnSpPr>
        <p:spPr>
          <a:xfrm flipV="1">
            <a:off x="4431687" y="4896744"/>
            <a:ext cx="0" cy="1678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369F196-563F-0B9E-FCC6-275BA24A3843}"/>
              </a:ext>
            </a:extLst>
          </p:cNvPr>
          <p:cNvSpPr txBox="1"/>
          <p:nvPr/>
        </p:nvSpPr>
        <p:spPr>
          <a:xfrm>
            <a:off x="4093903" y="4703656"/>
            <a:ext cx="9156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 4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9C3CF9-3AC2-6570-FC4D-9FD28C403BFA}"/>
              </a:ext>
            </a:extLst>
          </p:cNvPr>
          <p:cNvCxnSpPr>
            <a:cxnSpLocks/>
          </p:cNvCxnSpPr>
          <p:nvPr/>
        </p:nvCxnSpPr>
        <p:spPr>
          <a:xfrm flipV="1">
            <a:off x="5154218" y="4889093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BD5D3B1-0D5D-096F-D002-ECFD24810613}"/>
              </a:ext>
            </a:extLst>
          </p:cNvPr>
          <p:cNvSpPr txBox="1"/>
          <p:nvPr/>
        </p:nvSpPr>
        <p:spPr>
          <a:xfrm>
            <a:off x="4911311" y="4703656"/>
            <a:ext cx="944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Curved Motion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D8CDF46-469E-CA55-DEF8-C80D35AD1BB3}"/>
              </a:ext>
            </a:extLst>
          </p:cNvPr>
          <p:cNvCxnSpPr>
            <a:cxnSpLocks/>
          </p:cNvCxnSpPr>
          <p:nvPr/>
        </p:nvCxnSpPr>
        <p:spPr>
          <a:xfrm>
            <a:off x="905148" y="6200362"/>
            <a:ext cx="176896" cy="186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94E010C-D4EF-F513-F46E-AF5F1FA4535C}"/>
              </a:ext>
            </a:extLst>
          </p:cNvPr>
          <p:cNvSpPr txBox="1"/>
          <p:nvPr/>
        </p:nvSpPr>
        <p:spPr>
          <a:xfrm>
            <a:off x="993634" y="6327936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81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872C572-0CB8-5764-3319-B9A7198DA3CA}"/>
              </a:ext>
            </a:extLst>
          </p:cNvPr>
          <p:cNvCxnSpPr>
            <a:cxnSpLocks/>
          </p:cNvCxnSpPr>
          <p:nvPr/>
        </p:nvCxnSpPr>
        <p:spPr>
          <a:xfrm flipH="1">
            <a:off x="5422616" y="6204959"/>
            <a:ext cx="155395" cy="2000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662011F-0E59-8D4C-C515-947AADBD6324}"/>
              </a:ext>
            </a:extLst>
          </p:cNvPr>
          <p:cNvSpPr txBox="1"/>
          <p:nvPr/>
        </p:nvSpPr>
        <p:spPr>
          <a:xfrm>
            <a:off x="4771793" y="6318096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82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49488D1-2DC4-E7ED-5976-2CDB32694D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7790" y="4784103"/>
            <a:ext cx="321079" cy="1684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DB864A4-D885-CDA6-AC17-54916D39D75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849" y="4793229"/>
            <a:ext cx="321079" cy="168435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9C6592-DC8F-4959-E217-2D1025D7D1A5}"/>
              </a:ext>
            </a:extLst>
          </p:cNvPr>
          <p:cNvCxnSpPr>
            <a:cxnSpLocks/>
          </p:cNvCxnSpPr>
          <p:nvPr/>
        </p:nvCxnSpPr>
        <p:spPr>
          <a:xfrm flipV="1">
            <a:off x="1121445" y="4656991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4D6FFB8-2446-250A-DDA1-FC50528ACB2C}"/>
              </a:ext>
            </a:extLst>
          </p:cNvPr>
          <p:cNvSpPr txBox="1"/>
          <p:nvPr/>
        </p:nvSpPr>
        <p:spPr>
          <a:xfrm>
            <a:off x="637887" y="4444158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2A5E8E9-63E2-82A3-810A-BDC9193B0B83}"/>
              </a:ext>
            </a:extLst>
          </p:cNvPr>
          <p:cNvCxnSpPr>
            <a:cxnSpLocks/>
          </p:cNvCxnSpPr>
          <p:nvPr/>
        </p:nvCxnSpPr>
        <p:spPr>
          <a:xfrm flipH="1" flipV="1">
            <a:off x="6605159" y="4614059"/>
            <a:ext cx="81127" cy="1885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610BC2B-FDA8-E971-99F3-A9E3978D9AC2}"/>
              </a:ext>
            </a:extLst>
          </p:cNvPr>
          <p:cNvSpPr txBox="1"/>
          <p:nvPr/>
        </p:nvSpPr>
        <p:spPr>
          <a:xfrm>
            <a:off x="6103012" y="4422676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253EFD-712A-CF0B-CC5B-774192C94E31}"/>
              </a:ext>
            </a:extLst>
          </p:cNvPr>
          <p:cNvSpPr/>
          <p:nvPr/>
        </p:nvSpPr>
        <p:spPr>
          <a:xfrm>
            <a:off x="47812" y="4422677"/>
            <a:ext cx="7231174" cy="21360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D2F391-E45F-6C3A-86A0-7BA70E50156D}"/>
              </a:ext>
            </a:extLst>
          </p:cNvPr>
          <p:cNvSpPr/>
          <p:nvPr/>
        </p:nvSpPr>
        <p:spPr>
          <a:xfrm>
            <a:off x="249389" y="1720162"/>
            <a:ext cx="7029597" cy="147875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866EF79-FAF8-3C2F-61C1-1EC60E01FA49}"/>
              </a:ext>
            </a:extLst>
          </p:cNvPr>
          <p:cNvCxnSpPr>
            <a:cxnSpLocks/>
          </p:cNvCxnSpPr>
          <p:nvPr/>
        </p:nvCxnSpPr>
        <p:spPr>
          <a:xfrm flipV="1">
            <a:off x="3800576" y="4158805"/>
            <a:ext cx="0" cy="2491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7C1A229-4B5E-0CDB-C64C-4E469D286A0C}"/>
              </a:ext>
            </a:extLst>
          </p:cNvPr>
          <p:cNvCxnSpPr>
            <a:cxnSpLocks/>
          </p:cNvCxnSpPr>
          <p:nvPr/>
        </p:nvCxnSpPr>
        <p:spPr>
          <a:xfrm flipV="1">
            <a:off x="3806241" y="3217249"/>
            <a:ext cx="0" cy="2491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E073512-6C70-4A7A-76B8-B2F1F43297A7}"/>
              </a:ext>
            </a:extLst>
          </p:cNvPr>
          <p:cNvSpPr txBox="1"/>
          <p:nvPr/>
        </p:nvSpPr>
        <p:spPr>
          <a:xfrm>
            <a:off x="3262265" y="1833337"/>
            <a:ext cx="13227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F8B952-E3F1-C20F-2EDA-DDB5D315147A}"/>
              </a:ext>
            </a:extLst>
          </p:cNvPr>
          <p:cNvSpPr txBox="1"/>
          <p:nvPr/>
        </p:nvSpPr>
        <p:spPr>
          <a:xfrm>
            <a:off x="3152631" y="6129385"/>
            <a:ext cx="11849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000829-A6F1-A908-E11B-2F52FA517202}"/>
              </a:ext>
            </a:extLst>
          </p:cNvPr>
          <p:cNvSpPr txBox="1"/>
          <p:nvPr/>
        </p:nvSpPr>
        <p:spPr>
          <a:xfrm>
            <a:off x="2650339" y="1306073"/>
            <a:ext cx="23182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Inconsistent test event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FF10970-13EE-29DD-6BC8-210708E4BCA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84427" y="2945306"/>
            <a:ext cx="419100" cy="14287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2BD89A0-7ADB-F072-5217-1C826651DD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19311" y="2953615"/>
            <a:ext cx="675512" cy="12955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B3ABC1F-04E9-F992-2E01-9BFD840A46B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60860" y="2964703"/>
            <a:ext cx="685800" cy="152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AA94028-6647-4EA9-6F60-17F7ED36B0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55337" y="2950439"/>
            <a:ext cx="285750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1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6C3F7-7D2F-20C4-F91F-A76B15B7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839527-B8A3-5E71-47A9-A4270A2CD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659" y="5048812"/>
            <a:ext cx="666750" cy="161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5521B9-2CD6-0FD6-3B10-DB5D04271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255" y="5012270"/>
            <a:ext cx="303649" cy="1720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D24660-72B5-9C4F-B75A-232ABEEFA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27" y="5027337"/>
            <a:ext cx="1323975" cy="1209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C364CB-9CFB-B0E0-8A48-EFA746A3C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767" y="5031982"/>
            <a:ext cx="1362075" cy="121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FA9441-8944-AE2B-86BC-7EF978CA7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6070" y="5036745"/>
            <a:ext cx="400050" cy="15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51C736-50BF-153C-A525-1FC469C18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891" y="5031982"/>
            <a:ext cx="666750" cy="161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651E9A-855C-626D-591D-0238034D66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2643" y="5031982"/>
            <a:ext cx="152252" cy="1571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4A11F1-07C4-E080-04C6-AC3A93AB37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0486" y="3473477"/>
            <a:ext cx="1362075" cy="6762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05FC4F-3AF5-010B-D4B1-F6776FB1F0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227" y="1850550"/>
            <a:ext cx="1352550" cy="12287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381461D-DD69-9AC6-F3AA-A866CC093E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9727" y="1873744"/>
            <a:ext cx="1362075" cy="12192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A4E707D-5AE3-6FCE-949C-1FDEA16D0281}"/>
              </a:ext>
            </a:extLst>
          </p:cNvPr>
          <p:cNvSpPr/>
          <p:nvPr/>
        </p:nvSpPr>
        <p:spPr>
          <a:xfrm>
            <a:off x="1151124" y="2926729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30554E-72C1-F1F8-8910-CA8990B97638}"/>
              </a:ext>
            </a:extLst>
          </p:cNvPr>
          <p:cNvSpPr/>
          <p:nvPr/>
        </p:nvSpPr>
        <p:spPr>
          <a:xfrm>
            <a:off x="5684602" y="2973535"/>
            <a:ext cx="1206289" cy="123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56BCC8-E829-66C9-C926-96DE8D6DC0B3}"/>
              </a:ext>
            </a:extLst>
          </p:cNvPr>
          <p:cNvSpPr/>
          <p:nvPr/>
        </p:nvSpPr>
        <p:spPr>
          <a:xfrm>
            <a:off x="5684604" y="6113166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33BF34-9855-61B4-3FD2-F5FACDA082A4}"/>
              </a:ext>
            </a:extLst>
          </p:cNvPr>
          <p:cNvSpPr/>
          <p:nvPr/>
        </p:nvSpPr>
        <p:spPr>
          <a:xfrm>
            <a:off x="1123965" y="6091124"/>
            <a:ext cx="1063238" cy="15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16D530E-97ED-4A65-1D0C-13501EA917DF}"/>
              </a:ext>
            </a:extLst>
          </p:cNvPr>
          <p:cNvCxnSpPr>
            <a:cxnSpLocks/>
          </p:cNvCxnSpPr>
          <p:nvPr/>
        </p:nvCxnSpPr>
        <p:spPr>
          <a:xfrm flipH="1" flipV="1">
            <a:off x="2345550" y="4869585"/>
            <a:ext cx="81127" cy="1885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06FC765-0C5A-32AC-94F2-565A557300AD}"/>
              </a:ext>
            </a:extLst>
          </p:cNvPr>
          <p:cNvSpPr txBox="1"/>
          <p:nvPr/>
        </p:nvSpPr>
        <p:spPr>
          <a:xfrm>
            <a:off x="1773236" y="4705581"/>
            <a:ext cx="9701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Missing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A89B130-D415-9A07-FCE9-10A306CFB835}"/>
              </a:ext>
            </a:extLst>
          </p:cNvPr>
          <p:cNvCxnSpPr>
            <a:cxnSpLocks/>
          </p:cNvCxnSpPr>
          <p:nvPr/>
        </p:nvCxnSpPr>
        <p:spPr>
          <a:xfrm flipV="1">
            <a:off x="4053180" y="4934488"/>
            <a:ext cx="147628" cy="1448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06ED9E0-5FA4-01FF-2AFE-ED5BD12396F0}"/>
              </a:ext>
            </a:extLst>
          </p:cNvPr>
          <p:cNvSpPr txBox="1"/>
          <p:nvPr/>
        </p:nvSpPr>
        <p:spPr>
          <a:xfrm>
            <a:off x="4093903" y="4703656"/>
            <a:ext cx="9156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Height 0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CE39F4A-C2A8-5555-B082-10475721398E}"/>
              </a:ext>
            </a:extLst>
          </p:cNvPr>
          <p:cNvCxnSpPr>
            <a:cxnSpLocks/>
          </p:cNvCxnSpPr>
          <p:nvPr/>
        </p:nvCxnSpPr>
        <p:spPr>
          <a:xfrm flipV="1">
            <a:off x="5072741" y="4898146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0B1FBBD-40A5-F895-B2D1-9D75EA2460BC}"/>
              </a:ext>
            </a:extLst>
          </p:cNvPr>
          <p:cNvSpPr txBox="1"/>
          <p:nvPr/>
        </p:nvSpPr>
        <p:spPr>
          <a:xfrm>
            <a:off x="4889262" y="4703656"/>
            <a:ext cx="9765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Motion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37378CC-A036-7EBB-C951-D94F96939AB0}"/>
              </a:ext>
            </a:extLst>
          </p:cNvPr>
          <p:cNvCxnSpPr>
            <a:cxnSpLocks/>
          </p:cNvCxnSpPr>
          <p:nvPr/>
        </p:nvCxnSpPr>
        <p:spPr>
          <a:xfrm>
            <a:off x="905148" y="6200362"/>
            <a:ext cx="176896" cy="186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DF1578D-8D76-93FA-6550-40475A2045C8}"/>
              </a:ext>
            </a:extLst>
          </p:cNvPr>
          <p:cNvSpPr txBox="1"/>
          <p:nvPr/>
        </p:nvSpPr>
        <p:spPr>
          <a:xfrm>
            <a:off x="993634" y="6327936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81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CA697B6-2C43-F65D-F828-31D84C997B7B}"/>
              </a:ext>
            </a:extLst>
          </p:cNvPr>
          <p:cNvCxnSpPr>
            <a:cxnSpLocks/>
          </p:cNvCxnSpPr>
          <p:nvPr/>
        </p:nvCxnSpPr>
        <p:spPr>
          <a:xfrm flipH="1">
            <a:off x="5422616" y="6204959"/>
            <a:ext cx="155395" cy="2000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9DAEA89-0B68-11B9-4ED2-5034EB50042A}"/>
              </a:ext>
            </a:extLst>
          </p:cNvPr>
          <p:cNvSpPr txBox="1"/>
          <p:nvPr/>
        </p:nvSpPr>
        <p:spPr>
          <a:xfrm>
            <a:off x="4771793" y="6318096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82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991BB6D8-748D-0C36-6DE8-15EE27D9DB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7790" y="4784103"/>
            <a:ext cx="321079" cy="1684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1F93257B-13F7-2BCE-1740-699FC13B3E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849" y="4793229"/>
            <a:ext cx="321079" cy="168435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081B5FC-5D9A-43CD-0FEA-57ED1182DF4E}"/>
              </a:ext>
            </a:extLst>
          </p:cNvPr>
          <p:cNvCxnSpPr>
            <a:cxnSpLocks/>
          </p:cNvCxnSpPr>
          <p:nvPr/>
        </p:nvCxnSpPr>
        <p:spPr>
          <a:xfrm flipV="1">
            <a:off x="1121445" y="4656991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71E0836-0298-5D6F-D181-E688FA745D79}"/>
              </a:ext>
            </a:extLst>
          </p:cNvPr>
          <p:cNvSpPr txBox="1"/>
          <p:nvPr/>
        </p:nvSpPr>
        <p:spPr>
          <a:xfrm>
            <a:off x="637887" y="4444158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DB160B3-1109-7F58-2B11-2B28872D2056}"/>
              </a:ext>
            </a:extLst>
          </p:cNvPr>
          <p:cNvCxnSpPr>
            <a:cxnSpLocks/>
          </p:cNvCxnSpPr>
          <p:nvPr/>
        </p:nvCxnSpPr>
        <p:spPr>
          <a:xfrm flipH="1" flipV="1">
            <a:off x="6605159" y="4614059"/>
            <a:ext cx="81127" cy="1885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05AAE83-AFAD-219E-1100-2CDDCD5E8EDD}"/>
              </a:ext>
            </a:extLst>
          </p:cNvPr>
          <p:cNvSpPr txBox="1"/>
          <p:nvPr/>
        </p:nvSpPr>
        <p:spPr>
          <a:xfrm>
            <a:off x="6103012" y="4422676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 Feature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ABA0A70-68E7-992C-3852-BE9348AE2591}"/>
              </a:ext>
            </a:extLst>
          </p:cNvPr>
          <p:cNvSpPr/>
          <p:nvPr/>
        </p:nvSpPr>
        <p:spPr>
          <a:xfrm>
            <a:off x="47812" y="4422677"/>
            <a:ext cx="7231174" cy="21360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4AAE875-8F46-A842-5E38-0227FBB98916}"/>
              </a:ext>
            </a:extLst>
          </p:cNvPr>
          <p:cNvSpPr/>
          <p:nvPr/>
        </p:nvSpPr>
        <p:spPr>
          <a:xfrm>
            <a:off x="249389" y="1720162"/>
            <a:ext cx="7029597" cy="147875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857A3B9-68DE-7430-2E9E-7F3521E9106A}"/>
              </a:ext>
            </a:extLst>
          </p:cNvPr>
          <p:cNvCxnSpPr>
            <a:cxnSpLocks/>
          </p:cNvCxnSpPr>
          <p:nvPr/>
        </p:nvCxnSpPr>
        <p:spPr>
          <a:xfrm flipV="1">
            <a:off x="3800576" y="4158805"/>
            <a:ext cx="0" cy="2491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83FA07F-0D93-63FC-F093-4B9582C6F21E}"/>
              </a:ext>
            </a:extLst>
          </p:cNvPr>
          <p:cNvCxnSpPr>
            <a:cxnSpLocks/>
          </p:cNvCxnSpPr>
          <p:nvPr/>
        </p:nvCxnSpPr>
        <p:spPr>
          <a:xfrm flipV="1">
            <a:off x="3806241" y="3217249"/>
            <a:ext cx="0" cy="2491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2037B53-D5C9-8DFD-84F5-9386964223D5}"/>
              </a:ext>
            </a:extLst>
          </p:cNvPr>
          <p:cNvSpPr txBox="1"/>
          <p:nvPr/>
        </p:nvSpPr>
        <p:spPr>
          <a:xfrm>
            <a:off x="3262265" y="1833337"/>
            <a:ext cx="13227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408FF2-2B11-5A69-BFC5-CA89FE771878}"/>
              </a:ext>
            </a:extLst>
          </p:cNvPr>
          <p:cNvSpPr txBox="1"/>
          <p:nvPr/>
        </p:nvSpPr>
        <p:spPr>
          <a:xfrm>
            <a:off x="3152631" y="6129385"/>
            <a:ext cx="11849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3EEED4-8543-2FAA-2422-EBF149F7499D}"/>
              </a:ext>
            </a:extLst>
          </p:cNvPr>
          <p:cNvSpPr txBox="1"/>
          <p:nvPr/>
        </p:nvSpPr>
        <p:spPr>
          <a:xfrm>
            <a:off x="2650339" y="1306073"/>
            <a:ext cx="21788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Consistent test event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805E73-9B5E-63F1-4A1F-D16555734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254" y="2926971"/>
            <a:ext cx="303649" cy="1720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33196F-5AF0-995A-F16E-AE13BACD0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6723" y="2942997"/>
            <a:ext cx="400050" cy="15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D2F0CD-FE3F-002E-CFD1-CAE700DD3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544" y="2938234"/>
            <a:ext cx="666750" cy="161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7ACE37-32C1-9CBE-FF79-EDA6CF3CC5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3296" y="2938234"/>
            <a:ext cx="152252" cy="1571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A27FAB-6CB8-189A-2119-BAE3502A4A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62782" y="2939404"/>
            <a:ext cx="685800" cy="16192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DC16E2-7541-F4B9-A63D-986E047C424A}"/>
              </a:ext>
            </a:extLst>
          </p:cNvPr>
          <p:cNvCxnSpPr>
            <a:cxnSpLocks/>
          </p:cNvCxnSpPr>
          <p:nvPr/>
        </p:nvCxnSpPr>
        <p:spPr>
          <a:xfrm flipV="1">
            <a:off x="2995582" y="4896744"/>
            <a:ext cx="54957" cy="16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07B378-FD3B-5BBA-DF6A-5D1AAF0D593B}"/>
              </a:ext>
            </a:extLst>
          </p:cNvPr>
          <p:cNvSpPr txBox="1"/>
          <p:nvPr/>
        </p:nvSpPr>
        <p:spPr>
          <a:xfrm>
            <a:off x="2597896" y="4690497"/>
            <a:ext cx="10054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Height 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4DB08F-8D33-F42C-9BDE-E3C4F808C5EE}"/>
              </a:ext>
            </a:extLst>
          </p:cNvPr>
          <p:cNvCxnSpPr>
            <a:cxnSpLocks/>
          </p:cNvCxnSpPr>
          <p:nvPr/>
        </p:nvCxnSpPr>
        <p:spPr>
          <a:xfrm flipV="1">
            <a:off x="3767693" y="4923903"/>
            <a:ext cx="139140" cy="1433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A4A951F-BCDE-FD97-B11A-7061BF1F1436}"/>
              </a:ext>
            </a:extLst>
          </p:cNvPr>
          <p:cNvSpPr txBox="1"/>
          <p:nvPr/>
        </p:nvSpPr>
        <p:spPr>
          <a:xfrm>
            <a:off x="3484562" y="4693071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</a:p>
        </p:txBody>
      </p:sp>
    </p:spTree>
    <p:extLst>
      <p:ext uri="{BB962C8B-B14F-4D97-AF65-F5344CB8AC3E}">
        <p14:creationId xmlns:p14="http://schemas.microsoft.com/office/powerpoint/2010/main" val="2223574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E80A29-5A81-E94D-214A-33BBC16E267D}"/>
              </a:ext>
            </a:extLst>
          </p:cNvPr>
          <p:cNvCxnSpPr>
            <a:cxnSpLocks/>
          </p:cNvCxnSpPr>
          <p:nvPr/>
        </p:nvCxnSpPr>
        <p:spPr>
          <a:xfrm>
            <a:off x="6055526" y="1407257"/>
            <a:ext cx="0" cy="40338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89E381F-65B9-3C99-1305-A3C528BFE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" y="1235620"/>
            <a:ext cx="5829343" cy="42672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A1167-F040-23F9-E402-249C79766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192" y="1199764"/>
            <a:ext cx="5857918" cy="434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9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171</Words>
  <Application>Microsoft Office PowerPoint</Application>
  <PresentationFormat>Widescreen</PresentationFormat>
  <Paragraphs>72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detbenton1991@gmail.com</dc:creator>
  <cp:lastModifiedBy>detbenton1991@gmail.com</cp:lastModifiedBy>
  <cp:revision>23</cp:revision>
  <dcterms:created xsi:type="dcterms:W3CDTF">2025-03-28T03:32:50Z</dcterms:created>
  <dcterms:modified xsi:type="dcterms:W3CDTF">2025-04-02T16:12:26Z</dcterms:modified>
</cp:coreProperties>
</file>