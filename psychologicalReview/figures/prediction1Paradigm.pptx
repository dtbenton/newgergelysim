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4"/>
  </p:notesMasterIdLst>
  <p:sldIdLst>
    <p:sldId id="258" r:id="rId2"/>
    <p:sldId id="259" r:id="rId3"/>
  </p:sldIdLst>
  <p:sldSz cx="5039995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8F5"/>
    <a:srgbClr val="F1F5F8"/>
    <a:srgbClr val="E0FFFF"/>
    <a:srgbClr val="F0FFF0"/>
    <a:srgbClr val="CCFFCC"/>
    <a:srgbClr val="2F5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32" d="100"/>
          <a:sy n="32" d="100"/>
        </p:scale>
        <p:origin x="198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BCF61-F42E-4834-BCD0-9EC4CEE09EF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970088" y="1143000"/>
            <a:ext cx="107981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787F6-54F0-45AE-A2D2-876D106DB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1pPr>
    <a:lvl2pPr marL="604784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2pPr>
    <a:lvl3pPr marL="1209568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3pPr>
    <a:lvl4pPr marL="1814352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4pPr>
    <a:lvl5pPr marL="2419137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5pPr>
    <a:lvl6pPr marL="3023921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6pPr>
    <a:lvl7pPr marL="3628705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7pPr>
    <a:lvl8pPr marL="4233489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8pPr>
    <a:lvl9pPr marL="4838273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970088" y="1143000"/>
            <a:ext cx="1079817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87F6-54F0-45AE-A2D2-876D106DB9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57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37B9-8D45-3EF2-C4DD-737021E5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ED539-0675-8FF2-35B6-1D78F14BE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970088" y="1143000"/>
            <a:ext cx="10798176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50F06-7748-888D-0467-5A47F65C1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2A054-5F88-4CA0-C88E-409B6525C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87F6-54F0-45AE-A2D2-876D106DB9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66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4" y="2356703"/>
            <a:ext cx="37799963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7563446"/>
            <a:ext cx="37799963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0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7" y="3590055"/>
            <a:ext cx="43469957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7" y="9636811"/>
            <a:ext cx="43469957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3833390"/>
            <a:ext cx="21419979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3833390"/>
            <a:ext cx="21419979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766679"/>
            <a:ext cx="43469957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3" y="3530053"/>
            <a:ext cx="21321539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3" y="5260078"/>
            <a:ext cx="21321539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5" y="3530053"/>
            <a:ext cx="21426543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5" y="5260078"/>
            <a:ext cx="21426543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2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4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4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960014"/>
            <a:ext cx="16255294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2073365"/>
            <a:ext cx="25514975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4320064"/>
            <a:ext cx="16255294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24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960014"/>
            <a:ext cx="16255294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2073365"/>
            <a:ext cx="25514975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4320064"/>
            <a:ext cx="16255294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4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1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4" y="766678"/>
            <a:ext cx="10867489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766678"/>
            <a:ext cx="31972468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0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766679"/>
            <a:ext cx="43469957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3833390"/>
            <a:ext cx="43469957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13346865"/>
            <a:ext cx="1133998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8CD7-63E8-421D-92A5-1A28A922945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13346865"/>
            <a:ext cx="1700998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13346865"/>
            <a:ext cx="1133998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7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0D66364E-2839-6B65-6F25-BBBB1BC787D0}"/>
              </a:ext>
            </a:extLst>
          </p:cNvPr>
          <p:cNvGrpSpPr/>
          <p:nvPr/>
        </p:nvGrpSpPr>
        <p:grpSpPr>
          <a:xfrm>
            <a:off x="18806370" y="6918941"/>
            <a:ext cx="3993512" cy="1246618"/>
            <a:chOff x="2498104" y="1876424"/>
            <a:chExt cx="4991999" cy="1558309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E5827C0-55BF-76C3-6BD1-3FF85E7B6B8F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A325E2E-E787-93E6-A014-C0D735227C51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3CF9814-D612-72EB-E758-C498903071BC}"/>
                </a:ext>
              </a:extLst>
            </p:cNvPr>
            <p:cNvCxnSpPr>
              <a:cxnSpLocks/>
              <a:stCxn id="9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C34C65-8B32-43F3-5B16-F5E91E8222F2}"/>
              </a:ext>
            </a:extLst>
          </p:cNvPr>
          <p:cNvCxnSpPr>
            <a:cxnSpLocks/>
          </p:cNvCxnSpPr>
          <p:nvPr/>
        </p:nvCxnSpPr>
        <p:spPr>
          <a:xfrm>
            <a:off x="17109722" y="4025914"/>
            <a:ext cx="7492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D3FE959-80AD-4E7E-B7A2-E732E51FBD98}"/>
              </a:ext>
            </a:extLst>
          </p:cNvPr>
          <p:cNvSpPr/>
          <p:nvPr/>
        </p:nvSpPr>
        <p:spPr>
          <a:xfrm>
            <a:off x="22789072" y="3558359"/>
            <a:ext cx="452476" cy="4524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C7E239-3748-B60C-847F-5686F94FD757}"/>
              </a:ext>
            </a:extLst>
          </p:cNvPr>
          <p:cNvSpPr/>
          <p:nvPr/>
        </p:nvSpPr>
        <p:spPr>
          <a:xfrm>
            <a:off x="17456473" y="3328982"/>
            <a:ext cx="681858" cy="6818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822E6C-43FF-73E9-8E94-06D5AF58744F}"/>
              </a:ext>
            </a:extLst>
          </p:cNvPr>
          <p:cNvSpPr/>
          <p:nvPr/>
        </p:nvSpPr>
        <p:spPr>
          <a:xfrm>
            <a:off x="22617112" y="3294422"/>
            <a:ext cx="797486" cy="716418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444081-51B9-DFCC-4E4F-3F0D71676A1E}"/>
              </a:ext>
            </a:extLst>
          </p:cNvPr>
          <p:cNvCxnSpPr>
            <a:cxnSpLocks/>
            <a:stCxn id="18" idx="0"/>
            <a:endCxn id="16" idx="0"/>
          </p:cNvCxnSpPr>
          <p:nvPr/>
        </p:nvCxnSpPr>
        <p:spPr>
          <a:xfrm flipH="1">
            <a:off x="23015314" y="3294420"/>
            <a:ext cx="544" cy="26394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BEF71D-B2D8-9C7E-EC93-6141B9E80648}"/>
              </a:ext>
            </a:extLst>
          </p:cNvPr>
          <p:cNvCxnSpPr>
            <a:cxnSpLocks/>
          </p:cNvCxnSpPr>
          <p:nvPr/>
        </p:nvCxnSpPr>
        <p:spPr>
          <a:xfrm>
            <a:off x="22675682" y="3475407"/>
            <a:ext cx="166036" cy="14013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8FA2E7-AA96-A8AE-9F00-582AAE83ED54}"/>
              </a:ext>
            </a:extLst>
          </p:cNvPr>
          <p:cNvCxnSpPr>
            <a:cxnSpLocks/>
          </p:cNvCxnSpPr>
          <p:nvPr/>
        </p:nvCxnSpPr>
        <p:spPr>
          <a:xfrm flipV="1">
            <a:off x="23205541" y="3535737"/>
            <a:ext cx="200428" cy="11312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48B04A9-CFA1-1BCC-7581-BAB2EDBFE3EB}"/>
              </a:ext>
            </a:extLst>
          </p:cNvPr>
          <p:cNvSpPr/>
          <p:nvPr/>
        </p:nvSpPr>
        <p:spPr>
          <a:xfrm>
            <a:off x="17338089" y="3053104"/>
            <a:ext cx="904954" cy="95176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67AD3A-7A4A-5826-FC9F-57041A884B2C}"/>
              </a:ext>
            </a:extLst>
          </p:cNvPr>
          <p:cNvCxnSpPr>
            <a:cxnSpLocks/>
          </p:cNvCxnSpPr>
          <p:nvPr/>
        </p:nvCxnSpPr>
        <p:spPr>
          <a:xfrm flipH="1">
            <a:off x="17790294" y="3064410"/>
            <a:ext cx="544" cy="26394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5FC16C-7F6B-3BB6-E1F5-47912FEE2495}"/>
              </a:ext>
            </a:extLst>
          </p:cNvPr>
          <p:cNvCxnSpPr>
            <a:cxnSpLocks/>
          </p:cNvCxnSpPr>
          <p:nvPr/>
        </p:nvCxnSpPr>
        <p:spPr>
          <a:xfrm>
            <a:off x="17403456" y="3279340"/>
            <a:ext cx="166036" cy="14013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A975C4-E696-2046-D421-77069294F1F9}"/>
              </a:ext>
            </a:extLst>
          </p:cNvPr>
          <p:cNvCxnSpPr>
            <a:cxnSpLocks/>
          </p:cNvCxnSpPr>
          <p:nvPr/>
        </p:nvCxnSpPr>
        <p:spPr>
          <a:xfrm flipV="1">
            <a:off x="17981812" y="3264254"/>
            <a:ext cx="200428" cy="11312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AE518FA-EDCD-3F5C-F5F5-10CFE0065FB6}"/>
              </a:ext>
            </a:extLst>
          </p:cNvPr>
          <p:cNvSpPr/>
          <p:nvPr/>
        </p:nvSpPr>
        <p:spPr>
          <a:xfrm>
            <a:off x="23009596" y="5549251"/>
            <a:ext cx="452476" cy="4524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418E241-7B4C-8EE4-1C14-6D204309F546}"/>
              </a:ext>
            </a:extLst>
          </p:cNvPr>
          <p:cNvSpPr/>
          <p:nvPr/>
        </p:nvSpPr>
        <p:spPr>
          <a:xfrm>
            <a:off x="17558873" y="12604770"/>
            <a:ext cx="681858" cy="6818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7D0CDC7-D04C-7A4B-16F4-5277DB2D172B}"/>
              </a:ext>
            </a:extLst>
          </p:cNvPr>
          <p:cNvCxnSpPr>
            <a:cxnSpLocks/>
          </p:cNvCxnSpPr>
          <p:nvPr/>
        </p:nvCxnSpPr>
        <p:spPr>
          <a:xfrm>
            <a:off x="22151217" y="5658523"/>
            <a:ext cx="672723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F4DC44-531A-17A6-DC50-8F94241D9F06}"/>
              </a:ext>
            </a:extLst>
          </p:cNvPr>
          <p:cNvCxnSpPr>
            <a:cxnSpLocks/>
          </p:cNvCxnSpPr>
          <p:nvPr/>
        </p:nvCxnSpPr>
        <p:spPr>
          <a:xfrm flipH="1">
            <a:off x="22180103" y="5852157"/>
            <a:ext cx="68012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E26A6F-C1C2-0AB7-5F58-95CBAC80BC84}"/>
              </a:ext>
            </a:extLst>
          </p:cNvPr>
          <p:cNvGrpSpPr/>
          <p:nvPr/>
        </p:nvGrpSpPr>
        <p:grpSpPr>
          <a:xfrm>
            <a:off x="18807224" y="4507697"/>
            <a:ext cx="3993512" cy="1246618"/>
            <a:chOff x="2498104" y="1876424"/>
            <a:chExt cx="4991999" cy="155830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FE785F0-167E-3E9B-547B-C03C8AF6CB93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38A7DE9-8C5F-C107-8471-AF8BE533E99E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628034B-E40C-95C5-3B03-A58A20748F4E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B1A956AD-9E5E-16C1-A9A1-DC825BA784CB}"/>
              </a:ext>
            </a:extLst>
          </p:cNvPr>
          <p:cNvSpPr/>
          <p:nvPr/>
        </p:nvSpPr>
        <p:spPr>
          <a:xfrm>
            <a:off x="21545521" y="5554179"/>
            <a:ext cx="452476" cy="452476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3140CD-8F33-0FC8-7BD2-727305F1D98B}"/>
              </a:ext>
            </a:extLst>
          </p:cNvPr>
          <p:cNvSpPr/>
          <p:nvPr/>
        </p:nvSpPr>
        <p:spPr>
          <a:xfrm>
            <a:off x="20351557" y="4781644"/>
            <a:ext cx="717043" cy="12292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6459330-EB60-5014-2475-F9E13317813B}"/>
              </a:ext>
            </a:extLst>
          </p:cNvPr>
          <p:cNvCxnSpPr>
            <a:cxnSpLocks/>
          </p:cNvCxnSpPr>
          <p:nvPr/>
        </p:nvCxnSpPr>
        <p:spPr>
          <a:xfrm>
            <a:off x="17058125" y="6015091"/>
            <a:ext cx="7492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89AB4661-80DF-2AF2-B1D0-EB624E3E08C4}"/>
              </a:ext>
            </a:extLst>
          </p:cNvPr>
          <p:cNvSpPr/>
          <p:nvPr/>
        </p:nvSpPr>
        <p:spPr>
          <a:xfrm>
            <a:off x="23008744" y="7960497"/>
            <a:ext cx="452476" cy="4524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EF03C87-222C-7C27-7477-94E75450E38C}"/>
              </a:ext>
            </a:extLst>
          </p:cNvPr>
          <p:cNvSpPr/>
          <p:nvPr/>
        </p:nvSpPr>
        <p:spPr>
          <a:xfrm>
            <a:off x="20476288" y="6708204"/>
            <a:ext cx="452476" cy="452476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63B4F56-E49C-E345-412C-7E85A3AA5233}"/>
              </a:ext>
            </a:extLst>
          </p:cNvPr>
          <p:cNvCxnSpPr>
            <a:cxnSpLocks/>
          </p:cNvCxnSpPr>
          <p:nvPr/>
        </p:nvCxnSpPr>
        <p:spPr>
          <a:xfrm>
            <a:off x="17057272" y="8426334"/>
            <a:ext cx="7492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E755FC43-ABAC-876A-F2C3-9C67AC70BA32}"/>
              </a:ext>
            </a:extLst>
          </p:cNvPr>
          <p:cNvSpPr/>
          <p:nvPr/>
        </p:nvSpPr>
        <p:spPr>
          <a:xfrm>
            <a:off x="23022434" y="10378235"/>
            <a:ext cx="452476" cy="4524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3D575DB-B649-D3E2-B9E6-0DF4563751A8}"/>
              </a:ext>
            </a:extLst>
          </p:cNvPr>
          <p:cNvCxnSpPr>
            <a:cxnSpLocks/>
          </p:cNvCxnSpPr>
          <p:nvPr/>
        </p:nvCxnSpPr>
        <p:spPr>
          <a:xfrm>
            <a:off x="22164056" y="10487505"/>
            <a:ext cx="672723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313104C-7B9D-AFE6-336C-0A4F1632FBB9}"/>
              </a:ext>
            </a:extLst>
          </p:cNvPr>
          <p:cNvCxnSpPr>
            <a:cxnSpLocks/>
          </p:cNvCxnSpPr>
          <p:nvPr/>
        </p:nvCxnSpPr>
        <p:spPr>
          <a:xfrm flipH="1">
            <a:off x="22192942" y="10681137"/>
            <a:ext cx="68012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47806B8-2021-B84C-9A78-E42ED88E9721}"/>
              </a:ext>
            </a:extLst>
          </p:cNvPr>
          <p:cNvGrpSpPr/>
          <p:nvPr/>
        </p:nvGrpSpPr>
        <p:grpSpPr>
          <a:xfrm>
            <a:off x="18820061" y="9336676"/>
            <a:ext cx="3993512" cy="1246618"/>
            <a:chOff x="2498104" y="1876424"/>
            <a:chExt cx="4991999" cy="1558309"/>
          </a:xfrm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C7644AA-8AA6-6BE0-7A1D-5E58B6E422F0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B8C2C76-B3DB-D5E5-E923-FE13A81F4B3A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9F13AA6F-C2E7-9AC1-A5D2-CEF4ABB19E89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Oval 113">
            <a:extLst>
              <a:ext uri="{FF2B5EF4-FFF2-40B4-BE49-F238E27FC236}">
                <a16:creationId xmlns:a16="http://schemas.microsoft.com/office/drawing/2014/main" id="{68BC1311-54E3-C952-BA47-C25F2116DB73}"/>
              </a:ext>
            </a:extLst>
          </p:cNvPr>
          <p:cNvSpPr/>
          <p:nvPr/>
        </p:nvSpPr>
        <p:spPr>
          <a:xfrm>
            <a:off x="19458251" y="10359473"/>
            <a:ext cx="452476" cy="452476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58932C6-9F19-4DB9-232D-1D48EC7D8EFD}"/>
              </a:ext>
            </a:extLst>
          </p:cNvPr>
          <p:cNvCxnSpPr>
            <a:cxnSpLocks/>
          </p:cNvCxnSpPr>
          <p:nvPr/>
        </p:nvCxnSpPr>
        <p:spPr>
          <a:xfrm>
            <a:off x="17070962" y="10844072"/>
            <a:ext cx="7492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A18882C2-1EC8-7EDA-4FDB-B1AAAFA6FDAE}"/>
              </a:ext>
            </a:extLst>
          </p:cNvPr>
          <p:cNvSpPr/>
          <p:nvPr/>
        </p:nvSpPr>
        <p:spPr>
          <a:xfrm>
            <a:off x="23022434" y="12841224"/>
            <a:ext cx="452476" cy="4524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DA5A87E-8727-255E-5A65-4EDF15E1AC6B}"/>
              </a:ext>
            </a:extLst>
          </p:cNvPr>
          <p:cNvSpPr/>
          <p:nvPr/>
        </p:nvSpPr>
        <p:spPr>
          <a:xfrm>
            <a:off x="17554789" y="10147832"/>
            <a:ext cx="681858" cy="6818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3AD7E3F-B12E-7AEF-4D07-86BAE6BBF4FB}"/>
              </a:ext>
            </a:extLst>
          </p:cNvPr>
          <p:cNvCxnSpPr>
            <a:cxnSpLocks/>
          </p:cNvCxnSpPr>
          <p:nvPr/>
        </p:nvCxnSpPr>
        <p:spPr>
          <a:xfrm>
            <a:off x="22164056" y="12950497"/>
            <a:ext cx="672723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57A7025-112B-A14B-AFFE-3B77918DF801}"/>
              </a:ext>
            </a:extLst>
          </p:cNvPr>
          <p:cNvCxnSpPr>
            <a:cxnSpLocks/>
          </p:cNvCxnSpPr>
          <p:nvPr/>
        </p:nvCxnSpPr>
        <p:spPr>
          <a:xfrm flipH="1">
            <a:off x="22192942" y="13144129"/>
            <a:ext cx="68012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B323808-C3E6-CBE6-38EE-78A183364276}"/>
              </a:ext>
            </a:extLst>
          </p:cNvPr>
          <p:cNvGrpSpPr/>
          <p:nvPr/>
        </p:nvGrpSpPr>
        <p:grpSpPr>
          <a:xfrm>
            <a:off x="18820061" y="11799669"/>
            <a:ext cx="3993512" cy="1246618"/>
            <a:chOff x="2498104" y="1876424"/>
            <a:chExt cx="4991999" cy="1558309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8DFD593-BFF9-8886-7CEA-F7C7A613DAD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7959ADC-2345-5467-E1BE-736B863E523D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DB9B478-3C2E-C63E-9DD4-66BA51DADAB6}"/>
                </a:ext>
              </a:extLst>
            </p:cNvPr>
            <p:cNvCxnSpPr>
              <a:cxnSpLocks/>
              <a:stCxn id="12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7096A1A6-385F-737B-C2AD-640DF319A64B}"/>
              </a:ext>
            </a:extLst>
          </p:cNvPr>
          <p:cNvSpPr/>
          <p:nvPr/>
        </p:nvSpPr>
        <p:spPr>
          <a:xfrm>
            <a:off x="18332891" y="12824941"/>
            <a:ext cx="452476" cy="452476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B97E9EA-2C81-17B6-B1BD-993B6D7B4A1A}"/>
              </a:ext>
            </a:extLst>
          </p:cNvPr>
          <p:cNvCxnSpPr>
            <a:cxnSpLocks/>
          </p:cNvCxnSpPr>
          <p:nvPr/>
        </p:nvCxnSpPr>
        <p:spPr>
          <a:xfrm>
            <a:off x="17070962" y="13307064"/>
            <a:ext cx="7492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20DF5EDB-AE3C-9530-55CC-56EFE41131FC}"/>
              </a:ext>
            </a:extLst>
          </p:cNvPr>
          <p:cNvSpPr/>
          <p:nvPr/>
        </p:nvSpPr>
        <p:spPr>
          <a:xfrm>
            <a:off x="17549330" y="7730523"/>
            <a:ext cx="681858" cy="6818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0BF73DD-1A29-01DA-2E89-5283DC8AC96A}"/>
              </a:ext>
            </a:extLst>
          </p:cNvPr>
          <p:cNvSpPr/>
          <p:nvPr/>
        </p:nvSpPr>
        <p:spPr>
          <a:xfrm>
            <a:off x="17523173" y="5317477"/>
            <a:ext cx="681858" cy="6818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5AE3EBA-8B27-3B80-A19C-35A8FB3BB412}"/>
              </a:ext>
            </a:extLst>
          </p:cNvPr>
          <p:cNvGrpSpPr/>
          <p:nvPr/>
        </p:nvGrpSpPr>
        <p:grpSpPr>
          <a:xfrm>
            <a:off x="27887186" y="8807345"/>
            <a:ext cx="3993512" cy="1246618"/>
            <a:chOff x="2498104" y="1876424"/>
            <a:chExt cx="4991999" cy="1558309"/>
          </a:xfrm>
        </p:grpSpPr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3B9487A-4A89-93F5-9DCA-B763EE59047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1CA2AF-F57F-8F40-877B-E92E220256E3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C7866183-8F38-15C8-3140-409A3B1C5203}"/>
                </a:ext>
              </a:extLst>
            </p:cNvPr>
            <p:cNvCxnSpPr>
              <a:cxnSpLocks/>
              <a:stCxn id="13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F29D224-B8B6-CFBD-993F-78FDE96BF7D9}"/>
              </a:ext>
            </a:extLst>
          </p:cNvPr>
          <p:cNvCxnSpPr>
            <a:cxnSpLocks/>
          </p:cNvCxnSpPr>
          <p:nvPr/>
        </p:nvCxnSpPr>
        <p:spPr>
          <a:xfrm>
            <a:off x="26447279" y="5995757"/>
            <a:ext cx="63473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BE6E93E5-1DC8-42F0-42BA-D0F9AD4272CD}"/>
              </a:ext>
            </a:extLst>
          </p:cNvPr>
          <p:cNvSpPr/>
          <p:nvPr/>
        </p:nvSpPr>
        <p:spPr>
          <a:xfrm>
            <a:off x="31880694" y="5528201"/>
            <a:ext cx="452476" cy="4524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5007C01-6DF0-EACC-7ABD-D8BBC2CC866C}"/>
              </a:ext>
            </a:extLst>
          </p:cNvPr>
          <p:cNvSpPr/>
          <p:nvPr/>
        </p:nvSpPr>
        <p:spPr>
          <a:xfrm>
            <a:off x="26413033" y="5298824"/>
            <a:ext cx="681858" cy="6818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AF91DBB-B82F-D8E8-854D-AF8D24F9B1CC}"/>
              </a:ext>
            </a:extLst>
          </p:cNvPr>
          <p:cNvCxnSpPr>
            <a:cxnSpLocks/>
          </p:cNvCxnSpPr>
          <p:nvPr/>
        </p:nvCxnSpPr>
        <p:spPr>
          <a:xfrm>
            <a:off x="26523138" y="10244171"/>
            <a:ext cx="63473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5C9EEADB-39FB-C78A-FB78-B5FDD47F1187}"/>
              </a:ext>
            </a:extLst>
          </p:cNvPr>
          <p:cNvSpPr/>
          <p:nvPr/>
        </p:nvSpPr>
        <p:spPr>
          <a:xfrm>
            <a:off x="31956553" y="9776613"/>
            <a:ext cx="452476" cy="4524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13B6A774-5169-03BC-2007-C34CED4373C2}"/>
              </a:ext>
            </a:extLst>
          </p:cNvPr>
          <p:cNvSpPr/>
          <p:nvPr/>
        </p:nvSpPr>
        <p:spPr>
          <a:xfrm>
            <a:off x="26594769" y="9547239"/>
            <a:ext cx="681858" cy="6818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9CB4AAE-8AE3-1026-0035-AD2A01AE7B2A}"/>
              </a:ext>
            </a:extLst>
          </p:cNvPr>
          <p:cNvCxnSpPr>
            <a:cxnSpLocks/>
          </p:cNvCxnSpPr>
          <p:nvPr/>
        </p:nvCxnSpPr>
        <p:spPr>
          <a:xfrm flipH="1">
            <a:off x="27811325" y="5736656"/>
            <a:ext cx="38764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EDAA1DE1-0CC2-16F3-D961-DF72E46CB728}"/>
              </a:ext>
            </a:extLst>
          </p:cNvPr>
          <p:cNvSpPr/>
          <p:nvPr/>
        </p:nvSpPr>
        <p:spPr>
          <a:xfrm>
            <a:off x="27206137" y="5535053"/>
            <a:ext cx="452476" cy="452476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F976910E-1FA9-2F36-99D7-D9F059D6377E}"/>
              </a:ext>
            </a:extLst>
          </p:cNvPr>
          <p:cNvSpPr/>
          <p:nvPr/>
        </p:nvSpPr>
        <p:spPr>
          <a:xfrm>
            <a:off x="27364147" y="9757699"/>
            <a:ext cx="452476" cy="452476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716292E-1898-F0A2-D8B6-3FE18F2602EC}"/>
              </a:ext>
            </a:extLst>
          </p:cNvPr>
          <p:cNvCxnSpPr>
            <a:cxnSpLocks/>
          </p:cNvCxnSpPr>
          <p:nvPr/>
        </p:nvCxnSpPr>
        <p:spPr>
          <a:xfrm>
            <a:off x="31083472" y="9955873"/>
            <a:ext cx="672723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FB76BB8-3A00-BB21-CE55-13D711146E33}"/>
              </a:ext>
            </a:extLst>
          </p:cNvPr>
          <p:cNvCxnSpPr>
            <a:cxnSpLocks/>
          </p:cNvCxnSpPr>
          <p:nvPr/>
        </p:nvCxnSpPr>
        <p:spPr>
          <a:xfrm flipH="1">
            <a:off x="31083473" y="10139880"/>
            <a:ext cx="68012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F6E23BD9-DE88-D7C0-860F-BCA307418D31}"/>
              </a:ext>
            </a:extLst>
          </p:cNvPr>
          <p:cNvSpPr txBox="1"/>
          <p:nvPr/>
        </p:nvSpPr>
        <p:spPr>
          <a:xfrm>
            <a:off x="28622345" y="7949684"/>
            <a:ext cx="2543325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Action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7FE5E9B-9D58-FC07-01DD-05F66A217400}"/>
              </a:ext>
            </a:extLst>
          </p:cNvPr>
          <p:cNvSpPr txBox="1"/>
          <p:nvPr/>
        </p:nvSpPr>
        <p:spPr>
          <a:xfrm>
            <a:off x="28622337" y="4906027"/>
            <a:ext cx="2320507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Action 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539A159-75D1-478B-153D-EEDD42C553B1}"/>
              </a:ext>
            </a:extLst>
          </p:cNvPr>
          <p:cNvSpPr/>
          <p:nvPr/>
        </p:nvSpPr>
        <p:spPr>
          <a:xfrm>
            <a:off x="20367596" y="7203949"/>
            <a:ext cx="717043" cy="12292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2E6B18D-585D-4B8A-F229-AFFD145AA63C}"/>
              </a:ext>
            </a:extLst>
          </p:cNvPr>
          <p:cNvSpPr/>
          <p:nvPr/>
        </p:nvSpPr>
        <p:spPr>
          <a:xfrm>
            <a:off x="20372883" y="9616527"/>
            <a:ext cx="717043" cy="12292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D5F2C8D-D052-9757-07D0-DF96AB9E5620}"/>
              </a:ext>
            </a:extLst>
          </p:cNvPr>
          <p:cNvSpPr/>
          <p:nvPr/>
        </p:nvSpPr>
        <p:spPr>
          <a:xfrm>
            <a:off x="20358021" y="12058589"/>
            <a:ext cx="717043" cy="12292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589C605-8113-CD93-79E5-CDCEBA4A5D1E}"/>
              </a:ext>
            </a:extLst>
          </p:cNvPr>
          <p:cNvSpPr/>
          <p:nvPr/>
        </p:nvSpPr>
        <p:spPr>
          <a:xfrm>
            <a:off x="20338131" y="2796275"/>
            <a:ext cx="717043" cy="122922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272ACF6-3EC3-5EEC-96BB-1E6024B6437C}"/>
              </a:ext>
            </a:extLst>
          </p:cNvPr>
          <p:cNvSpPr txBox="1"/>
          <p:nvPr/>
        </p:nvSpPr>
        <p:spPr>
          <a:xfrm>
            <a:off x="18889336" y="1911722"/>
            <a:ext cx="3839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5114056-1BD3-B851-7624-84D30EF99E42}"/>
              </a:ext>
            </a:extLst>
          </p:cNvPr>
          <p:cNvSpPr txBox="1"/>
          <p:nvPr/>
        </p:nvSpPr>
        <p:spPr>
          <a:xfrm>
            <a:off x="28637283" y="1911722"/>
            <a:ext cx="2258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2ED962E-7BE2-032E-F632-5641A3B242E1}"/>
              </a:ext>
            </a:extLst>
          </p:cNvPr>
          <p:cNvSpPr txBox="1"/>
          <p:nvPr/>
        </p:nvSpPr>
        <p:spPr>
          <a:xfrm>
            <a:off x="21722998" y="193070"/>
            <a:ext cx="6990696" cy="830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7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 Event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FDFFF1D-84D6-6B94-3922-1952FE0E51AD}"/>
              </a:ext>
            </a:extLst>
          </p:cNvPr>
          <p:cNvCxnSpPr/>
          <p:nvPr/>
        </p:nvCxnSpPr>
        <p:spPr>
          <a:xfrm>
            <a:off x="15761878" y="3662086"/>
            <a:ext cx="0" cy="83429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1DE11F73-3A5F-CA59-6475-AC03A23780D9}"/>
              </a:ext>
            </a:extLst>
          </p:cNvPr>
          <p:cNvSpPr txBox="1"/>
          <p:nvPr/>
        </p:nvSpPr>
        <p:spPr>
          <a:xfrm rot="5400000">
            <a:off x="15702677" y="7304412"/>
            <a:ext cx="1089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8311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1C87-2F54-86DA-0899-1DBD2E7B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D57308CD-5917-DE56-5BD8-33828A85D73D}"/>
              </a:ext>
            </a:extLst>
          </p:cNvPr>
          <p:cNvSpPr/>
          <p:nvPr/>
        </p:nvSpPr>
        <p:spPr>
          <a:xfrm>
            <a:off x="12134713" y="2854471"/>
            <a:ext cx="10482932" cy="9983264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820C290-6E61-7AF9-0951-0B7E1EB0CEF5}"/>
              </a:ext>
            </a:extLst>
          </p:cNvPr>
          <p:cNvSpPr/>
          <p:nvPr/>
        </p:nvSpPr>
        <p:spPr>
          <a:xfrm>
            <a:off x="1661449" y="2854471"/>
            <a:ext cx="10482932" cy="9983995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4F6B26-D1F2-DAA6-83EA-636D61FC861A}"/>
              </a:ext>
            </a:extLst>
          </p:cNvPr>
          <p:cNvSpPr txBox="1"/>
          <p:nvPr/>
        </p:nvSpPr>
        <p:spPr>
          <a:xfrm>
            <a:off x="27995456" y="1087087"/>
            <a:ext cx="22281164" cy="1323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Suspended Peripheral Obstacle Event (Control)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786A636-2F9A-8739-15DC-0A08D8C9564A}"/>
              </a:ext>
            </a:extLst>
          </p:cNvPr>
          <p:cNvGrpSpPr/>
          <p:nvPr/>
        </p:nvGrpSpPr>
        <p:grpSpPr>
          <a:xfrm>
            <a:off x="4174117" y="7813076"/>
            <a:ext cx="4992000" cy="1558308"/>
            <a:chOff x="2498104" y="1876424"/>
            <a:chExt cx="4991999" cy="1558309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AFB7087-BE23-716F-AB98-879F34AF5899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79E3219-DF59-3660-A537-36921C13D51A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56FE6D4-12A2-12B7-970F-BA007BF9BAD1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7" name="Oval 106">
            <a:extLst>
              <a:ext uri="{FF2B5EF4-FFF2-40B4-BE49-F238E27FC236}">
                <a16:creationId xmlns:a16="http://schemas.microsoft.com/office/drawing/2014/main" id="{A33E2673-6D16-479A-970D-FE483BAA2466}"/>
              </a:ext>
            </a:extLst>
          </p:cNvPr>
          <p:cNvSpPr/>
          <p:nvPr/>
        </p:nvSpPr>
        <p:spPr>
          <a:xfrm>
            <a:off x="9427196" y="9115052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848D90A-307B-3A6E-3255-81BBF332CAA4}"/>
              </a:ext>
            </a:extLst>
          </p:cNvPr>
          <p:cNvSpPr/>
          <p:nvPr/>
        </p:nvSpPr>
        <p:spPr>
          <a:xfrm>
            <a:off x="6261560" y="7549651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2FDE5F6-3F77-418E-C248-83A5DDFC367D}"/>
              </a:ext>
            </a:extLst>
          </p:cNvPr>
          <p:cNvCxnSpPr>
            <a:cxnSpLocks/>
          </p:cNvCxnSpPr>
          <p:nvPr/>
        </p:nvCxnSpPr>
        <p:spPr>
          <a:xfrm>
            <a:off x="1987696" y="9697364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7F06A181-932F-7EEA-2632-7D614E718556}"/>
              </a:ext>
            </a:extLst>
          </p:cNvPr>
          <p:cNvSpPr/>
          <p:nvPr/>
        </p:nvSpPr>
        <p:spPr>
          <a:xfrm>
            <a:off x="4988984" y="9109378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1517140-5F26-09AC-AE19-48ABEB49D3D9}"/>
              </a:ext>
            </a:extLst>
          </p:cNvPr>
          <p:cNvSpPr/>
          <p:nvPr/>
        </p:nvSpPr>
        <p:spPr>
          <a:xfrm>
            <a:off x="3582251" y="9121516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509E1E0-BA6B-F5D3-2C6A-A2C950DD0D31}"/>
              </a:ext>
            </a:extLst>
          </p:cNvPr>
          <p:cNvSpPr/>
          <p:nvPr/>
        </p:nvSpPr>
        <p:spPr>
          <a:xfrm>
            <a:off x="2602779" y="8827579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D343363-D869-654D-7634-8F4C550040A2}"/>
              </a:ext>
            </a:extLst>
          </p:cNvPr>
          <p:cNvGrpSpPr/>
          <p:nvPr/>
        </p:nvGrpSpPr>
        <p:grpSpPr>
          <a:xfrm>
            <a:off x="15525387" y="10532858"/>
            <a:ext cx="4992000" cy="1558307"/>
            <a:chOff x="2498104" y="1876424"/>
            <a:chExt cx="4991999" cy="1558309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E34EF83-AA88-5E8B-F088-DF4C68AA61EF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D2A02ED-B58B-1F01-B611-A3606B7F109A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CE378E42-1BC8-7370-D1AA-2653BC724651}"/>
                </a:ext>
              </a:extLst>
            </p:cNvPr>
            <p:cNvCxnSpPr>
              <a:cxnSpLocks/>
              <a:stCxn id="114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DDC0E1A-D9D0-0D5E-C114-95B32617DA2D}"/>
              </a:ext>
            </a:extLst>
          </p:cNvPr>
          <p:cNvCxnSpPr>
            <a:cxnSpLocks/>
          </p:cNvCxnSpPr>
          <p:nvPr/>
        </p:nvCxnSpPr>
        <p:spPr>
          <a:xfrm>
            <a:off x="13725464" y="7018298"/>
            <a:ext cx="79344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BDBD0497-B310-C0C5-3556-C02B150BD3D5}"/>
              </a:ext>
            </a:extLst>
          </p:cNvPr>
          <p:cNvSpPr/>
          <p:nvPr/>
        </p:nvSpPr>
        <p:spPr>
          <a:xfrm>
            <a:off x="20517381" y="6433839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CFA6921-E375-0FD4-F01A-A9893E22E3D8}"/>
              </a:ext>
            </a:extLst>
          </p:cNvPr>
          <p:cNvSpPr/>
          <p:nvPr/>
        </p:nvSpPr>
        <p:spPr>
          <a:xfrm>
            <a:off x="13682656" y="614711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859776F-1E33-B265-23D4-8DBEF7FB8128}"/>
              </a:ext>
            </a:extLst>
          </p:cNvPr>
          <p:cNvCxnSpPr>
            <a:cxnSpLocks/>
          </p:cNvCxnSpPr>
          <p:nvPr/>
        </p:nvCxnSpPr>
        <p:spPr>
          <a:xfrm>
            <a:off x="13820289" y="12328934"/>
            <a:ext cx="79344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1E4FC8D4-C130-3000-4AFA-840380A39C22}"/>
              </a:ext>
            </a:extLst>
          </p:cNvPr>
          <p:cNvSpPr/>
          <p:nvPr/>
        </p:nvSpPr>
        <p:spPr>
          <a:xfrm>
            <a:off x="20612208" y="11744474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23A84F1B-26A4-C660-E5CC-2ECCDA5DFC2A}"/>
              </a:ext>
            </a:extLst>
          </p:cNvPr>
          <p:cNvSpPr/>
          <p:nvPr/>
        </p:nvSpPr>
        <p:spPr>
          <a:xfrm>
            <a:off x="13909830" y="11457746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04D96AE-0D75-A276-12C0-81F840BE0A7E}"/>
              </a:ext>
            </a:extLst>
          </p:cNvPr>
          <p:cNvCxnSpPr>
            <a:cxnSpLocks/>
          </p:cNvCxnSpPr>
          <p:nvPr/>
        </p:nvCxnSpPr>
        <p:spPr>
          <a:xfrm flipH="1">
            <a:off x="15430558" y="6694414"/>
            <a:ext cx="48456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>
            <a:extLst>
              <a:ext uri="{FF2B5EF4-FFF2-40B4-BE49-F238E27FC236}">
                <a16:creationId xmlns:a16="http://schemas.microsoft.com/office/drawing/2014/main" id="{E492BAB9-52C3-4E95-23C4-DC0D82F44865}"/>
              </a:ext>
            </a:extLst>
          </p:cNvPr>
          <p:cNvSpPr/>
          <p:nvPr/>
        </p:nvSpPr>
        <p:spPr>
          <a:xfrm>
            <a:off x="14674057" y="6442411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167D1608-0DD3-62FD-809F-016DBE3F8ACC}"/>
              </a:ext>
            </a:extLst>
          </p:cNvPr>
          <p:cNvSpPr/>
          <p:nvPr/>
        </p:nvSpPr>
        <p:spPr>
          <a:xfrm>
            <a:off x="14871575" y="11720831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EB9A1CB-9CA3-1C18-6810-91CA544EE854}"/>
              </a:ext>
            </a:extLst>
          </p:cNvPr>
          <p:cNvCxnSpPr>
            <a:cxnSpLocks/>
          </p:cNvCxnSpPr>
          <p:nvPr/>
        </p:nvCxnSpPr>
        <p:spPr>
          <a:xfrm>
            <a:off x="19520838" y="11968553"/>
            <a:ext cx="84092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8BEE371-4D38-20A0-9DAF-72B2F65388EC}"/>
              </a:ext>
            </a:extLst>
          </p:cNvPr>
          <p:cNvCxnSpPr>
            <a:cxnSpLocks/>
          </p:cNvCxnSpPr>
          <p:nvPr/>
        </p:nvCxnSpPr>
        <p:spPr>
          <a:xfrm flipH="1">
            <a:off x="19520836" y="12198568"/>
            <a:ext cx="85017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1A903788-5CB3-3F0E-173D-6E4E237C9841}"/>
              </a:ext>
            </a:extLst>
          </p:cNvPr>
          <p:cNvSpPr txBox="1"/>
          <p:nvPr/>
        </p:nvSpPr>
        <p:spPr>
          <a:xfrm>
            <a:off x="14886845" y="9278233"/>
            <a:ext cx="6082947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Action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C8DBBE8-EE91-11A8-5A93-F3D9AC9FD37F}"/>
              </a:ext>
            </a:extLst>
          </p:cNvPr>
          <p:cNvSpPr txBox="1"/>
          <p:nvPr/>
        </p:nvSpPr>
        <p:spPr>
          <a:xfrm>
            <a:off x="15147477" y="5131445"/>
            <a:ext cx="5526706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Action 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DE3282D-6027-2117-FC7D-C8F6ABAF271F}"/>
              </a:ext>
            </a:extLst>
          </p:cNvPr>
          <p:cNvSpPr/>
          <p:nvPr/>
        </p:nvSpPr>
        <p:spPr>
          <a:xfrm>
            <a:off x="6125691" y="5850694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49BEF1A-8E8F-EF37-DEAA-1A4B23235047}"/>
              </a:ext>
            </a:extLst>
          </p:cNvPr>
          <p:cNvSpPr txBox="1"/>
          <p:nvPr/>
        </p:nvSpPr>
        <p:spPr>
          <a:xfrm>
            <a:off x="3369673" y="2853750"/>
            <a:ext cx="7290778" cy="1169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8115BD1-2B51-EA61-BF64-8B90F7CBC6CD}"/>
              </a:ext>
            </a:extLst>
          </p:cNvPr>
          <p:cNvSpPr txBox="1"/>
          <p:nvPr/>
        </p:nvSpPr>
        <p:spPr>
          <a:xfrm>
            <a:off x="15552935" y="2831127"/>
            <a:ext cx="4215578" cy="1169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3780740-2486-F3BA-D613-21B981280898}"/>
              </a:ext>
            </a:extLst>
          </p:cNvPr>
          <p:cNvSpPr txBox="1"/>
          <p:nvPr/>
        </p:nvSpPr>
        <p:spPr>
          <a:xfrm>
            <a:off x="1737003" y="1071070"/>
            <a:ext cx="23609348" cy="1323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Suspended Central Obstacle Event (Experimental)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99B1DC3-4198-2857-9AE6-8B9F8706E025}"/>
              </a:ext>
            </a:extLst>
          </p:cNvPr>
          <p:cNvCxnSpPr>
            <a:cxnSpLocks/>
          </p:cNvCxnSpPr>
          <p:nvPr/>
        </p:nvCxnSpPr>
        <p:spPr>
          <a:xfrm>
            <a:off x="12134706" y="2919780"/>
            <a:ext cx="0" cy="990000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729A9E6-3744-0857-679B-0218AD00B48F}"/>
              </a:ext>
            </a:extLst>
          </p:cNvPr>
          <p:cNvSpPr/>
          <p:nvPr/>
        </p:nvSpPr>
        <p:spPr>
          <a:xfrm>
            <a:off x="38534961" y="2884010"/>
            <a:ext cx="10482932" cy="9983265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A43BD95-17AD-D5CF-E971-5EFF087E250D}"/>
              </a:ext>
            </a:extLst>
          </p:cNvPr>
          <p:cNvSpPr/>
          <p:nvPr/>
        </p:nvSpPr>
        <p:spPr>
          <a:xfrm>
            <a:off x="28061708" y="2884016"/>
            <a:ext cx="10482932" cy="9983995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8A563B2-9B37-C35B-5E9A-D9C40096C0B3}"/>
              </a:ext>
            </a:extLst>
          </p:cNvPr>
          <p:cNvGrpSpPr/>
          <p:nvPr/>
        </p:nvGrpSpPr>
        <p:grpSpPr>
          <a:xfrm>
            <a:off x="30574369" y="7842625"/>
            <a:ext cx="4992000" cy="1558307"/>
            <a:chOff x="2498104" y="1876424"/>
            <a:chExt cx="4991999" cy="1558309"/>
          </a:xfrm>
        </p:grpSpPr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6778378-A6A0-3B69-4AE0-56E6C023B5AA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C5356D0-4B63-E819-7652-B0DADF11A357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A11548D6-A993-A301-CA9B-971C884BA84B}"/>
                </a:ext>
              </a:extLst>
            </p:cNvPr>
            <p:cNvCxnSpPr>
              <a:cxnSpLocks/>
              <a:stCxn id="14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Oval 143">
            <a:extLst>
              <a:ext uri="{FF2B5EF4-FFF2-40B4-BE49-F238E27FC236}">
                <a16:creationId xmlns:a16="http://schemas.microsoft.com/office/drawing/2014/main" id="{6036F343-7DD6-90CC-E9C2-E5FE477FD298}"/>
              </a:ext>
            </a:extLst>
          </p:cNvPr>
          <p:cNvSpPr/>
          <p:nvPr/>
        </p:nvSpPr>
        <p:spPr>
          <a:xfrm>
            <a:off x="35827452" y="9144598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CE1B41D8-A018-ED50-0F38-5D5E47885D41}"/>
              </a:ext>
            </a:extLst>
          </p:cNvPr>
          <p:cNvSpPr/>
          <p:nvPr/>
        </p:nvSpPr>
        <p:spPr>
          <a:xfrm>
            <a:off x="32661815" y="7579201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90560E0-22D9-BC74-1353-9467014FF702}"/>
              </a:ext>
            </a:extLst>
          </p:cNvPr>
          <p:cNvCxnSpPr>
            <a:cxnSpLocks/>
          </p:cNvCxnSpPr>
          <p:nvPr/>
        </p:nvCxnSpPr>
        <p:spPr>
          <a:xfrm>
            <a:off x="28387951" y="9726907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50D3ED7A-3810-AC8C-38F6-69BF76F3EDE6}"/>
              </a:ext>
            </a:extLst>
          </p:cNvPr>
          <p:cNvSpPr/>
          <p:nvPr/>
        </p:nvSpPr>
        <p:spPr>
          <a:xfrm>
            <a:off x="31389243" y="9138925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B8BDF07A-71E5-5480-C386-5C1690E1DC5A}"/>
              </a:ext>
            </a:extLst>
          </p:cNvPr>
          <p:cNvSpPr/>
          <p:nvPr/>
        </p:nvSpPr>
        <p:spPr>
          <a:xfrm>
            <a:off x="29982512" y="9151062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0210095F-CFA8-500D-79D5-69E4F70A28E1}"/>
              </a:ext>
            </a:extLst>
          </p:cNvPr>
          <p:cNvSpPr/>
          <p:nvPr/>
        </p:nvSpPr>
        <p:spPr>
          <a:xfrm>
            <a:off x="29003038" y="8857128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DC31B76-0C87-848D-D8A5-4125AD6A7F32}"/>
              </a:ext>
            </a:extLst>
          </p:cNvPr>
          <p:cNvGrpSpPr/>
          <p:nvPr/>
        </p:nvGrpSpPr>
        <p:grpSpPr>
          <a:xfrm>
            <a:off x="41925639" y="10562403"/>
            <a:ext cx="4992000" cy="1558308"/>
            <a:chOff x="2498104" y="1876424"/>
            <a:chExt cx="4991999" cy="1558309"/>
          </a:xfrm>
        </p:grpSpPr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A4932852-D259-C6BA-D53C-5D7B80FB8DCB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0B323041-8528-BA50-F9E5-D43D76A17686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594F4018-185A-3EBC-7A02-C55A2946833C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B1B46A0F-5C0B-518C-F793-5E695CA7FD3D}"/>
              </a:ext>
            </a:extLst>
          </p:cNvPr>
          <p:cNvCxnSpPr>
            <a:cxnSpLocks/>
          </p:cNvCxnSpPr>
          <p:nvPr/>
        </p:nvCxnSpPr>
        <p:spPr>
          <a:xfrm>
            <a:off x="40125713" y="7047843"/>
            <a:ext cx="79344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>
            <a:extLst>
              <a:ext uri="{FF2B5EF4-FFF2-40B4-BE49-F238E27FC236}">
                <a16:creationId xmlns:a16="http://schemas.microsoft.com/office/drawing/2014/main" id="{8053E517-41DB-379D-AD17-2E3E81DA08BB}"/>
              </a:ext>
            </a:extLst>
          </p:cNvPr>
          <p:cNvSpPr/>
          <p:nvPr/>
        </p:nvSpPr>
        <p:spPr>
          <a:xfrm>
            <a:off x="46917631" y="6463381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63443253-F32E-3939-BF97-494CD3A62349}"/>
              </a:ext>
            </a:extLst>
          </p:cNvPr>
          <p:cNvSpPr/>
          <p:nvPr/>
        </p:nvSpPr>
        <p:spPr>
          <a:xfrm>
            <a:off x="40082908" y="6176656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35C79DA9-B843-0912-4C0F-2E0ADEB252D2}"/>
              </a:ext>
            </a:extLst>
          </p:cNvPr>
          <p:cNvCxnSpPr>
            <a:cxnSpLocks/>
          </p:cNvCxnSpPr>
          <p:nvPr/>
        </p:nvCxnSpPr>
        <p:spPr>
          <a:xfrm>
            <a:off x="40220541" y="12358476"/>
            <a:ext cx="79344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C27B21B9-4E38-95F7-57C5-5EA96DC025F3}"/>
              </a:ext>
            </a:extLst>
          </p:cNvPr>
          <p:cNvSpPr/>
          <p:nvPr/>
        </p:nvSpPr>
        <p:spPr>
          <a:xfrm>
            <a:off x="47012458" y="11774018"/>
            <a:ext cx="565607" cy="56560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19C7CEF0-48EC-9353-3EE2-494CF4459F12}"/>
              </a:ext>
            </a:extLst>
          </p:cNvPr>
          <p:cNvSpPr/>
          <p:nvPr/>
        </p:nvSpPr>
        <p:spPr>
          <a:xfrm>
            <a:off x="40310083" y="11487289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923049A-EF90-CC96-8C8D-3576ABEFA717}"/>
              </a:ext>
            </a:extLst>
          </p:cNvPr>
          <p:cNvCxnSpPr>
            <a:cxnSpLocks/>
          </p:cNvCxnSpPr>
          <p:nvPr/>
        </p:nvCxnSpPr>
        <p:spPr>
          <a:xfrm flipH="1">
            <a:off x="41830813" y="6723959"/>
            <a:ext cx="48456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36950902-50E2-B25C-E71B-BA97DE93724C}"/>
              </a:ext>
            </a:extLst>
          </p:cNvPr>
          <p:cNvSpPr/>
          <p:nvPr/>
        </p:nvSpPr>
        <p:spPr>
          <a:xfrm>
            <a:off x="41074307" y="6471949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7A2B9980-13E6-6ADF-BAC9-3C14C6694884}"/>
              </a:ext>
            </a:extLst>
          </p:cNvPr>
          <p:cNvSpPr/>
          <p:nvPr/>
        </p:nvSpPr>
        <p:spPr>
          <a:xfrm>
            <a:off x="41271829" y="11750374"/>
            <a:ext cx="565607" cy="56560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EDDB4A2-F4DF-1097-91A6-1D631DA91B61}"/>
              </a:ext>
            </a:extLst>
          </p:cNvPr>
          <p:cNvCxnSpPr>
            <a:cxnSpLocks/>
          </p:cNvCxnSpPr>
          <p:nvPr/>
        </p:nvCxnSpPr>
        <p:spPr>
          <a:xfrm>
            <a:off x="45921089" y="11998098"/>
            <a:ext cx="840922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D392A0AD-5585-DD4F-6ADC-7682C9F559FE}"/>
              </a:ext>
            </a:extLst>
          </p:cNvPr>
          <p:cNvCxnSpPr>
            <a:cxnSpLocks/>
          </p:cNvCxnSpPr>
          <p:nvPr/>
        </p:nvCxnSpPr>
        <p:spPr>
          <a:xfrm flipH="1">
            <a:off x="45921089" y="12228112"/>
            <a:ext cx="850170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B1FBE04-9CA5-1C41-FC24-1248018584A3}"/>
              </a:ext>
            </a:extLst>
          </p:cNvPr>
          <p:cNvSpPr txBox="1"/>
          <p:nvPr/>
        </p:nvSpPr>
        <p:spPr>
          <a:xfrm>
            <a:off x="41287095" y="9307774"/>
            <a:ext cx="6082947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Action 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DAA7282-C458-CC87-7EE3-317610E0BB51}"/>
              </a:ext>
            </a:extLst>
          </p:cNvPr>
          <p:cNvSpPr txBox="1"/>
          <p:nvPr/>
        </p:nvSpPr>
        <p:spPr>
          <a:xfrm>
            <a:off x="41547730" y="5160993"/>
            <a:ext cx="5526706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Action 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823AF6C-EA47-20C8-9974-0489653F458C}"/>
              </a:ext>
            </a:extLst>
          </p:cNvPr>
          <p:cNvSpPr/>
          <p:nvPr/>
        </p:nvSpPr>
        <p:spPr>
          <a:xfrm>
            <a:off x="36673406" y="5880236"/>
            <a:ext cx="896324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9CAEAB5-8206-8DBB-700D-FB0B5DF3CF66}"/>
              </a:ext>
            </a:extLst>
          </p:cNvPr>
          <p:cNvSpPr txBox="1"/>
          <p:nvPr/>
        </p:nvSpPr>
        <p:spPr>
          <a:xfrm>
            <a:off x="29769927" y="2883295"/>
            <a:ext cx="7290778" cy="1169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F7189ED-8477-E1A6-0F1C-529E261702D3}"/>
              </a:ext>
            </a:extLst>
          </p:cNvPr>
          <p:cNvSpPr txBox="1"/>
          <p:nvPr/>
        </p:nvSpPr>
        <p:spPr>
          <a:xfrm>
            <a:off x="41953188" y="2860667"/>
            <a:ext cx="4215578" cy="1169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99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45E7D39-602E-3BAE-8B61-946DDE64D734}"/>
              </a:ext>
            </a:extLst>
          </p:cNvPr>
          <p:cNvCxnSpPr>
            <a:cxnSpLocks/>
          </p:cNvCxnSpPr>
          <p:nvPr/>
        </p:nvCxnSpPr>
        <p:spPr>
          <a:xfrm>
            <a:off x="38534960" y="2949324"/>
            <a:ext cx="0" cy="9900000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89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</TotalTime>
  <Words>48</Words>
  <Application>Microsoft Office PowerPoint</Application>
  <PresentationFormat>Custom</PresentationFormat>
  <Paragraphs>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17</cp:revision>
  <dcterms:created xsi:type="dcterms:W3CDTF">2026-06-05T22:39:22Z</dcterms:created>
  <dcterms:modified xsi:type="dcterms:W3CDTF">2026-06-22T22:11:52Z</dcterms:modified>
</cp:coreProperties>
</file>