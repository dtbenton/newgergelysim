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5185E-D07D-C460-8955-7E6CBB118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64F44A-079E-F6A8-6192-C8E6CB1343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2BA3E-A274-F096-E935-988D197EF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2D981-1671-63CE-6BD4-CA2DFABBA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E9850-B3ED-8E83-2F83-4421A5F1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339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A51AE-623A-327D-2F34-653338AA2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925BF5-3B5C-A83A-DE17-69298B53B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87A019-5548-6910-69D4-AB04253A5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4ADE2-FDA7-4006-623D-138470923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BB4D9-A8C6-F257-39FD-179A27B43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5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DC61B-4C2E-D826-0A6D-BFFD4DB30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AEAE7-5221-155C-A699-E0E60CA90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2EB98-7991-B0CC-174F-AA80BCB21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FE925-63E6-38DA-3628-C40B0A280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E9F4E-B2DC-3885-0222-7E65F55B0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40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7C9E6-096F-712F-3FEB-0718280DF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969EC-14E1-0C9C-EB9F-A55A1C8C52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86312E-DCA7-1E35-ECA8-98A48BD1A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C988CE-F676-603E-41C2-D136DD7C5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51C3F-79CF-B007-5D18-963DF7F5D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7AE156-71CA-09C0-B68D-DD8FE9D09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578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377AF-8C33-8953-3B5B-DD802774D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4C95D-B561-5D36-375F-0D4926CD7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81A760-EA43-E3A0-D21C-35E91DBC99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3373C3-5392-F4FF-A4EB-7B19FB85B0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6699D0-949B-8DD0-C5E0-75686F6159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DBB0DE-19FC-CEA6-13C3-AE80A92173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278941-B8D1-5635-4141-E1823BE29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D06DCF-A239-2AA2-67DE-EF245D1CE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721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9D013-2D87-2C5C-4275-1F6001460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C5F790-526C-0127-1621-DA46B3719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D04DA5-0279-B2F2-7A54-26216579F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D1960D-04BA-055F-C3D7-E43A1B8A0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534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FDC142-A645-4170-FA32-FA30CFB86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7383CD-94F3-568E-D8F7-089E97F34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5FA20B-96BF-E0AC-1511-7B46B6270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527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6B954-39B3-3775-EC55-D7C6A7267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2361C-445B-6CD5-28BC-666E865472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D0C503-205C-B868-0656-B2BF29F4C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9B923D-FC75-7B8A-6F15-2EFEACB3D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FB9432-79E4-375A-B3EA-82FCADAA9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0CFBC0-239E-7458-725B-9A30E330A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753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D312B-3EA4-63AC-1FDB-6D132A331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A376B5-0F6E-46D8-9742-65C3E80397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6EDF87-16EB-AB0F-909D-F1EEB91EEB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679E5-A2DF-E48A-1A38-1E1DF3179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615FDD-F7D3-89F4-CFA1-CA6DE2966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05E56-C70E-53BC-9061-BB1226DB7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816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BD0E4-D645-8E66-54CE-8DE152C48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80CADF-4C63-7DB1-EA53-DF8461787D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5FA86-3627-9549-0DF8-94C73FCB1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EE4F2-2969-863A-2357-A4C73FB16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E4F8F1-659F-3012-2951-85F4DEC79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13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D6210E-DFA5-7F6D-A4E8-DFC11B598E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3C3AF8-29DE-760E-F4E8-FFBA5CF50D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19AB5-84B6-EBB5-A5D9-A1A663DB7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0AFF0-F3EA-4DCF-802E-2F511665047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0A675-B940-229E-2BDA-6DB5B2BBD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4A922-EFAA-9A28-6B07-EE0F11229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990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DBC786-4D63-67E3-AA1B-F19EF9AAB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C0B8D9-C0CA-1571-69AF-F3940B93A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9CE7C-702E-716C-3BD5-50F02C2FC2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C0AFF0-F3EA-4DCF-802E-2F511665047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E099B-8D74-5428-4F34-B97A332C87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5A739-FC95-32F2-560C-646A8C1FF6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CE5272-3D41-43D0-A5D8-3C8DD7F35E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332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9D625-5084-803B-1768-C903DF84DF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7767D3-9015-399C-4E83-1F314CE1515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946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9062768-29E0-3550-AF73-358A588DFF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926" y="-15747"/>
            <a:ext cx="10348148" cy="68580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3B21C1E7-DB52-5330-2C56-CF6DE5E9AF9B}"/>
              </a:ext>
            </a:extLst>
          </p:cNvPr>
          <p:cNvSpPr/>
          <p:nvPr/>
        </p:nvSpPr>
        <p:spPr>
          <a:xfrm>
            <a:off x="921926" y="4619625"/>
            <a:ext cx="10203274" cy="216217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049EE00-7963-9986-9096-77D6FADEFB33}"/>
              </a:ext>
            </a:extLst>
          </p:cNvPr>
          <p:cNvSpPr/>
          <p:nvPr/>
        </p:nvSpPr>
        <p:spPr>
          <a:xfrm>
            <a:off x="921926" y="76200"/>
            <a:ext cx="10203274" cy="1852188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0D2B0E7-9A42-93BE-E28C-736B10EFB47C}"/>
              </a:ext>
            </a:extLst>
          </p:cNvPr>
          <p:cNvCxnSpPr/>
          <p:nvPr/>
        </p:nvCxnSpPr>
        <p:spPr>
          <a:xfrm flipV="1">
            <a:off x="4861709" y="3261609"/>
            <a:ext cx="0" cy="12946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A8092CC-461C-0B86-A09A-5AECB0B383DD}"/>
              </a:ext>
            </a:extLst>
          </p:cNvPr>
          <p:cNvCxnSpPr>
            <a:cxnSpLocks/>
          </p:cNvCxnSpPr>
          <p:nvPr/>
        </p:nvCxnSpPr>
        <p:spPr>
          <a:xfrm flipV="1">
            <a:off x="5231390" y="1994123"/>
            <a:ext cx="0" cy="4684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684FF3CE-5890-A477-8282-63211F1B2FEE}"/>
              </a:ext>
            </a:extLst>
          </p:cNvPr>
          <p:cNvSpPr txBox="1"/>
          <p:nvPr/>
        </p:nvSpPr>
        <p:spPr>
          <a:xfrm>
            <a:off x="6581871" y="2797522"/>
            <a:ext cx="7409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Recurrent </a:t>
            </a:r>
            <a:b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</a:p>
        </p:txBody>
      </p:sp>
      <p:cxnSp>
        <p:nvCxnSpPr>
          <p:cNvPr id="40" name="Connector: Curved 39">
            <a:extLst>
              <a:ext uri="{FF2B5EF4-FFF2-40B4-BE49-F238E27FC236}">
                <a16:creationId xmlns:a16="http://schemas.microsoft.com/office/drawing/2014/main" id="{DCB09AF2-D732-44F6-9E88-5816B3205455}"/>
              </a:ext>
            </a:extLst>
          </p:cNvPr>
          <p:cNvCxnSpPr>
            <a:cxnSpLocks/>
          </p:cNvCxnSpPr>
          <p:nvPr/>
        </p:nvCxnSpPr>
        <p:spPr>
          <a:xfrm>
            <a:off x="5996404" y="2797522"/>
            <a:ext cx="585467" cy="563973"/>
          </a:xfrm>
          <a:prstGeom prst="curvedConnector3">
            <a:avLst>
              <a:gd name="adj1" fmla="val 101030"/>
            </a:avLst>
          </a:prstGeom>
          <a:ln w="38100">
            <a:solidFill>
              <a:schemeClr val="tx1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D4E7DEDD-1DC3-DE60-07BE-6186B153B6A7}"/>
              </a:ext>
            </a:extLst>
          </p:cNvPr>
          <p:cNvCxnSpPr>
            <a:cxnSpLocks/>
          </p:cNvCxnSpPr>
          <p:nvPr/>
        </p:nvCxnSpPr>
        <p:spPr>
          <a:xfrm rot="16200000" flipV="1">
            <a:off x="5097183" y="3277326"/>
            <a:ext cx="463055" cy="390812"/>
          </a:xfrm>
          <a:prstGeom prst="bentConnector3">
            <a:avLst>
              <a:gd name="adj1" fmla="val -834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1749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E3AD5F-526E-8141-AC8A-8AF5B8D1F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4660" y="0"/>
            <a:ext cx="8186919" cy="629763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A4C7CB9-B9A4-20CD-D8FF-6671B98C0D1C}"/>
              </a:ext>
            </a:extLst>
          </p:cNvPr>
          <p:cNvSpPr/>
          <p:nvPr/>
        </p:nvSpPr>
        <p:spPr>
          <a:xfrm>
            <a:off x="114300" y="1076326"/>
            <a:ext cx="3548634" cy="376856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5708BE-71A7-275A-756F-0705708FDD96}"/>
              </a:ext>
            </a:extLst>
          </p:cNvPr>
          <p:cNvSpPr txBox="1"/>
          <p:nvPr/>
        </p:nvSpPr>
        <p:spPr>
          <a:xfrm>
            <a:off x="8448675" y="2181225"/>
            <a:ext cx="104445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/>
              <a:t>Recurrent </a:t>
            </a:r>
            <a:br>
              <a:rPr lang="en-US" sz="1500" dirty="0"/>
            </a:br>
            <a:r>
              <a:rPr lang="en-US" sz="1500" dirty="0"/>
              <a:t>Feedback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30A1C8-BBA5-0F8A-CD16-37A7D129A462}"/>
              </a:ext>
            </a:extLst>
          </p:cNvPr>
          <p:cNvSpPr txBox="1"/>
          <p:nvPr/>
        </p:nvSpPr>
        <p:spPr>
          <a:xfrm>
            <a:off x="340421" y="1705570"/>
            <a:ext cx="3322513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(1) Object Left</a:t>
            </a:r>
          </a:p>
          <a:p>
            <a:r>
              <a:rPr lang="en-US" dirty="0"/>
              <a:t>(2) Object Right</a:t>
            </a:r>
          </a:p>
          <a:p>
            <a:r>
              <a:rPr lang="en-US" dirty="0"/>
              <a:t>(3) Horizontal Position</a:t>
            </a:r>
          </a:p>
          <a:p>
            <a:r>
              <a:rPr lang="en-US" dirty="0"/>
              <a:t>(4) Obstacle Horizontal Position</a:t>
            </a:r>
          </a:p>
          <a:p>
            <a:r>
              <a:rPr lang="en-US" dirty="0"/>
              <a:t>(5) Obstacle Height</a:t>
            </a:r>
          </a:p>
          <a:p>
            <a:r>
              <a:rPr lang="en-US" dirty="0"/>
              <a:t>(6) Arc Apex-Obstacle Gap</a:t>
            </a:r>
          </a:p>
          <a:p>
            <a:r>
              <a:rPr lang="en-US" dirty="0"/>
              <a:t>(7) Spatial Adjacency</a:t>
            </a:r>
          </a:p>
          <a:p>
            <a:r>
              <a:rPr lang="en-US" dirty="0"/>
              <a:t>(8) Arc Peak Height</a:t>
            </a:r>
          </a:p>
          <a:p>
            <a:r>
              <a:rPr lang="en-US" dirty="0"/>
              <a:t>(9) Kinematic Motion Type</a:t>
            </a:r>
          </a:p>
          <a:p>
            <a:r>
              <a:rPr lang="en-US" dirty="0"/>
              <a:t>(10) Surface Property Left</a:t>
            </a:r>
          </a:p>
          <a:p>
            <a:r>
              <a:rPr lang="en-US" dirty="0"/>
              <a:t>(11) Surface Property right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EE4A59-4734-0DB8-0F25-FDD58050BF50}"/>
              </a:ext>
            </a:extLst>
          </p:cNvPr>
          <p:cNvSpPr txBox="1"/>
          <p:nvPr/>
        </p:nvSpPr>
        <p:spPr>
          <a:xfrm>
            <a:off x="209550" y="1228725"/>
            <a:ext cx="2729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Input and Output groups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365399-E198-1486-8DFA-22B4D0320300}"/>
              </a:ext>
            </a:extLst>
          </p:cNvPr>
          <p:cNvSpPr txBox="1"/>
          <p:nvPr/>
        </p:nvSpPr>
        <p:spPr>
          <a:xfrm>
            <a:off x="6720840" y="276106"/>
            <a:ext cx="1371600" cy="338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Output layer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3C7374-771C-80A0-E496-468827C5B319}"/>
              </a:ext>
            </a:extLst>
          </p:cNvPr>
          <p:cNvSpPr txBox="1"/>
          <p:nvPr/>
        </p:nvSpPr>
        <p:spPr>
          <a:xfrm>
            <a:off x="6720840" y="4052804"/>
            <a:ext cx="1371600" cy="338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Input layer</a:t>
            </a:r>
          </a:p>
        </p:txBody>
      </p:sp>
    </p:spTree>
    <p:extLst>
      <p:ext uri="{BB962C8B-B14F-4D97-AF65-F5344CB8AC3E}">
        <p14:creationId xmlns:p14="http://schemas.microsoft.com/office/powerpoint/2010/main" val="4067334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4656B08-1A3E-FD9B-4027-02DF5277B0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851616"/>
              </p:ext>
            </p:extLst>
          </p:nvPr>
        </p:nvGraphicFramePr>
        <p:xfrm>
          <a:off x="779780" y="117856"/>
          <a:ext cx="1286765" cy="184912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57353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1929316276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399943241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51922832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3032176536"/>
                    </a:ext>
                  </a:extLst>
                </a:gridCol>
              </a:tblGrid>
              <a:tr h="3307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7171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8844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537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701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BDF3E8-022C-04DF-44FA-BEA3AEE86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2093678"/>
              </p:ext>
            </p:extLst>
          </p:nvPr>
        </p:nvGraphicFramePr>
        <p:xfrm>
          <a:off x="164084" y="1596136"/>
          <a:ext cx="228918" cy="37084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448910-36FF-3999-BFC6-B5FCB2F7D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3656"/>
              </p:ext>
            </p:extLst>
          </p:nvPr>
        </p:nvGraphicFramePr>
        <p:xfrm>
          <a:off x="2389315" y="1596136"/>
          <a:ext cx="228918" cy="37084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sp>
        <p:nvSpPr>
          <p:cNvPr id="20" name="Arc 19">
            <a:extLst>
              <a:ext uri="{FF2B5EF4-FFF2-40B4-BE49-F238E27FC236}">
                <a16:creationId xmlns:a16="http://schemas.microsoft.com/office/drawing/2014/main" id="{B8C0B4EA-72E0-E77F-83FF-97687CFB76EC}"/>
              </a:ext>
            </a:extLst>
          </p:cNvPr>
          <p:cNvSpPr/>
          <p:nvPr/>
        </p:nvSpPr>
        <p:spPr>
          <a:xfrm rot="16424262">
            <a:off x="2053754" y="757543"/>
            <a:ext cx="437712" cy="366087"/>
          </a:xfrm>
          <a:prstGeom prst="arc">
            <a:avLst>
              <a:gd name="adj1" fmla="val 16200000"/>
              <a:gd name="adj2" fmla="val 15058513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D15E421F-EA38-63E5-B592-8EAFE2D3A5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082639"/>
              </p:ext>
            </p:extLst>
          </p:nvPr>
        </p:nvGraphicFramePr>
        <p:xfrm>
          <a:off x="5010404" y="117856"/>
          <a:ext cx="1286765" cy="184912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57353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1929316276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399943241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51922832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3032176536"/>
                    </a:ext>
                  </a:extLst>
                </a:gridCol>
              </a:tblGrid>
              <a:tr h="3307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7171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8844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537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701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61406604-FE54-9B0E-16EA-FCCA973CFD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9238304"/>
              </p:ext>
            </p:extLst>
          </p:nvPr>
        </p:nvGraphicFramePr>
        <p:xfrm>
          <a:off x="4394708" y="1596136"/>
          <a:ext cx="228918" cy="37084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DD190A05-E60A-E095-55A1-5B1032EC79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948750"/>
              </p:ext>
            </p:extLst>
          </p:nvPr>
        </p:nvGraphicFramePr>
        <p:xfrm>
          <a:off x="6619939" y="1596136"/>
          <a:ext cx="228918" cy="37084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sp>
        <p:nvSpPr>
          <p:cNvPr id="24" name="Arc 23">
            <a:extLst>
              <a:ext uri="{FF2B5EF4-FFF2-40B4-BE49-F238E27FC236}">
                <a16:creationId xmlns:a16="http://schemas.microsoft.com/office/drawing/2014/main" id="{F1FA9CA6-7265-DD81-51E4-9E2A955CEDA5}"/>
              </a:ext>
            </a:extLst>
          </p:cNvPr>
          <p:cNvSpPr/>
          <p:nvPr/>
        </p:nvSpPr>
        <p:spPr>
          <a:xfrm rot="16424262">
            <a:off x="6284378" y="757543"/>
            <a:ext cx="437712" cy="366087"/>
          </a:xfrm>
          <a:prstGeom prst="arc">
            <a:avLst>
              <a:gd name="adj1" fmla="val 16200000"/>
              <a:gd name="adj2" fmla="val 15058513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18830A4F-584A-33C2-9409-BCBCAF3F3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425530"/>
              </p:ext>
            </p:extLst>
          </p:nvPr>
        </p:nvGraphicFramePr>
        <p:xfrm>
          <a:off x="9573767" y="117856"/>
          <a:ext cx="1286765" cy="184912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57353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1929316276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399943241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51922832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3032176536"/>
                    </a:ext>
                  </a:extLst>
                </a:gridCol>
              </a:tblGrid>
              <a:tr h="3307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7171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8844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537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701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9AA3B217-ACBB-E65B-F716-06BB8CB78F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907572"/>
              </p:ext>
            </p:extLst>
          </p:nvPr>
        </p:nvGraphicFramePr>
        <p:xfrm>
          <a:off x="8958071" y="1596136"/>
          <a:ext cx="228918" cy="37084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359B7EA3-16EA-7027-A03D-2AD7ED48B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071617"/>
              </p:ext>
            </p:extLst>
          </p:nvPr>
        </p:nvGraphicFramePr>
        <p:xfrm>
          <a:off x="11183302" y="1596136"/>
          <a:ext cx="228918" cy="37084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sp>
        <p:nvSpPr>
          <p:cNvPr id="28" name="Arc 27">
            <a:extLst>
              <a:ext uri="{FF2B5EF4-FFF2-40B4-BE49-F238E27FC236}">
                <a16:creationId xmlns:a16="http://schemas.microsoft.com/office/drawing/2014/main" id="{059C576B-4DD3-2B22-7A51-DEBEAAA283D9}"/>
              </a:ext>
            </a:extLst>
          </p:cNvPr>
          <p:cNvSpPr/>
          <p:nvPr/>
        </p:nvSpPr>
        <p:spPr>
          <a:xfrm rot="16424262">
            <a:off x="10847741" y="757543"/>
            <a:ext cx="437712" cy="366087"/>
          </a:xfrm>
          <a:prstGeom prst="arc">
            <a:avLst>
              <a:gd name="adj1" fmla="val 16200000"/>
              <a:gd name="adj2" fmla="val 15058513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9C0D0AD2-B08E-0F1B-37A4-6A92C93B6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8275702"/>
              </p:ext>
            </p:extLst>
          </p:nvPr>
        </p:nvGraphicFramePr>
        <p:xfrm>
          <a:off x="779780" y="2556256"/>
          <a:ext cx="1286765" cy="184912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57353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1929316276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399943241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51922832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3032176536"/>
                    </a:ext>
                  </a:extLst>
                </a:gridCol>
              </a:tblGrid>
              <a:tr h="3307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7171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8844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537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701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C4930C7F-53CC-C31F-8469-B4C669D3CF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371168"/>
              </p:ext>
            </p:extLst>
          </p:nvPr>
        </p:nvGraphicFramePr>
        <p:xfrm>
          <a:off x="164084" y="4034536"/>
          <a:ext cx="228918" cy="37084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31" name="Table 30">
            <a:extLst>
              <a:ext uri="{FF2B5EF4-FFF2-40B4-BE49-F238E27FC236}">
                <a16:creationId xmlns:a16="http://schemas.microsoft.com/office/drawing/2014/main" id="{02BFCD4E-F172-9BF5-03CB-7CBAF43FD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1206250"/>
              </p:ext>
            </p:extLst>
          </p:nvPr>
        </p:nvGraphicFramePr>
        <p:xfrm>
          <a:off x="2389315" y="4034536"/>
          <a:ext cx="228918" cy="37084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sp>
        <p:nvSpPr>
          <p:cNvPr id="32" name="Arc 31">
            <a:extLst>
              <a:ext uri="{FF2B5EF4-FFF2-40B4-BE49-F238E27FC236}">
                <a16:creationId xmlns:a16="http://schemas.microsoft.com/office/drawing/2014/main" id="{CF5B543A-A417-9228-2A70-06D79064E94D}"/>
              </a:ext>
            </a:extLst>
          </p:cNvPr>
          <p:cNvSpPr/>
          <p:nvPr/>
        </p:nvSpPr>
        <p:spPr>
          <a:xfrm rot="16424262">
            <a:off x="2053754" y="3195943"/>
            <a:ext cx="437712" cy="366087"/>
          </a:xfrm>
          <a:prstGeom prst="arc">
            <a:avLst>
              <a:gd name="adj1" fmla="val 16200000"/>
              <a:gd name="adj2" fmla="val 15058513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2D1EF7DB-1223-A198-BCEC-335A48E25C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741687"/>
              </p:ext>
            </p:extLst>
          </p:nvPr>
        </p:nvGraphicFramePr>
        <p:xfrm>
          <a:off x="5010404" y="2556256"/>
          <a:ext cx="1286765" cy="184912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57353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1929316276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399943241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51922832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3032176536"/>
                    </a:ext>
                  </a:extLst>
                </a:gridCol>
              </a:tblGrid>
              <a:tr h="3307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7171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8844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537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701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13A706D4-E60B-57B8-3C3E-FED585DA3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774263"/>
              </p:ext>
            </p:extLst>
          </p:nvPr>
        </p:nvGraphicFramePr>
        <p:xfrm>
          <a:off x="4394708" y="4034536"/>
          <a:ext cx="228918" cy="37084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F4A05E98-C091-2D7D-90C6-533A5D994C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8747762"/>
              </p:ext>
            </p:extLst>
          </p:nvPr>
        </p:nvGraphicFramePr>
        <p:xfrm>
          <a:off x="6619939" y="4034536"/>
          <a:ext cx="228918" cy="37084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sp>
        <p:nvSpPr>
          <p:cNvPr id="36" name="Arc 35">
            <a:extLst>
              <a:ext uri="{FF2B5EF4-FFF2-40B4-BE49-F238E27FC236}">
                <a16:creationId xmlns:a16="http://schemas.microsoft.com/office/drawing/2014/main" id="{C0414294-E390-596D-21E2-63AF1DDEC2FB}"/>
              </a:ext>
            </a:extLst>
          </p:cNvPr>
          <p:cNvSpPr/>
          <p:nvPr/>
        </p:nvSpPr>
        <p:spPr>
          <a:xfrm rot="16424262">
            <a:off x="6284378" y="3195943"/>
            <a:ext cx="437712" cy="366087"/>
          </a:xfrm>
          <a:prstGeom prst="arc">
            <a:avLst>
              <a:gd name="adj1" fmla="val 16200000"/>
              <a:gd name="adj2" fmla="val 15058513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0B0F7F80-9753-ED26-2354-7FDB9AA102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093349"/>
              </p:ext>
            </p:extLst>
          </p:nvPr>
        </p:nvGraphicFramePr>
        <p:xfrm>
          <a:off x="9573767" y="2556256"/>
          <a:ext cx="1286765" cy="184912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57353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1929316276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399943241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51922832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3032176536"/>
                    </a:ext>
                  </a:extLst>
                </a:gridCol>
              </a:tblGrid>
              <a:tr h="3307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7171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8844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537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701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BB17B825-1F3F-C4B8-8ED8-3485506B64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272555"/>
              </p:ext>
            </p:extLst>
          </p:nvPr>
        </p:nvGraphicFramePr>
        <p:xfrm>
          <a:off x="8958071" y="4034536"/>
          <a:ext cx="228918" cy="37084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460371C3-74D7-FBBE-EC71-65978A7E9F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949557"/>
              </p:ext>
            </p:extLst>
          </p:nvPr>
        </p:nvGraphicFramePr>
        <p:xfrm>
          <a:off x="11183302" y="4034536"/>
          <a:ext cx="228918" cy="37084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sp>
        <p:nvSpPr>
          <p:cNvPr id="40" name="Arc 39">
            <a:extLst>
              <a:ext uri="{FF2B5EF4-FFF2-40B4-BE49-F238E27FC236}">
                <a16:creationId xmlns:a16="http://schemas.microsoft.com/office/drawing/2014/main" id="{A8D3C651-C28C-C67A-532E-81ECF25E8273}"/>
              </a:ext>
            </a:extLst>
          </p:cNvPr>
          <p:cNvSpPr/>
          <p:nvPr/>
        </p:nvSpPr>
        <p:spPr>
          <a:xfrm rot="16424262">
            <a:off x="10847741" y="3195943"/>
            <a:ext cx="437712" cy="366087"/>
          </a:xfrm>
          <a:prstGeom prst="arc">
            <a:avLst>
              <a:gd name="adj1" fmla="val 16200000"/>
              <a:gd name="adj2" fmla="val 15058513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C3D67B43-F715-2920-A859-794A7C1C9E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579580"/>
              </p:ext>
            </p:extLst>
          </p:nvPr>
        </p:nvGraphicFramePr>
        <p:xfrm>
          <a:off x="779780" y="4702048"/>
          <a:ext cx="1286765" cy="184912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57353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1929316276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399943241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51922832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3032176536"/>
                    </a:ext>
                  </a:extLst>
                </a:gridCol>
              </a:tblGrid>
              <a:tr h="3307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7171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8844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537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701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6EC95CF5-FFC9-BC07-0191-520FC54E87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990787"/>
              </p:ext>
            </p:extLst>
          </p:nvPr>
        </p:nvGraphicFramePr>
        <p:xfrm>
          <a:off x="164084" y="6180328"/>
          <a:ext cx="228918" cy="37084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5E680C48-5862-F71A-8BC9-FE69A1B0D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192743"/>
              </p:ext>
            </p:extLst>
          </p:nvPr>
        </p:nvGraphicFramePr>
        <p:xfrm>
          <a:off x="2389315" y="6180328"/>
          <a:ext cx="228918" cy="37084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sp>
        <p:nvSpPr>
          <p:cNvPr id="44" name="Arc 43">
            <a:extLst>
              <a:ext uri="{FF2B5EF4-FFF2-40B4-BE49-F238E27FC236}">
                <a16:creationId xmlns:a16="http://schemas.microsoft.com/office/drawing/2014/main" id="{AF55158B-5102-FC5D-8901-DEA9137AC08D}"/>
              </a:ext>
            </a:extLst>
          </p:cNvPr>
          <p:cNvSpPr/>
          <p:nvPr/>
        </p:nvSpPr>
        <p:spPr>
          <a:xfrm rot="16424262">
            <a:off x="2053754" y="5341735"/>
            <a:ext cx="437712" cy="366087"/>
          </a:xfrm>
          <a:prstGeom prst="arc">
            <a:avLst>
              <a:gd name="adj1" fmla="val 16200000"/>
              <a:gd name="adj2" fmla="val 15058513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5" name="Table 44">
            <a:extLst>
              <a:ext uri="{FF2B5EF4-FFF2-40B4-BE49-F238E27FC236}">
                <a16:creationId xmlns:a16="http://schemas.microsoft.com/office/drawing/2014/main" id="{6B02517B-4E5F-51A7-5E6D-E22E1025A6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998384"/>
              </p:ext>
            </p:extLst>
          </p:nvPr>
        </p:nvGraphicFramePr>
        <p:xfrm>
          <a:off x="5010404" y="4702048"/>
          <a:ext cx="1286765" cy="184912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57353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1929316276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399943241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51922832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3032176536"/>
                    </a:ext>
                  </a:extLst>
                </a:gridCol>
              </a:tblGrid>
              <a:tr h="3307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7171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8844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537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701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46" name="Table 45">
            <a:extLst>
              <a:ext uri="{FF2B5EF4-FFF2-40B4-BE49-F238E27FC236}">
                <a16:creationId xmlns:a16="http://schemas.microsoft.com/office/drawing/2014/main" id="{E2148B17-B00C-3C1D-9B13-1F7DBAE10B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507340"/>
              </p:ext>
            </p:extLst>
          </p:nvPr>
        </p:nvGraphicFramePr>
        <p:xfrm>
          <a:off x="4394708" y="6180328"/>
          <a:ext cx="228918" cy="37084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EABAB01E-0BCE-CE25-B745-444C21D562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142819"/>
              </p:ext>
            </p:extLst>
          </p:nvPr>
        </p:nvGraphicFramePr>
        <p:xfrm>
          <a:off x="6619939" y="6180328"/>
          <a:ext cx="228918" cy="37084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sp>
        <p:nvSpPr>
          <p:cNvPr id="48" name="Arc 47">
            <a:extLst>
              <a:ext uri="{FF2B5EF4-FFF2-40B4-BE49-F238E27FC236}">
                <a16:creationId xmlns:a16="http://schemas.microsoft.com/office/drawing/2014/main" id="{9CD9C7D3-6A2D-0CB4-97DC-B4568EA9751C}"/>
              </a:ext>
            </a:extLst>
          </p:cNvPr>
          <p:cNvSpPr/>
          <p:nvPr/>
        </p:nvSpPr>
        <p:spPr>
          <a:xfrm rot="16424262">
            <a:off x="6284378" y="5341735"/>
            <a:ext cx="437712" cy="366087"/>
          </a:xfrm>
          <a:prstGeom prst="arc">
            <a:avLst>
              <a:gd name="adj1" fmla="val 16200000"/>
              <a:gd name="adj2" fmla="val 15058513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6074A772-702C-E3AB-D2AE-B28D5D325F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631339"/>
              </p:ext>
            </p:extLst>
          </p:nvPr>
        </p:nvGraphicFramePr>
        <p:xfrm>
          <a:off x="9573767" y="4702048"/>
          <a:ext cx="1286765" cy="184912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57353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1929316276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399943241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251922832"/>
                    </a:ext>
                  </a:extLst>
                </a:gridCol>
                <a:gridCol w="257353">
                  <a:extLst>
                    <a:ext uri="{9D8B030D-6E8A-4147-A177-3AD203B41FA5}">
                      <a16:colId xmlns:a16="http://schemas.microsoft.com/office/drawing/2014/main" val="3032176536"/>
                    </a:ext>
                  </a:extLst>
                </a:gridCol>
              </a:tblGrid>
              <a:tr h="3307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7171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8844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3537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2701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7365B425-3B43-7515-95F2-966ADAB24F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5463070"/>
              </p:ext>
            </p:extLst>
          </p:nvPr>
        </p:nvGraphicFramePr>
        <p:xfrm>
          <a:off x="8958071" y="6180328"/>
          <a:ext cx="228918" cy="37084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DD4219A8-D6D6-19FA-10E3-24F78A0C1D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311752"/>
              </p:ext>
            </p:extLst>
          </p:nvPr>
        </p:nvGraphicFramePr>
        <p:xfrm>
          <a:off x="11183302" y="6180328"/>
          <a:ext cx="228918" cy="37084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228918">
                  <a:extLst>
                    <a:ext uri="{9D8B030D-6E8A-4147-A177-3AD203B41FA5}">
                      <a16:colId xmlns:a16="http://schemas.microsoft.com/office/drawing/2014/main" val="13100311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916188"/>
                  </a:ext>
                </a:extLst>
              </a:tr>
            </a:tbl>
          </a:graphicData>
        </a:graphic>
      </p:graphicFrame>
      <p:sp>
        <p:nvSpPr>
          <p:cNvPr id="52" name="Arc 51">
            <a:extLst>
              <a:ext uri="{FF2B5EF4-FFF2-40B4-BE49-F238E27FC236}">
                <a16:creationId xmlns:a16="http://schemas.microsoft.com/office/drawing/2014/main" id="{19166D07-3BB5-689A-D51C-73598CEEA2B2}"/>
              </a:ext>
            </a:extLst>
          </p:cNvPr>
          <p:cNvSpPr/>
          <p:nvPr/>
        </p:nvSpPr>
        <p:spPr>
          <a:xfrm rot="16424262">
            <a:off x="10847741" y="5341735"/>
            <a:ext cx="437712" cy="366087"/>
          </a:xfrm>
          <a:prstGeom prst="arc">
            <a:avLst>
              <a:gd name="adj1" fmla="val 16200000"/>
              <a:gd name="adj2" fmla="val 15058513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A6F8B9E-1AF4-DD89-64B3-5350AA1D5BA2}"/>
              </a:ext>
            </a:extLst>
          </p:cNvPr>
          <p:cNvSpPr txBox="1"/>
          <p:nvPr/>
        </p:nvSpPr>
        <p:spPr>
          <a:xfrm>
            <a:off x="1221825" y="2038588"/>
            <a:ext cx="402674" cy="36933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baseline="-25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56289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76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Benton, Deon</dc:creator>
  <cp:lastModifiedBy>Benton, Deon</cp:lastModifiedBy>
  <cp:revision>9</cp:revision>
  <dcterms:created xsi:type="dcterms:W3CDTF">2025-07-09T22:20:24Z</dcterms:created>
  <dcterms:modified xsi:type="dcterms:W3CDTF">2026-05-16T05:38:27Z</dcterms:modified>
</cp:coreProperties>
</file>