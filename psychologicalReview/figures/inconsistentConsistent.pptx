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6"/>
  </p:notesMasterIdLst>
  <p:sldIdLst>
    <p:sldId id="256" r:id="rId2"/>
    <p:sldId id="260" r:id="rId3"/>
    <p:sldId id="261" r:id="rId4"/>
    <p:sldId id="262" r:id="rId5"/>
  </p:sldIdLst>
  <p:sldSz cx="24688800" cy="1645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7E5"/>
    <a:srgbClr val="98A2CF"/>
    <a:srgbClr val="8255AF"/>
    <a:srgbClr val="4E1787"/>
    <a:srgbClr val="B5ACA9"/>
    <a:srgbClr val="77AC59"/>
    <a:srgbClr val="4667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14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93CE44-9357-4236-8EA4-E91E599867E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B41BD-D242-44C0-8F16-4C452468E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34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B2B39-041B-4B62-5DEB-A737CA7B7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DEFC3-7160-F2C2-2C20-8145E3ABF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7D101B-53F4-9801-0C5B-637A5F07C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Experimental Condition: Inconsistent test event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EE5D9-C855-1954-7AD1-77E12841D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B41BD-D242-44C0-8F16-4C452468EA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36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FB271-1CA2-33BB-D5E3-DECF21134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EF56F-12B4-7802-EAD0-CDC9C81B7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AE80A-D06A-D7E5-E173-C398EFFEA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Experimental Condition: Consistent event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CB835-5553-F203-11B4-997E5B753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B41BD-D242-44C0-8F16-4C452468EA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2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8EE3C-1613-D058-D776-F11055763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55AF22-9E36-B717-5EC5-6452D3B56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C6CFB8-DB08-0A3E-EE7A-F591AEDC7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Experimental Condition: Consistent test event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AB5E0-0284-0ED7-E892-EBADF7C3F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B41BD-D242-44C0-8F16-4C452468EA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45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1660" y="2693671"/>
            <a:ext cx="20985480" cy="5730240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86100" y="8644891"/>
            <a:ext cx="18516600" cy="3973829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1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7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4498" y="4103375"/>
            <a:ext cx="21294090" cy="6846569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4498" y="11014715"/>
            <a:ext cx="21294090" cy="3600449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82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96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7355" y="4381500"/>
            <a:ext cx="1049274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498705" y="4381500"/>
            <a:ext cx="1049274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72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0571" y="876304"/>
            <a:ext cx="21294090" cy="31813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0573" y="4034791"/>
            <a:ext cx="10444518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00573" y="6012180"/>
            <a:ext cx="10444518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498706" y="4034791"/>
            <a:ext cx="10495956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498706" y="6012180"/>
            <a:ext cx="10495956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91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2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75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0571" y="1097280"/>
            <a:ext cx="7962781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95956" y="2369824"/>
            <a:ext cx="12498705" cy="11696700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00571" y="4937760"/>
            <a:ext cx="7962781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8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0571" y="1097280"/>
            <a:ext cx="7962781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95956" y="2369824"/>
            <a:ext cx="12498705" cy="116967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00571" y="4937760"/>
            <a:ext cx="7962781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29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574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667924" y="876300"/>
            <a:ext cx="5323523" cy="139484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7356" y="876300"/>
            <a:ext cx="15661958" cy="139484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D0C7A-7B10-4EE0-B5C6-C1F8E32A7DF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02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7355" y="876304"/>
            <a:ext cx="21294090" cy="3181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7355" y="4381500"/>
            <a:ext cx="21294090" cy="10443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97355" y="15255244"/>
            <a:ext cx="555498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4D0C7A-7B10-4EE0-B5C6-C1F8E32A7DF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78165" y="15255244"/>
            <a:ext cx="833247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36465" y="15255244"/>
            <a:ext cx="555498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EAA91-3385-4198-A6C5-79A5ED975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5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3E45B-E64A-EA40-B0DE-C5E69DA6B0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4BE2F-883F-9929-C4BA-92CADBDD96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66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1347A-C812-0894-06D9-0B3C7E9E0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0" name="Straight Arrow Connector 329">
            <a:extLst>
              <a:ext uri="{FF2B5EF4-FFF2-40B4-BE49-F238E27FC236}">
                <a16:creationId xmlns:a16="http://schemas.microsoft.com/office/drawing/2014/main" id="{ED6AD3B8-373B-DD0E-E776-8AABBAF86C76}"/>
              </a:ext>
            </a:extLst>
          </p:cNvPr>
          <p:cNvCxnSpPr>
            <a:cxnSpLocks/>
            <a:stCxn id="282" idx="3"/>
          </p:cNvCxnSpPr>
          <p:nvPr/>
        </p:nvCxnSpPr>
        <p:spPr>
          <a:xfrm>
            <a:off x="9141186" y="3782159"/>
            <a:ext cx="2545504" cy="9143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FCDC3861-37C7-0909-0A56-67B9FFDCC1CA}"/>
              </a:ext>
            </a:extLst>
          </p:cNvPr>
          <p:cNvCxnSpPr>
            <a:cxnSpLocks/>
            <a:stCxn id="100" idx="6"/>
            <a:endCxn id="121" idx="2"/>
          </p:cNvCxnSpPr>
          <p:nvPr/>
        </p:nvCxnSpPr>
        <p:spPr>
          <a:xfrm flipV="1">
            <a:off x="6985779" y="2910033"/>
            <a:ext cx="1701159" cy="37666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BD47A363-8946-3C5B-836E-208D947C75EB}"/>
              </a:ext>
            </a:extLst>
          </p:cNvPr>
          <p:cNvCxnSpPr>
            <a:cxnSpLocks/>
            <a:stCxn id="101" idx="6"/>
            <a:endCxn id="122" idx="2"/>
          </p:cNvCxnSpPr>
          <p:nvPr/>
        </p:nvCxnSpPr>
        <p:spPr>
          <a:xfrm flipV="1">
            <a:off x="6993801" y="3832496"/>
            <a:ext cx="1665938" cy="34537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99C498-6E73-DE0E-6856-E93AF2DC0BFC}"/>
              </a:ext>
            </a:extLst>
          </p:cNvPr>
          <p:cNvSpPr/>
          <p:nvPr/>
        </p:nvSpPr>
        <p:spPr>
          <a:xfrm>
            <a:off x="697832" y="1366971"/>
            <a:ext cx="5334011" cy="8088910"/>
          </a:xfrm>
          <a:prstGeom prst="roundRect">
            <a:avLst>
              <a:gd name="adj" fmla="val 2706"/>
            </a:avLst>
          </a:prstGeom>
          <a:noFill/>
          <a:ln>
            <a:solidFill>
              <a:srgbClr val="4667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5530C7-6A33-B484-F512-E02049935D71}"/>
              </a:ext>
            </a:extLst>
          </p:cNvPr>
          <p:cNvSpPr txBox="1"/>
          <p:nvPr/>
        </p:nvSpPr>
        <p:spPr>
          <a:xfrm>
            <a:off x="7602337" y="341536"/>
            <a:ext cx="7290778" cy="86177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Inconsistent test event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6F1051-B8DB-A8BA-A67A-626D8069F959}"/>
              </a:ext>
            </a:extLst>
          </p:cNvPr>
          <p:cNvSpPr txBox="1"/>
          <p:nvPr/>
        </p:nvSpPr>
        <p:spPr>
          <a:xfrm>
            <a:off x="848777" y="1382384"/>
            <a:ext cx="51244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input features (at test)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E9AE06-D58F-AA82-30DB-E1316AED0B4F}"/>
              </a:ext>
            </a:extLst>
          </p:cNvPr>
          <p:cNvSpPr txBox="1"/>
          <p:nvPr/>
        </p:nvSpPr>
        <p:spPr>
          <a:xfrm>
            <a:off x="1308634" y="3243117"/>
            <a:ext cx="47115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Horizontal Position:</a:t>
            </a:r>
          </a:p>
          <a:p>
            <a:pPr algn="ctr"/>
            <a:r>
              <a:rPr lang="en-US" sz="28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BC16A82-A057-A3AB-4D66-5763C31EF181}"/>
              </a:ext>
            </a:extLst>
          </p:cNvPr>
          <p:cNvSpPr/>
          <p:nvPr/>
        </p:nvSpPr>
        <p:spPr>
          <a:xfrm>
            <a:off x="6376754" y="1909326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7042522E-0CCE-5238-8EBA-108F3B6B6C10}"/>
              </a:ext>
            </a:extLst>
          </p:cNvPr>
          <p:cNvSpPr/>
          <p:nvPr/>
        </p:nvSpPr>
        <p:spPr>
          <a:xfrm>
            <a:off x="6384776" y="2518926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905FB46-3792-928B-C30E-397BA45A89E9}"/>
              </a:ext>
            </a:extLst>
          </p:cNvPr>
          <p:cNvSpPr/>
          <p:nvPr/>
        </p:nvSpPr>
        <p:spPr>
          <a:xfrm>
            <a:off x="6403953" y="3191850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A81DCBF6-23BE-E35A-95FF-13D1031AF315}"/>
              </a:ext>
            </a:extLst>
          </p:cNvPr>
          <p:cNvSpPr/>
          <p:nvPr/>
        </p:nvSpPr>
        <p:spPr>
          <a:xfrm>
            <a:off x="6411975" y="3801450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ABD955B1-075F-9C31-4FDA-A116BB18AD17}"/>
              </a:ext>
            </a:extLst>
          </p:cNvPr>
          <p:cNvSpPr/>
          <p:nvPr/>
        </p:nvSpPr>
        <p:spPr>
          <a:xfrm>
            <a:off x="6432902" y="4423658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A78B442D-36C4-B74E-9314-EBFD07CA59D6}"/>
              </a:ext>
            </a:extLst>
          </p:cNvPr>
          <p:cNvSpPr/>
          <p:nvPr/>
        </p:nvSpPr>
        <p:spPr>
          <a:xfrm>
            <a:off x="6440924" y="5033258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7F062DAD-2CD7-C994-904E-1B9F134EA6C1}"/>
              </a:ext>
            </a:extLst>
          </p:cNvPr>
          <p:cNvSpPr/>
          <p:nvPr/>
        </p:nvSpPr>
        <p:spPr>
          <a:xfrm>
            <a:off x="6456044" y="6411813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E01D9488-7F12-BF27-2BE1-9D5817C1FD58}"/>
              </a:ext>
            </a:extLst>
          </p:cNvPr>
          <p:cNvSpPr/>
          <p:nvPr/>
        </p:nvSpPr>
        <p:spPr>
          <a:xfrm>
            <a:off x="6464066" y="7021413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19A1F61-51F0-BC41-1FD4-73B09A8CEE7A}"/>
              </a:ext>
            </a:extLst>
          </p:cNvPr>
          <p:cNvSpPr/>
          <p:nvPr/>
        </p:nvSpPr>
        <p:spPr>
          <a:xfrm>
            <a:off x="6483243" y="7694337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2EA3BAF-73B3-7CE8-9F49-4DBEA2AAFF93}"/>
              </a:ext>
            </a:extLst>
          </p:cNvPr>
          <p:cNvSpPr/>
          <p:nvPr/>
        </p:nvSpPr>
        <p:spPr>
          <a:xfrm>
            <a:off x="6491265" y="8303937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6208CC43-BF3E-4A85-0795-E6D476D4C718}"/>
              </a:ext>
            </a:extLst>
          </p:cNvPr>
          <p:cNvSpPr/>
          <p:nvPr/>
        </p:nvSpPr>
        <p:spPr>
          <a:xfrm>
            <a:off x="6512192" y="8926145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CEF7AA0-0E91-FBF3-1622-82376AD6CB72}"/>
              </a:ext>
            </a:extLst>
          </p:cNvPr>
          <p:cNvSpPr txBox="1"/>
          <p:nvPr/>
        </p:nvSpPr>
        <p:spPr>
          <a:xfrm rot="5400000">
            <a:off x="6549070" y="5413701"/>
            <a:ext cx="714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…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6FFD614C-C116-D5A1-BCC8-BEFED2620C75}"/>
              </a:ext>
            </a:extLst>
          </p:cNvPr>
          <p:cNvSpPr/>
          <p:nvPr/>
        </p:nvSpPr>
        <p:spPr>
          <a:xfrm>
            <a:off x="8686938" y="2645165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D0C318EB-A0B5-DFE3-06C6-D84DBAC3739F}"/>
              </a:ext>
            </a:extLst>
          </p:cNvPr>
          <p:cNvSpPr/>
          <p:nvPr/>
        </p:nvSpPr>
        <p:spPr>
          <a:xfrm>
            <a:off x="8659739" y="3567628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C28532D2-0D59-F837-6A1D-332AB2E863B5}"/>
              </a:ext>
            </a:extLst>
          </p:cNvPr>
          <p:cNvSpPr/>
          <p:nvPr/>
        </p:nvSpPr>
        <p:spPr>
          <a:xfrm>
            <a:off x="8650743" y="4175575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E16AB752-7352-68C9-AA2B-35AD9B0BF568}"/>
              </a:ext>
            </a:extLst>
          </p:cNvPr>
          <p:cNvSpPr/>
          <p:nvPr/>
        </p:nvSpPr>
        <p:spPr>
          <a:xfrm>
            <a:off x="8646834" y="5600385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F335A28F-527E-5D33-86BA-59CB1E14B150}"/>
              </a:ext>
            </a:extLst>
          </p:cNvPr>
          <p:cNvSpPr/>
          <p:nvPr/>
        </p:nvSpPr>
        <p:spPr>
          <a:xfrm>
            <a:off x="8595572" y="6222593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9BFC06A1-29BC-5E6D-9E7E-3EF2F28CB4CD}"/>
              </a:ext>
            </a:extLst>
          </p:cNvPr>
          <p:cNvSpPr/>
          <p:nvPr/>
        </p:nvSpPr>
        <p:spPr>
          <a:xfrm>
            <a:off x="8610639" y="6830540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F44EE69-90F2-2216-1B4E-FA08CAC911CD}"/>
              </a:ext>
            </a:extLst>
          </p:cNvPr>
          <p:cNvSpPr txBox="1"/>
          <p:nvPr/>
        </p:nvSpPr>
        <p:spPr>
          <a:xfrm rot="5400000">
            <a:off x="8706732" y="4635662"/>
            <a:ext cx="714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…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D569F81A-DBED-D5CD-3E6A-40CCC878CEC2}"/>
              </a:ext>
            </a:extLst>
          </p:cNvPr>
          <p:cNvCxnSpPr>
            <a:stCxn id="92" idx="6"/>
            <a:endCxn id="121" idx="2"/>
          </p:cNvCxnSpPr>
          <p:nvPr/>
        </p:nvCxnSpPr>
        <p:spPr>
          <a:xfrm>
            <a:off x="6906489" y="2174194"/>
            <a:ext cx="1780449" cy="7358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54E8B0FD-3FE7-E52B-666F-FE73A50EA624}"/>
              </a:ext>
            </a:extLst>
          </p:cNvPr>
          <p:cNvCxnSpPr>
            <a:cxnSpLocks/>
            <a:stCxn id="92" idx="6"/>
            <a:endCxn id="122" idx="2"/>
          </p:cNvCxnSpPr>
          <p:nvPr/>
        </p:nvCxnSpPr>
        <p:spPr>
          <a:xfrm>
            <a:off x="6906489" y="2174194"/>
            <a:ext cx="1753250" cy="16583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ABDCE48D-D4E2-8F6A-57CB-D0F5E21E427E}"/>
              </a:ext>
            </a:extLst>
          </p:cNvPr>
          <p:cNvCxnSpPr>
            <a:cxnSpLocks/>
            <a:stCxn id="92" idx="6"/>
            <a:endCxn id="123" idx="2"/>
          </p:cNvCxnSpPr>
          <p:nvPr/>
        </p:nvCxnSpPr>
        <p:spPr>
          <a:xfrm>
            <a:off x="6906489" y="2174194"/>
            <a:ext cx="1744254" cy="22662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544BB2E7-4CD7-C639-B7DF-882F320C8E22}"/>
              </a:ext>
            </a:extLst>
          </p:cNvPr>
          <p:cNvCxnSpPr>
            <a:cxnSpLocks/>
            <a:stCxn id="92" idx="6"/>
            <a:endCxn id="125" idx="2"/>
          </p:cNvCxnSpPr>
          <p:nvPr/>
        </p:nvCxnSpPr>
        <p:spPr>
          <a:xfrm>
            <a:off x="6906489" y="2174194"/>
            <a:ext cx="1740345" cy="36910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64FA0B19-7858-A490-7F25-1D17439692AB}"/>
              </a:ext>
            </a:extLst>
          </p:cNvPr>
          <p:cNvCxnSpPr>
            <a:cxnSpLocks/>
            <a:stCxn id="92" idx="6"/>
            <a:endCxn id="126" idx="2"/>
          </p:cNvCxnSpPr>
          <p:nvPr/>
        </p:nvCxnSpPr>
        <p:spPr>
          <a:xfrm>
            <a:off x="6906489" y="2174194"/>
            <a:ext cx="1689083" cy="43132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69C7769A-F811-6798-E334-0DA14606F976}"/>
              </a:ext>
            </a:extLst>
          </p:cNvPr>
          <p:cNvCxnSpPr>
            <a:cxnSpLocks/>
            <a:stCxn id="92" idx="6"/>
            <a:endCxn id="127" idx="2"/>
          </p:cNvCxnSpPr>
          <p:nvPr/>
        </p:nvCxnSpPr>
        <p:spPr>
          <a:xfrm>
            <a:off x="6906489" y="2174194"/>
            <a:ext cx="1704150" cy="49212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C3F44022-3A9A-56DF-443C-088BB71BCB61}"/>
              </a:ext>
            </a:extLst>
          </p:cNvPr>
          <p:cNvCxnSpPr>
            <a:cxnSpLocks/>
            <a:stCxn id="94" idx="6"/>
            <a:endCxn id="121" idx="2"/>
          </p:cNvCxnSpPr>
          <p:nvPr/>
        </p:nvCxnSpPr>
        <p:spPr>
          <a:xfrm flipV="1">
            <a:off x="6933688" y="2910033"/>
            <a:ext cx="1753250" cy="546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3F9FABA-E6E5-5EFF-FED9-5B024474610D}"/>
              </a:ext>
            </a:extLst>
          </p:cNvPr>
          <p:cNvCxnSpPr>
            <a:cxnSpLocks/>
            <a:stCxn id="94" idx="6"/>
            <a:endCxn id="122" idx="2"/>
          </p:cNvCxnSpPr>
          <p:nvPr/>
        </p:nvCxnSpPr>
        <p:spPr>
          <a:xfrm>
            <a:off x="6933688" y="3456718"/>
            <a:ext cx="1726051" cy="3757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C80BD78E-699B-3582-32DF-E4FF1BCA64BD}"/>
              </a:ext>
            </a:extLst>
          </p:cNvPr>
          <p:cNvCxnSpPr>
            <a:cxnSpLocks/>
            <a:stCxn id="94" idx="6"/>
            <a:endCxn id="123" idx="2"/>
          </p:cNvCxnSpPr>
          <p:nvPr/>
        </p:nvCxnSpPr>
        <p:spPr>
          <a:xfrm>
            <a:off x="6933688" y="3456718"/>
            <a:ext cx="1717055" cy="983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BD583137-C15E-044E-5984-4BE2C7FF190E}"/>
              </a:ext>
            </a:extLst>
          </p:cNvPr>
          <p:cNvCxnSpPr>
            <a:cxnSpLocks/>
            <a:stCxn id="94" idx="6"/>
            <a:endCxn id="125" idx="2"/>
          </p:cNvCxnSpPr>
          <p:nvPr/>
        </p:nvCxnSpPr>
        <p:spPr>
          <a:xfrm>
            <a:off x="6933688" y="3456718"/>
            <a:ext cx="1713146" cy="24085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AEF0BB1C-11C5-A4CA-BFAE-E9F95CBAB29A}"/>
              </a:ext>
            </a:extLst>
          </p:cNvPr>
          <p:cNvCxnSpPr>
            <a:cxnSpLocks/>
            <a:stCxn id="94" idx="6"/>
            <a:endCxn id="126" idx="2"/>
          </p:cNvCxnSpPr>
          <p:nvPr/>
        </p:nvCxnSpPr>
        <p:spPr>
          <a:xfrm>
            <a:off x="6933688" y="3456718"/>
            <a:ext cx="1661884" cy="30307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EF1C6161-FC82-D338-48D1-62AD128BCDD4}"/>
              </a:ext>
            </a:extLst>
          </p:cNvPr>
          <p:cNvCxnSpPr>
            <a:cxnSpLocks/>
            <a:stCxn id="94" idx="6"/>
            <a:endCxn id="127" idx="2"/>
          </p:cNvCxnSpPr>
          <p:nvPr/>
        </p:nvCxnSpPr>
        <p:spPr>
          <a:xfrm>
            <a:off x="6933688" y="3456718"/>
            <a:ext cx="1676951" cy="36386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9CFDF187-A736-3860-6958-9855A3CF5EB0}"/>
              </a:ext>
            </a:extLst>
          </p:cNvPr>
          <p:cNvCxnSpPr>
            <a:cxnSpLocks/>
            <a:stCxn id="96" idx="6"/>
            <a:endCxn id="121" idx="2"/>
          </p:cNvCxnSpPr>
          <p:nvPr/>
        </p:nvCxnSpPr>
        <p:spPr>
          <a:xfrm flipV="1">
            <a:off x="6962637" y="2910033"/>
            <a:ext cx="1724301" cy="17784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58C7006D-D19A-E838-4AF7-0D407BCE06AA}"/>
              </a:ext>
            </a:extLst>
          </p:cNvPr>
          <p:cNvCxnSpPr>
            <a:cxnSpLocks/>
            <a:stCxn id="96" idx="6"/>
            <a:endCxn id="122" idx="2"/>
          </p:cNvCxnSpPr>
          <p:nvPr/>
        </p:nvCxnSpPr>
        <p:spPr>
          <a:xfrm flipV="1">
            <a:off x="6962637" y="3832496"/>
            <a:ext cx="1697102" cy="8560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65843776-2A74-1ADE-7BBB-592EA4DC1E56}"/>
              </a:ext>
            </a:extLst>
          </p:cNvPr>
          <p:cNvCxnSpPr>
            <a:cxnSpLocks/>
            <a:stCxn id="96" idx="6"/>
            <a:endCxn id="123" idx="2"/>
          </p:cNvCxnSpPr>
          <p:nvPr/>
        </p:nvCxnSpPr>
        <p:spPr>
          <a:xfrm flipV="1">
            <a:off x="6962637" y="4440443"/>
            <a:ext cx="1688106" cy="2480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14869EE9-1734-7365-130B-C726F44B5422}"/>
              </a:ext>
            </a:extLst>
          </p:cNvPr>
          <p:cNvCxnSpPr>
            <a:cxnSpLocks/>
            <a:stCxn id="96" idx="6"/>
            <a:endCxn id="125" idx="2"/>
          </p:cNvCxnSpPr>
          <p:nvPr/>
        </p:nvCxnSpPr>
        <p:spPr>
          <a:xfrm>
            <a:off x="6962637" y="4688526"/>
            <a:ext cx="1684197" cy="11767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DE5C550C-34F6-145C-1EA4-78CDCF2C45E7}"/>
              </a:ext>
            </a:extLst>
          </p:cNvPr>
          <p:cNvCxnSpPr>
            <a:cxnSpLocks/>
            <a:stCxn id="96" idx="6"/>
            <a:endCxn id="126" idx="2"/>
          </p:cNvCxnSpPr>
          <p:nvPr/>
        </p:nvCxnSpPr>
        <p:spPr>
          <a:xfrm>
            <a:off x="6962637" y="4688526"/>
            <a:ext cx="1632935" cy="17989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619B4AAD-1716-1D10-3882-CEB6A7DC7B5E}"/>
              </a:ext>
            </a:extLst>
          </p:cNvPr>
          <p:cNvCxnSpPr>
            <a:cxnSpLocks/>
            <a:stCxn id="96" idx="6"/>
            <a:endCxn id="127" idx="2"/>
          </p:cNvCxnSpPr>
          <p:nvPr/>
        </p:nvCxnSpPr>
        <p:spPr>
          <a:xfrm>
            <a:off x="6962637" y="4688526"/>
            <a:ext cx="1648002" cy="24068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BD5590BF-FD37-DB3D-AD43-B4BF231496DB}"/>
              </a:ext>
            </a:extLst>
          </p:cNvPr>
          <p:cNvCxnSpPr>
            <a:cxnSpLocks/>
            <a:stCxn id="100" idx="6"/>
            <a:endCxn id="121" idx="2"/>
          </p:cNvCxnSpPr>
          <p:nvPr/>
        </p:nvCxnSpPr>
        <p:spPr>
          <a:xfrm flipV="1">
            <a:off x="6985779" y="2910033"/>
            <a:ext cx="1701159" cy="37666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6F19B1A7-924B-D4C5-25D8-4A07028D05DC}"/>
              </a:ext>
            </a:extLst>
          </p:cNvPr>
          <p:cNvCxnSpPr>
            <a:cxnSpLocks/>
            <a:stCxn id="100" idx="6"/>
            <a:endCxn id="122" idx="2"/>
          </p:cNvCxnSpPr>
          <p:nvPr/>
        </p:nvCxnSpPr>
        <p:spPr>
          <a:xfrm flipV="1">
            <a:off x="6985779" y="3832496"/>
            <a:ext cx="1673960" cy="28441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3F95D9DC-E8C1-9FB6-2FA6-FF9C31486B63}"/>
              </a:ext>
            </a:extLst>
          </p:cNvPr>
          <p:cNvCxnSpPr>
            <a:cxnSpLocks/>
            <a:stCxn id="100" idx="6"/>
            <a:endCxn id="123" idx="2"/>
          </p:cNvCxnSpPr>
          <p:nvPr/>
        </p:nvCxnSpPr>
        <p:spPr>
          <a:xfrm flipV="1">
            <a:off x="6985779" y="4440443"/>
            <a:ext cx="1664964" cy="22362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D6429D4A-0E8D-D849-FF91-3E3703B030E6}"/>
              </a:ext>
            </a:extLst>
          </p:cNvPr>
          <p:cNvCxnSpPr>
            <a:cxnSpLocks/>
            <a:stCxn id="100" idx="6"/>
            <a:endCxn id="125" idx="2"/>
          </p:cNvCxnSpPr>
          <p:nvPr/>
        </p:nvCxnSpPr>
        <p:spPr>
          <a:xfrm flipV="1">
            <a:off x="6985779" y="5865253"/>
            <a:ext cx="1661055" cy="8114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BFEC43F9-E498-6499-7BD3-5861045999CF}"/>
              </a:ext>
            </a:extLst>
          </p:cNvPr>
          <p:cNvCxnSpPr>
            <a:cxnSpLocks/>
            <a:stCxn id="100" idx="6"/>
            <a:endCxn id="126" idx="2"/>
          </p:cNvCxnSpPr>
          <p:nvPr/>
        </p:nvCxnSpPr>
        <p:spPr>
          <a:xfrm flipV="1">
            <a:off x="6985779" y="6487461"/>
            <a:ext cx="1609793" cy="1892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37DCACF5-CA5D-13C7-A1E8-73B24608855A}"/>
              </a:ext>
            </a:extLst>
          </p:cNvPr>
          <p:cNvCxnSpPr>
            <a:cxnSpLocks/>
            <a:stCxn id="100" idx="6"/>
            <a:endCxn id="127" idx="2"/>
          </p:cNvCxnSpPr>
          <p:nvPr/>
        </p:nvCxnSpPr>
        <p:spPr>
          <a:xfrm>
            <a:off x="6985779" y="6676681"/>
            <a:ext cx="1624860" cy="4187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B85B6518-367D-0BAD-8E15-6783E3162F46}"/>
              </a:ext>
            </a:extLst>
          </p:cNvPr>
          <p:cNvCxnSpPr>
            <a:cxnSpLocks/>
            <a:stCxn id="101" idx="6"/>
            <a:endCxn id="123" idx="2"/>
          </p:cNvCxnSpPr>
          <p:nvPr/>
        </p:nvCxnSpPr>
        <p:spPr>
          <a:xfrm flipV="1">
            <a:off x="6993801" y="4440443"/>
            <a:ext cx="1656942" cy="28458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954CC400-FD71-859F-12FD-80AE6C6DBB57}"/>
              </a:ext>
            </a:extLst>
          </p:cNvPr>
          <p:cNvCxnSpPr>
            <a:cxnSpLocks/>
            <a:stCxn id="101" idx="6"/>
            <a:endCxn id="125" idx="2"/>
          </p:cNvCxnSpPr>
          <p:nvPr/>
        </p:nvCxnSpPr>
        <p:spPr>
          <a:xfrm flipV="1">
            <a:off x="6993801" y="5865253"/>
            <a:ext cx="1653033" cy="14210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58B32942-4BC4-A97C-F06E-308E4F2FE354}"/>
              </a:ext>
            </a:extLst>
          </p:cNvPr>
          <p:cNvCxnSpPr>
            <a:cxnSpLocks/>
            <a:stCxn id="101" idx="6"/>
            <a:endCxn id="126" idx="2"/>
          </p:cNvCxnSpPr>
          <p:nvPr/>
        </p:nvCxnSpPr>
        <p:spPr>
          <a:xfrm flipV="1">
            <a:off x="6993801" y="6487461"/>
            <a:ext cx="1601771" cy="798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1B462AC4-02BF-91B9-6D22-4E0FE4004068}"/>
              </a:ext>
            </a:extLst>
          </p:cNvPr>
          <p:cNvCxnSpPr>
            <a:cxnSpLocks/>
            <a:stCxn id="101" idx="6"/>
            <a:endCxn id="127" idx="2"/>
          </p:cNvCxnSpPr>
          <p:nvPr/>
        </p:nvCxnSpPr>
        <p:spPr>
          <a:xfrm flipV="1">
            <a:off x="6993801" y="7095408"/>
            <a:ext cx="1616838" cy="1908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BB091BD6-D724-6954-F98C-B9EC71AC55A8}"/>
              </a:ext>
            </a:extLst>
          </p:cNvPr>
          <p:cNvCxnSpPr>
            <a:cxnSpLocks/>
            <a:stCxn id="103" idx="6"/>
            <a:endCxn id="121" idx="2"/>
          </p:cNvCxnSpPr>
          <p:nvPr/>
        </p:nvCxnSpPr>
        <p:spPr>
          <a:xfrm flipV="1">
            <a:off x="7021000" y="2910033"/>
            <a:ext cx="1665938" cy="56587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9953F858-6DF1-61B8-28BE-193A2A8476CA}"/>
              </a:ext>
            </a:extLst>
          </p:cNvPr>
          <p:cNvCxnSpPr>
            <a:cxnSpLocks/>
            <a:stCxn id="103" idx="6"/>
            <a:endCxn id="122" idx="2"/>
          </p:cNvCxnSpPr>
          <p:nvPr/>
        </p:nvCxnSpPr>
        <p:spPr>
          <a:xfrm flipV="1">
            <a:off x="7021000" y="3832496"/>
            <a:ext cx="1638739" cy="47363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7949E032-FA8A-4228-16CC-910A7CAFD9E0}"/>
              </a:ext>
            </a:extLst>
          </p:cNvPr>
          <p:cNvCxnSpPr>
            <a:cxnSpLocks/>
            <a:stCxn id="103" idx="6"/>
            <a:endCxn id="123" idx="2"/>
          </p:cNvCxnSpPr>
          <p:nvPr/>
        </p:nvCxnSpPr>
        <p:spPr>
          <a:xfrm flipV="1">
            <a:off x="7021000" y="4440443"/>
            <a:ext cx="1629743" cy="41283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0B24976B-E5D5-A4F4-9976-C49512974E02}"/>
              </a:ext>
            </a:extLst>
          </p:cNvPr>
          <p:cNvCxnSpPr>
            <a:cxnSpLocks/>
            <a:stCxn id="103" idx="6"/>
            <a:endCxn id="125" idx="2"/>
          </p:cNvCxnSpPr>
          <p:nvPr/>
        </p:nvCxnSpPr>
        <p:spPr>
          <a:xfrm flipV="1">
            <a:off x="7021000" y="5865253"/>
            <a:ext cx="1625834" cy="27035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26BD279E-A267-F9CF-87A1-419DA3744D14}"/>
              </a:ext>
            </a:extLst>
          </p:cNvPr>
          <p:cNvCxnSpPr>
            <a:cxnSpLocks/>
            <a:stCxn id="103" idx="6"/>
            <a:endCxn id="126" idx="2"/>
          </p:cNvCxnSpPr>
          <p:nvPr/>
        </p:nvCxnSpPr>
        <p:spPr>
          <a:xfrm flipV="1">
            <a:off x="7021000" y="6487461"/>
            <a:ext cx="1574572" cy="20813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CF07CEA2-D03F-FEAC-2EA5-D26394A7118F}"/>
              </a:ext>
            </a:extLst>
          </p:cNvPr>
          <p:cNvCxnSpPr>
            <a:cxnSpLocks/>
            <a:stCxn id="103" idx="6"/>
            <a:endCxn id="127" idx="2"/>
          </p:cNvCxnSpPr>
          <p:nvPr/>
        </p:nvCxnSpPr>
        <p:spPr>
          <a:xfrm flipV="1">
            <a:off x="7021000" y="7095408"/>
            <a:ext cx="1589639" cy="14733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CEF4CDC0-CFA6-ADEF-AA1C-ACD02C9A8740}"/>
              </a:ext>
            </a:extLst>
          </p:cNvPr>
          <p:cNvCxnSpPr>
            <a:cxnSpLocks/>
            <a:stCxn id="104" idx="6"/>
            <a:endCxn id="121" idx="2"/>
          </p:cNvCxnSpPr>
          <p:nvPr/>
        </p:nvCxnSpPr>
        <p:spPr>
          <a:xfrm flipV="1">
            <a:off x="7041927" y="2910033"/>
            <a:ext cx="1645011" cy="62809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B3C298C7-B6A5-8024-BEEE-83F2E0CA024F}"/>
              </a:ext>
            </a:extLst>
          </p:cNvPr>
          <p:cNvCxnSpPr>
            <a:cxnSpLocks/>
            <a:stCxn id="104" idx="6"/>
            <a:endCxn id="122" idx="2"/>
          </p:cNvCxnSpPr>
          <p:nvPr/>
        </p:nvCxnSpPr>
        <p:spPr>
          <a:xfrm flipV="1">
            <a:off x="7041927" y="3832496"/>
            <a:ext cx="1617812" cy="53585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9283ED7D-DF69-0A11-637B-9D021FCC9364}"/>
              </a:ext>
            </a:extLst>
          </p:cNvPr>
          <p:cNvCxnSpPr>
            <a:cxnSpLocks/>
            <a:stCxn id="104" idx="6"/>
            <a:endCxn id="123" idx="2"/>
          </p:cNvCxnSpPr>
          <p:nvPr/>
        </p:nvCxnSpPr>
        <p:spPr>
          <a:xfrm flipV="1">
            <a:off x="7041927" y="4440443"/>
            <a:ext cx="1608816" cy="47505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7824EBB9-93E4-0D95-2E40-EE0DB68FB655}"/>
              </a:ext>
            </a:extLst>
          </p:cNvPr>
          <p:cNvCxnSpPr>
            <a:cxnSpLocks/>
          </p:cNvCxnSpPr>
          <p:nvPr/>
        </p:nvCxnSpPr>
        <p:spPr>
          <a:xfrm flipV="1">
            <a:off x="7072926" y="6041598"/>
            <a:ext cx="1299428" cy="30388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618068FD-3A0B-AF82-8FDA-CFFDCED389BE}"/>
              </a:ext>
            </a:extLst>
          </p:cNvPr>
          <p:cNvCxnSpPr>
            <a:cxnSpLocks/>
            <a:stCxn id="104" idx="6"/>
          </p:cNvCxnSpPr>
          <p:nvPr/>
        </p:nvCxnSpPr>
        <p:spPr>
          <a:xfrm flipV="1">
            <a:off x="7041922" y="6612980"/>
            <a:ext cx="1357982" cy="2578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BA3FA30F-3DB8-5CDF-DA97-93C45201E714}"/>
              </a:ext>
            </a:extLst>
          </p:cNvPr>
          <p:cNvCxnSpPr>
            <a:cxnSpLocks/>
            <a:stCxn id="104" idx="6"/>
            <a:endCxn id="127" idx="2"/>
          </p:cNvCxnSpPr>
          <p:nvPr/>
        </p:nvCxnSpPr>
        <p:spPr>
          <a:xfrm flipV="1">
            <a:off x="7041927" y="7095408"/>
            <a:ext cx="1568712" cy="20956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B9842ED0-0500-B3E3-CAF5-A64E4CF99E9A}"/>
              </a:ext>
            </a:extLst>
          </p:cNvPr>
          <p:cNvSpPr txBox="1"/>
          <p:nvPr/>
        </p:nvSpPr>
        <p:spPr>
          <a:xfrm rot="5400000">
            <a:off x="8783766" y="2916907"/>
            <a:ext cx="714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..</a:t>
            </a:r>
          </a:p>
        </p:txBody>
      </p: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832D4FF7-1ED7-0A1B-106E-A441359D3118}"/>
              </a:ext>
            </a:extLst>
          </p:cNvPr>
          <p:cNvCxnSpPr>
            <a:cxnSpLocks/>
          </p:cNvCxnSpPr>
          <p:nvPr/>
        </p:nvCxnSpPr>
        <p:spPr>
          <a:xfrm flipV="1">
            <a:off x="9986437" y="2182211"/>
            <a:ext cx="1644094" cy="6989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7820F61B-E901-DEC8-EB56-E34EE4CE3149}"/>
              </a:ext>
            </a:extLst>
          </p:cNvPr>
          <p:cNvCxnSpPr>
            <a:cxnSpLocks/>
            <a:stCxn id="121" idx="6"/>
          </p:cNvCxnSpPr>
          <p:nvPr/>
        </p:nvCxnSpPr>
        <p:spPr>
          <a:xfrm flipV="1">
            <a:off x="9216673" y="2791816"/>
            <a:ext cx="2421885" cy="1182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8036F5F5-1375-C6A3-81DB-F1D54EBC3E22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441062" cy="5547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04292B44-C239-FA9D-684F-A6782931D041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438062" cy="11643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92AE7AD4-52AB-BE87-5C4B-5916C57F1802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470017" cy="17865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C1266789-254B-52A0-3803-616E482F1295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478033" cy="23961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5986F75C-318F-4EB0-997B-71BE83B0002F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475003" cy="37746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5DDFFEB3-60C9-4381-2516-5830AE576660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501175" cy="43842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0DAFD6F5-78C5-965F-20B5-CCAD62D03C84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520352" cy="50571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A5613EF7-4A7C-BA7C-D761-A9C97A93733D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528374" cy="56667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7EDF8BF4-9860-6DAE-69CF-5E89BA6A9E8F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549301" cy="62890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90195613-2D42-F1DD-7D11-DFAAED8914CF}"/>
              </a:ext>
            </a:extLst>
          </p:cNvPr>
          <p:cNvCxnSpPr>
            <a:cxnSpLocks/>
            <a:stCxn id="122" idx="6"/>
          </p:cNvCxnSpPr>
          <p:nvPr/>
        </p:nvCxnSpPr>
        <p:spPr>
          <a:xfrm flipV="1">
            <a:off x="9189474" y="2182216"/>
            <a:ext cx="2441062" cy="16502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933B9A05-4E3B-2CF9-1BE4-39F3AB4D05BE}"/>
              </a:ext>
            </a:extLst>
          </p:cNvPr>
          <p:cNvCxnSpPr>
            <a:cxnSpLocks/>
            <a:stCxn id="122" idx="6"/>
          </p:cNvCxnSpPr>
          <p:nvPr/>
        </p:nvCxnSpPr>
        <p:spPr>
          <a:xfrm flipV="1">
            <a:off x="9189474" y="2791816"/>
            <a:ext cx="2449084" cy="10406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Arrow Connector 323">
            <a:extLst>
              <a:ext uri="{FF2B5EF4-FFF2-40B4-BE49-F238E27FC236}">
                <a16:creationId xmlns:a16="http://schemas.microsoft.com/office/drawing/2014/main" id="{2C3DB786-5C48-2400-7168-4CA12B09E577}"/>
              </a:ext>
            </a:extLst>
          </p:cNvPr>
          <p:cNvCxnSpPr>
            <a:cxnSpLocks/>
            <a:stCxn id="122" idx="6"/>
          </p:cNvCxnSpPr>
          <p:nvPr/>
        </p:nvCxnSpPr>
        <p:spPr>
          <a:xfrm flipV="1">
            <a:off x="9189474" y="3464740"/>
            <a:ext cx="2468261" cy="3677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Arrow Connector 326">
            <a:extLst>
              <a:ext uri="{FF2B5EF4-FFF2-40B4-BE49-F238E27FC236}">
                <a16:creationId xmlns:a16="http://schemas.microsoft.com/office/drawing/2014/main" id="{8084A0B7-45B2-B159-FF65-336D1BEAB47A}"/>
              </a:ext>
            </a:extLst>
          </p:cNvPr>
          <p:cNvCxnSpPr>
            <a:cxnSpLocks/>
            <a:stCxn id="122" idx="6"/>
          </p:cNvCxnSpPr>
          <p:nvPr/>
        </p:nvCxnSpPr>
        <p:spPr>
          <a:xfrm>
            <a:off x="9189474" y="3832496"/>
            <a:ext cx="2465261" cy="241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F05212A1-4559-6C34-158B-B8A4C008235E}"/>
              </a:ext>
            </a:extLst>
          </p:cNvPr>
          <p:cNvCxnSpPr>
            <a:cxnSpLocks/>
            <a:stCxn id="122" idx="6"/>
          </p:cNvCxnSpPr>
          <p:nvPr/>
        </p:nvCxnSpPr>
        <p:spPr>
          <a:xfrm>
            <a:off x="9189474" y="3832496"/>
            <a:ext cx="2505232" cy="14736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Arrow Connector 336">
            <a:extLst>
              <a:ext uri="{FF2B5EF4-FFF2-40B4-BE49-F238E27FC236}">
                <a16:creationId xmlns:a16="http://schemas.microsoft.com/office/drawing/2014/main" id="{E1FFA942-C2F4-3449-3139-CBA24233250B}"/>
              </a:ext>
            </a:extLst>
          </p:cNvPr>
          <p:cNvCxnSpPr>
            <a:cxnSpLocks/>
          </p:cNvCxnSpPr>
          <p:nvPr/>
        </p:nvCxnSpPr>
        <p:spPr>
          <a:xfrm>
            <a:off x="10033123" y="3845324"/>
            <a:ext cx="1658553" cy="28393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1C5A39B8-9D9A-29CA-DC63-E5633BC390BE}"/>
              </a:ext>
            </a:extLst>
          </p:cNvPr>
          <p:cNvCxnSpPr>
            <a:cxnSpLocks/>
            <a:stCxn id="122" idx="6"/>
          </p:cNvCxnSpPr>
          <p:nvPr/>
        </p:nvCxnSpPr>
        <p:spPr>
          <a:xfrm>
            <a:off x="9189474" y="3832496"/>
            <a:ext cx="2528374" cy="34618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7B9B1F80-7CFC-64C7-864F-59EF676C5CDB}"/>
              </a:ext>
            </a:extLst>
          </p:cNvPr>
          <p:cNvCxnSpPr>
            <a:cxnSpLocks/>
            <a:stCxn id="122" idx="6"/>
          </p:cNvCxnSpPr>
          <p:nvPr/>
        </p:nvCxnSpPr>
        <p:spPr>
          <a:xfrm>
            <a:off x="9189474" y="3832496"/>
            <a:ext cx="2547551" cy="41347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Arrow Connector 345">
            <a:extLst>
              <a:ext uri="{FF2B5EF4-FFF2-40B4-BE49-F238E27FC236}">
                <a16:creationId xmlns:a16="http://schemas.microsoft.com/office/drawing/2014/main" id="{65002333-B281-4FC2-4F4B-EDAA20CD430C}"/>
              </a:ext>
            </a:extLst>
          </p:cNvPr>
          <p:cNvCxnSpPr>
            <a:cxnSpLocks/>
            <a:stCxn id="122" idx="6"/>
          </p:cNvCxnSpPr>
          <p:nvPr/>
        </p:nvCxnSpPr>
        <p:spPr>
          <a:xfrm>
            <a:off x="9189474" y="3832496"/>
            <a:ext cx="2555573" cy="47443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Arrow Connector 348">
            <a:extLst>
              <a:ext uri="{FF2B5EF4-FFF2-40B4-BE49-F238E27FC236}">
                <a16:creationId xmlns:a16="http://schemas.microsoft.com/office/drawing/2014/main" id="{FF6447AB-3C02-193F-09F0-4CB73FF82AAF}"/>
              </a:ext>
            </a:extLst>
          </p:cNvPr>
          <p:cNvCxnSpPr>
            <a:cxnSpLocks/>
            <a:stCxn id="122" idx="6"/>
          </p:cNvCxnSpPr>
          <p:nvPr/>
        </p:nvCxnSpPr>
        <p:spPr>
          <a:xfrm>
            <a:off x="9189474" y="3832496"/>
            <a:ext cx="2576500" cy="53665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Arrow Connector 351">
            <a:extLst>
              <a:ext uri="{FF2B5EF4-FFF2-40B4-BE49-F238E27FC236}">
                <a16:creationId xmlns:a16="http://schemas.microsoft.com/office/drawing/2014/main" id="{B8AA1288-5F8A-C1F9-9787-D61C022348BC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9176569" y="2182216"/>
            <a:ext cx="2453967" cy="36830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Arrow Connector 354">
            <a:extLst>
              <a:ext uri="{FF2B5EF4-FFF2-40B4-BE49-F238E27FC236}">
                <a16:creationId xmlns:a16="http://schemas.microsoft.com/office/drawing/2014/main" id="{EC870D67-5FE1-EDDB-F09C-2258C037E400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9176569" y="2791816"/>
            <a:ext cx="2461989" cy="30734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Arrow Connector 357">
            <a:extLst>
              <a:ext uri="{FF2B5EF4-FFF2-40B4-BE49-F238E27FC236}">
                <a16:creationId xmlns:a16="http://schemas.microsoft.com/office/drawing/2014/main" id="{6A0050CE-DBEF-D895-5605-E368832DAF43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9176569" y="3464740"/>
            <a:ext cx="2481166" cy="2400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458A1941-54A2-EBF6-4037-6EC76C151DF3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9176569" y="4074340"/>
            <a:ext cx="2478166" cy="17909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384C9136-B596-22EF-E1D6-44804B73F0FA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9176569" y="4696548"/>
            <a:ext cx="2510121" cy="1168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Arrow Connector 366">
            <a:extLst>
              <a:ext uri="{FF2B5EF4-FFF2-40B4-BE49-F238E27FC236}">
                <a16:creationId xmlns:a16="http://schemas.microsoft.com/office/drawing/2014/main" id="{00B98566-053E-4170-9BCF-7AC8D365C17D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9176569" y="5306148"/>
            <a:ext cx="2518137" cy="5591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Arrow Connector 369">
            <a:extLst>
              <a:ext uri="{FF2B5EF4-FFF2-40B4-BE49-F238E27FC236}">
                <a16:creationId xmlns:a16="http://schemas.microsoft.com/office/drawing/2014/main" id="{74489F4D-2803-F30A-F03D-E9FFD73E03DB}"/>
              </a:ext>
            </a:extLst>
          </p:cNvPr>
          <p:cNvCxnSpPr>
            <a:cxnSpLocks/>
            <a:stCxn id="125" idx="6"/>
          </p:cNvCxnSpPr>
          <p:nvPr/>
        </p:nvCxnSpPr>
        <p:spPr>
          <a:xfrm>
            <a:off x="9176569" y="5865253"/>
            <a:ext cx="2515107" cy="8194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Arrow Connector 372">
            <a:extLst>
              <a:ext uri="{FF2B5EF4-FFF2-40B4-BE49-F238E27FC236}">
                <a16:creationId xmlns:a16="http://schemas.microsoft.com/office/drawing/2014/main" id="{0AECCE3E-A8E5-BCF9-9A11-69F01E026556}"/>
              </a:ext>
            </a:extLst>
          </p:cNvPr>
          <p:cNvCxnSpPr>
            <a:cxnSpLocks/>
            <a:stCxn id="125" idx="6"/>
          </p:cNvCxnSpPr>
          <p:nvPr/>
        </p:nvCxnSpPr>
        <p:spPr>
          <a:xfrm>
            <a:off x="9176569" y="5865253"/>
            <a:ext cx="2541279" cy="14290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D46547AD-CD85-D2CF-CD17-3C2F26F10585}"/>
              </a:ext>
            </a:extLst>
          </p:cNvPr>
          <p:cNvCxnSpPr>
            <a:cxnSpLocks/>
            <a:stCxn id="125" idx="6"/>
          </p:cNvCxnSpPr>
          <p:nvPr/>
        </p:nvCxnSpPr>
        <p:spPr>
          <a:xfrm>
            <a:off x="9176569" y="5865253"/>
            <a:ext cx="2560456" cy="21019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Arrow Connector 378">
            <a:extLst>
              <a:ext uri="{FF2B5EF4-FFF2-40B4-BE49-F238E27FC236}">
                <a16:creationId xmlns:a16="http://schemas.microsoft.com/office/drawing/2014/main" id="{7C176239-57AA-C100-DC8D-9747309088A1}"/>
              </a:ext>
            </a:extLst>
          </p:cNvPr>
          <p:cNvCxnSpPr>
            <a:cxnSpLocks/>
            <a:stCxn id="125" idx="6"/>
          </p:cNvCxnSpPr>
          <p:nvPr/>
        </p:nvCxnSpPr>
        <p:spPr>
          <a:xfrm>
            <a:off x="9176569" y="5865253"/>
            <a:ext cx="2568478" cy="27115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Arrow Connector 381">
            <a:extLst>
              <a:ext uri="{FF2B5EF4-FFF2-40B4-BE49-F238E27FC236}">
                <a16:creationId xmlns:a16="http://schemas.microsoft.com/office/drawing/2014/main" id="{F5D4D426-2C45-0A3D-742D-C7936E2563BA}"/>
              </a:ext>
            </a:extLst>
          </p:cNvPr>
          <p:cNvCxnSpPr>
            <a:cxnSpLocks/>
            <a:stCxn id="125" idx="6"/>
          </p:cNvCxnSpPr>
          <p:nvPr/>
        </p:nvCxnSpPr>
        <p:spPr>
          <a:xfrm>
            <a:off x="9176569" y="5865253"/>
            <a:ext cx="2589405" cy="33337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CD21F738-6F4C-626F-99F4-A95DD6F53C4A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2182216"/>
            <a:ext cx="2490162" cy="49131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5C5813A9-2A31-AED2-4C6E-B9DC366E6A1D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2791816"/>
            <a:ext cx="2498184" cy="43035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Arrow Connector 390">
            <a:extLst>
              <a:ext uri="{FF2B5EF4-FFF2-40B4-BE49-F238E27FC236}">
                <a16:creationId xmlns:a16="http://schemas.microsoft.com/office/drawing/2014/main" id="{3EF08242-C1EA-8767-60AF-624E34F5B394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3464740"/>
            <a:ext cx="2517361" cy="36306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Arrow Connector 393">
            <a:extLst>
              <a:ext uri="{FF2B5EF4-FFF2-40B4-BE49-F238E27FC236}">
                <a16:creationId xmlns:a16="http://schemas.microsoft.com/office/drawing/2014/main" id="{34DB6968-FE9C-149E-05F5-771E64B32239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4074340"/>
            <a:ext cx="2514361" cy="30210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Arrow Connector 396">
            <a:extLst>
              <a:ext uri="{FF2B5EF4-FFF2-40B4-BE49-F238E27FC236}">
                <a16:creationId xmlns:a16="http://schemas.microsoft.com/office/drawing/2014/main" id="{3AEB075D-C03E-37CD-AA63-6AE738513CF7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4696548"/>
            <a:ext cx="2546316" cy="23988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A89B4D20-C480-B28D-6C50-FE33C21E2920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5306148"/>
            <a:ext cx="2554332" cy="17892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B1271CB4-EC62-13FA-FE91-26BF71F91751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6684703"/>
            <a:ext cx="2551302" cy="410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Arrow Connector 405">
            <a:extLst>
              <a:ext uri="{FF2B5EF4-FFF2-40B4-BE49-F238E27FC236}">
                <a16:creationId xmlns:a16="http://schemas.microsoft.com/office/drawing/2014/main" id="{660F4404-C6FA-1811-5B1C-7381F737D73A}"/>
              </a:ext>
            </a:extLst>
          </p:cNvPr>
          <p:cNvCxnSpPr>
            <a:cxnSpLocks/>
            <a:stCxn id="127" idx="6"/>
          </p:cNvCxnSpPr>
          <p:nvPr/>
        </p:nvCxnSpPr>
        <p:spPr>
          <a:xfrm>
            <a:off x="9140374" y="7095408"/>
            <a:ext cx="2577474" cy="1988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Arrow Connector 408">
            <a:extLst>
              <a:ext uri="{FF2B5EF4-FFF2-40B4-BE49-F238E27FC236}">
                <a16:creationId xmlns:a16="http://schemas.microsoft.com/office/drawing/2014/main" id="{76C42024-BECB-2A01-654F-925C52C4A9F3}"/>
              </a:ext>
            </a:extLst>
          </p:cNvPr>
          <p:cNvCxnSpPr>
            <a:cxnSpLocks/>
            <a:stCxn id="127" idx="6"/>
          </p:cNvCxnSpPr>
          <p:nvPr/>
        </p:nvCxnSpPr>
        <p:spPr>
          <a:xfrm>
            <a:off x="9140374" y="7095408"/>
            <a:ext cx="2596651" cy="8718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DA5E02E6-6F9F-34E0-416C-3EA2CB4D7AFC}"/>
              </a:ext>
            </a:extLst>
          </p:cNvPr>
          <p:cNvCxnSpPr>
            <a:cxnSpLocks/>
            <a:stCxn id="127" idx="6"/>
          </p:cNvCxnSpPr>
          <p:nvPr/>
        </p:nvCxnSpPr>
        <p:spPr>
          <a:xfrm>
            <a:off x="9140374" y="7095408"/>
            <a:ext cx="2625600" cy="21036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Rectangle: Rounded Corners 418">
            <a:extLst>
              <a:ext uri="{FF2B5EF4-FFF2-40B4-BE49-F238E27FC236}">
                <a16:creationId xmlns:a16="http://schemas.microsoft.com/office/drawing/2014/main" id="{BC7172B9-A808-A173-EA05-26C1D80B9E1F}"/>
              </a:ext>
            </a:extLst>
          </p:cNvPr>
          <p:cNvSpPr/>
          <p:nvPr/>
        </p:nvSpPr>
        <p:spPr>
          <a:xfrm>
            <a:off x="8363876" y="9494427"/>
            <a:ext cx="710114" cy="2890214"/>
          </a:xfrm>
          <a:prstGeom prst="roundRect">
            <a:avLst>
              <a:gd name="adj" fmla="val 2706"/>
            </a:avLst>
          </a:prstGeom>
          <a:noFill/>
          <a:ln w="38100">
            <a:solidFill>
              <a:srgbClr val="8255A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0" name="Oval 419">
            <a:extLst>
              <a:ext uri="{FF2B5EF4-FFF2-40B4-BE49-F238E27FC236}">
                <a16:creationId xmlns:a16="http://schemas.microsoft.com/office/drawing/2014/main" id="{39BC6D42-D710-CA96-4693-4C577B46CEC3}"/>
              </a:ext>
            </a:extLst>
          </p:cNvPr>
          <p:cNvSpPr/>
          <p:nvPr/>
        </p:nvSpPr>
        <p:spPr>
          <a:xfrm>
            <a:off x="8460542" y="9592582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4231EE6B-5270-60C9-F03A-E9527BF6DDE0}"/>
              </a:ext>
            </a:extLst>
          </p:cNvPr>
          <p:cNvSpPr/>
          <p:nvPr/>
        </p:nvSpPr>
        <p:spPr>
          <a:xfrm>
            <a:off x="8466766" y="10166371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2" name="Oval 421">
            <a:extLst>
              <a:ext uri="{FF2B5EF4-FFF2-40B4-BE49-F238E27FC236}">
                <a16:creationId xmlns:a16="http://schemas.microsoft.com/office/drawing/2014/main" id="{FC807074-D8FE-77CD-DB02-35249D37DD2E}"/>
              </a:ext>
            </a:extLst>
          </p:cNvPr>
          <p:cNvSpPr/>
          <p:nvPr/>
        </p:nvSpPr>
        <p:spPr>
          <a:xfrm>
            <a:off x="8456415" y="11185802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3" name="Oval 422">
            <a:extLst>
              <a:ext uri="{FF2B5EF4-FFF2-40B4-BE49-F238E27FC236}">
                <a16:creationId xmlns:a16="http://schemas.microsoft.com/office/drawing/2014/main" id="{A63D70C7-131B-05F1-F5F4-074D75CCC1F7}"/>
              </a:ext>
            </a:extLst>
          </p:cNvPr>
          <p:cNvSpPr/>
          <p:nvPr/>
        </p:nvSpPr>
        <p:spPr>
          <a:xfrm>
            <a:off x="8462639" y="11759591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CA5CA04E-2652-9317-C87F-506664B84DB8}"/>
              </a:ext>
            </a:extLst>
          </p:cNvPr>
          <p:cNvSpPr txBox="1"/>
          <p:nvPr/>
        </p:nvSpPr>
        <p:spPr>
          <a:xfrm rot="5400000">
            <a:off x="8566020" y="10510699"/>
            <a:ext cx="714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8255AF"/>
                </a:solidFill>
              </a:rPr>
              <a:t>..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7D0082D8-5052-2607-139A-CA171D2B272D}"/>
              </a:ext>
            </a:extLst>
          </p:cNvPr>
          <p:cNvSpPr txBox="1"/>
          <p:nvPr/>
        </p:nvSpPr>
        <p:spPr>
          <a:xfrm rot="5400000">
            <a:off x="8746931" y="10527453"/>
            <a:ext cx="27879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>
                <a:solidFill>
                  <a:srgbClr val="4E17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layer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76256B18-7131-4B37-8FAD-7A4D444129AF}"/>
              </a:ext>
            </a:extLst>
          </p:cNvPr>
          <p:cNvSpPr txBox="1"/>
          <p:nvPr/>
        </p:nvSpPr>
        <p:spPr>
          <a:xfrm rot="5400000">
            <a:off x="8558069" y="11032074"/>
            <a:ext cx="22268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4E17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 to 50 units)</a:t>
            </a: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025D0277-2BBE-5631-B505-184AAAA6ED82}"/>
              </a:ext>
            </a:extLst>
          </p:cNvPr>
          <p:cNvSpPr txBox="1"/>
          <p:nvPr/>
        </p:nvSpPr>
        <p:spPr>
          <a:xfrm>
            <a:off x="8817390" y="8258056"/>
            <a:ext cx="20489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4E17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Copied hidden activations from time </a:t>
            </a:r>
            <a:r>
              <a:rPr lang="en-US" sz="2200" i="1" dirty="0">
                <a:solidFill>
                  <a:srgbClr val="4E17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sz="2200" dirty="0">
              <a:solidFill>
                <a:srgbClr val="4E17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B976F019-F710-12BB-E2B6-B7B4E8B6198E}"/>
              </a:ext>
            </a:extLst>
          </p:cNvPr>
          <p:cNvCxnSpPr>
            <a:cxnSpLocks/>
          </p:cNvCxnSpPr>
          <p:nvPr/>
        </p:nvCxnSpPr>
        <p:spPr>
          <a:xfrm>
            <a:off x="8702264" y="7348031"/>
            <a:ext cx="0" cy="1970966"/>
          </a:xfrm>
          <a:prstGeom prst="straightConnector1">
            <a:avLst/>
          </a:prstGeom>
          <a:ln w="38100">
            <a:solidFill>
              <a:srgbClr val="8255AF"/>
            </a:solidFill>
            <a:prstDash val="lgDashDot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TextBox 445">
            <a:extLst>
              <a:ext uri="{FF2B5EF4-FFF2-40B4-BE49-F238E27FC236}">
                <a16:creationId xmlns:a16="http://schemas.microsoft.com/office/drawing/2014/main" id="{45D620DF-D429-254B-85C9-53A6974606EF}"/>
              </a:ext>
            </a:extLst>
          </p:cNvPr>
          <p:cNvSpPr txBox="1"/>
          <p:nvPr/>
        </p:nvSpPr>
        <p:spPr>
          <a:xfrm>
            <a:off x="6649062" y="9903842"/>
            <a:ext cx="171254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8255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Provided as additional input at time </a:t>
            </a:r>
            <a:r>
              <a:rPr lang="en-US" sz="2200" i="1" dirty="0">
                <a:solidFill>
                  <a:srgbClr val="8255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2200" dirty="0">
                <a:solidFill>
                  <a:srgbClr val="8255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+ 1</a:t>
            </a:r>
          </a:p>
        </p:txBody>
      </p:sp>
      <p:sp>
        <p:nvSpPr>
          <p:cNvPr id="453" name="Freeform: Shape 452">
            <a:extLst>
              <a:ext uri="{FF2B5EF4-FFF2-40B4-BE49-F238E27FC236}">
                <a16:creationId xmlns:a16="http://schemas.microsoft.com/office/drawing/2014/main" id="{74E0771D-C78D-11A5-411B-4679C245A017}"/>
              </a:ext>
            </a:extLst>
          </p:cNvPr>
          <p:cNvSpPr/>
          <p:nvPr/>
        </p:nvSpPr>
        <p:spPr>
          <a:xfrm>
            <a:off x="6357019" y="9601207"/>
            <a:ext cx="1836503" cy="1995958"/>
          </a:xfrm>
          <a:custGeom>
            <a:avLst/>
            <a:gdLst>
              <a:gd name="csX0" fmla="*/ 1836503 w 1836503"/>
              <a:gd name="csY0" fmla="*/ 1732547 h 1995958"/>
              <a:gd name="csX1" fmla="*/ 115987 w 1836503"/>
              <a:gd name="csY1" fmla="*/ 1852863 h 1995958"/>
              <a:gd name="csX2" fmla="*/ 296461 w 1836503"/>
              <a:gd name="csY2" fmla="*/ 0 h 1995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36503" h="1995958">
                <a:moveTo>
                  <a:pt x="1836503" y="1732547"/>
                </a:moveTo>
                <a:cubicBezTo>
                  <a:pt x="1104582" y="1937084"/>
                  <a:pt x="372661" y="2141621"/>
                  <a:pt x="115987" y="1852863"/>
                </a:cubicBezTo>
                <a:cubicBezTo>
                  <a:pt x="-140687" y="1564105"/>
                  <a:pt x="77887" y="782052"/>
                  <a:pt x="296461" y="0"/>
                </a:cubicBezTo>
              </a:path>
            </a:pathLst>
          </a:custGeom>
          <a:noFill/>
          <a:ln w="57150">
            <a:solidFill>
              <a:srgbClr val="8255AF"/>
            </a:solidFill>
            <a:prstDash val="sys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7" name="Rectangle: Rounded Corners 456">
            <a:extLst>
              <a:ext uri="{FF2B5EF4-FFF2-40B4-BE49-F238E27FC236}">
                <a16:creationId xmlns:a16="http://schemas.microsoft.com/office/drawing/2014/main" id="{A39912D9-7C70-1456-13A4-D1D0A7B5D9E7}"/>
              </a:ext>
            </a:extLst>
          </p:cNvPr>
          <p:cNvSpPr/>
          <p:nvPr/>
        </p:nvSpPr>
        <p:spPr>
          <a:xfrm>
            <a:off x="17646337" y="1382383"/>
            <a:ext cx="6633389" cy="9373855"/>
          </a:xfrm>
          <a:prstGeom prst="roundRect">
            <a:avLst>
              <a:gd name="adj" fmla="val 2706"/>
            </a:avLst>
          </a:prstGeom>
          <a:noFill/>
          <a:ln w="57150">
            <a:solidFill>
              <a:srgbClr val="8255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A3FDFBBC-6B90-2247-1293-2FFEFC3A0C96}"/>
              </a:ext>
            </a:extLst>
          </p:cNvPr>
          <p:cNvSpPr txBox="1"/>
          <p:nvPr/>
        </p:nvSpPr>
        <p:spPr>
          <a:xfrm>
            <a:off x="18213828" y="1338816"/>
            <a:ext cx="55204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8255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Summary</a:t>
            </a:r>
          </a:p>
        </p:txBody>
      </p:sp>
      <p:sp>
        <p:nvSpPr>
          <p:cNvPr id="460" name="Rectangle: Rounded Corners 459">
            <a:extLst>
              <a:ext uri="{FF2B5EF4-FFF2-40B4-BE49-F238E27FC236}">
                <a16:creationId xmlns:a16="http://schemas.microsoft.com/office/drawing/2014/main" id="{CCCE5F62-861B-BA34-3D5E-7E078A7FFB25}"/>
              </a:ext>
            </a:extLst>
          </p:cNvPr>
          <p:cNvSpPr/>
          <p:nvPr/>
        </p:nvSpPr>
        <p:spPr>
          <a:xfrm>
            <a:off x="168442" y="14557442"/>
            <a:ext cx="24351915" cy="1733124"/>
          </a:xfrm>
          <a:prstGeom prst="roundRect">
            <a:avLst>
              <a:gd name="adj" fmla="val 2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1" name="Oval 460">
            <a:extLst>
              <a:ext uri="{FF2B5EF4-FFF2-40B4-BE49-F238E27FC236}">
                <a16:creationId xmlns:a16="http://schemas.microsoft.com/office/drawing/2014/main" id="{0E7AFDD4-7964-B764-223A-8DB93B71BCE0}"/>
              </a:ext>
            </a:extLst>
          </p:cNvPr>
          <p:cNvSpPr/>
          <p:nvPr/>
        </p:nvSpPr>
        <p:spPr>
          <a:xfrm>
            <a:off x="273576" y="15014693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498B0E12-3AC9-BB02-6C54-7802686FE34A}"/>
              </a:ext>
            </a:extLst>
          </p:cNvPr>
          <p:cNvSpPr/>
          <p:nvPr/>
        </p:nvSpPr>
        <p:spPr>
          <a:xfrm>
            <a:off x="3161162" y="14990630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3" name="Oval 462">
            <a:extLst>
              <a:ext uri="{FF2B5EF4-FFF2-40B4-BE49-F238E27FC236}">
                <a16:creationId xmlns:a16="http://schemas.microsoft.com/office/drawing/2014/main" id="{023088D5-35AB-21C4-CDA7-E63B88A31385}"/>
              </a:ext>
            </a:extLst>
          </p:cNvPr>
          <p:cNvSpPr/>
          <p:nvPr/>
        </p:nvSpPr>
        <p:spPr>
          <a:xfrm>
            <a:off x="6455882" y="15017314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06B658DD-5A97-46C0-D31E-EBD098D747E3}"/>
              </a:ext>
            </a:extLst>
          </p:cNvPr>
          <p:cNvSpPr txBox="1"/>
          <p:nvPr/>
        </p:nvSpPr>
        <p:spPr>
          <a:xfrm>
            <a:off x="817602" y="14918789"/>
            <a:ext cx="21948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unit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9ADD4F61-A7C2-07CE-1065-087707EC23D0}"/>
              </a:ext>
            </a:extLst>
          </p:cNvPr>
          <p:cNvSpPr txBox="1"/>
          <p:nvPr/>
        </p:nvSpPr>
        <p:spPr>
          <a:xfrm>
            <a:off x="3732561" y="14908732"/>
            <a:ext cx="2621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unit</a:t>
            </a:r>
          </a:p>
        </p:txBody>
      </p: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C1B0620A-0638-10A8-0568-887EA2F6CB98}"/>
              </a:ext>
            </a:extLst>
          </p:cNvPr>
          <p:cNvCxnSpPr>
            <a:cxnSpLocks/>
          </p:cNvCxnSpPr>
          <p:nvPr/>
        </p:nvCxnSpPr>
        <p:spPr>
          <a:xfrm>
            <a:off x="9577136" y="13528200"/>
            <a:ext cx="1371599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0" name="TextBox 469">
            <a:extLst>
              <a:ext uri="{FF2B5EF4-FFF2-40B4-BE49-F238E27FC236}">
                <a16:creationId xmlns:a16="http://schemas.microsoft.com/office/drawing/2014/main" id="{1B8AEB41-A707-9915-77D4-9C9F032CBE6E}"/>
              </a:ext>
            </a:extLst>
          </p:cNvPr>
          <p:cNvSpPr txBox="1"/>
          <p:nvPr/>
        </p:nvSpPr>
        <p:spPr>
          <a:xfrm>
            <a:off x="11208170" y="13214954"/>
            <a:ext cx="45165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connection</a:t>
            </a:r>
          </a:p>
        </p:txBody>
      </p:sp>
      <p:cxnSp>
        <p:nvCxnSpPr>
          <p:cNvPr id="471" name="Straight Arrow Connector 470">
            <a:extLst>
              <a:ext uri="{FF2B5EF4-FFF2-40B4-BE49-F238E27FC236}">
                <a16:creationId xmlns:a16="http://schemas.microsoft.com/office/drawing/2014/main" id="{A61FF0DE-6C72-FD02-C761-EC78B79D4DB0}"/>
              </a:ext>
            </a:extLst>
          </p:cNvPr>
          <p:cNvCxnSpPr>
            <a:cxnSpLocks/>
          </p:cNvCxnSpPr>
          <p:nvPr/>
        </p:nvCxnSpPr>
        <p:spPr>
          <a:xfrm>
            <a:off x="9609220" y="14155675"/>
            <a:ext cx="1363578" cy="0"/>
          </a:xfrm>
          <a:prstGeom prst="straightConnector1">
            <a:avLst/>
          </a:prstGeom>
          <a:ln w="76200">
            <a:solidFill>
              <a:srgbClr val="8255AF"/>
            </a:solidFill>
            <a:prstDash val="lgDashDot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8AB8C716-C836-1FCF-5E72-20F497B7FBA6}"/>
              </a:ext>
            </a:extLst>
          </p:cNvPr>
          <p:cNvSpPr txBox="1"/>
          <p:nvPr/>
        </p:nvSpPr>
        <p:spPr>
          <a:xfrm>
            <a:off x="11155559" y="13747419"/>
            <a:ext cx="45865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Recurrent connection</a:t>
            </a: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72E9F444-F62F-438D-4836-842E126C23EB}"/>
              </a:ext>
            </a:extLst>
          </p:cNvPr>
          <p:cNvSpPr txBox="1"/>
          <p:nvPr/>
        </p:nvSpPr>
        <p:spPr>
          <a:xfrm>
            <a:off x="1968209" y="4427634"/>
            <a:ext cx="27671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Height:</a:t>
            </a:r>
          </a:p>
          <a:p>
            <a:pPr algn="ctr"/>
            <a:r>
              <a:rPr lang="en-US" sz="28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Obstacle</a:t>
            </a: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4C250771-29DF-9A48-1D98-DDFDE7F7D197}"/>
              </a:ext>
            </a:extLst>
          </p:cNvPr>
          <p:cNvSpPr txBox="1"/>
          <p:nvPr/>
        </p:nvSpPr>
        <p:spPr>
          <a:xfrm>
            <a:off x="1449160" y="5697581"/>
            <a:ext cx="40681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Apex-Obstacle Gap:</a:t>
            </a:r>
          </a:p>
          <a:p>
            <a:pPr algn="ctr"/>
            <a:r>
              <a:rPr lang="en-US" sz="28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Separation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03146E2C-3D6A-A09E-4FEE-A9F89146A9A2}"/>
              </a:ext>
            </a:extLst>
          </p:cNvPr>
          <p:cNvSpPr txBox="1"/>
          <p:nvPr/>
        </p:nvSpPr>
        <p:spPr>
          <a:xfrm>
            <a:off x="2057993" y="7101263"/>
            <a:ext cx="285039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Peak Height:</a:t>
            </a:r>
          </a:p>
          <a:p>
            <a:pPr algn="ctr"/>
            <a:r>
              <a:rPr lang="en-US" sz="28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 4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9BF2CDEC-0B3C-9177-0722-C328800942E8}"/>
              </a:ext>
            </a:extLst>
          </p:cNvPr>
          <p:cNvSpPr txBox="1"/>
          <p:nvPr/>
        </p:nvSpPr>
        <p:spPr>
          <a:xfrm>
            <a:off x="1441141" y="8336502"/>
            <a:ext cx="40612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Kinematic Motion Type:</a:t>
            </a:r>
          </a:p>
          <a:p>
            <a:pPr algn="ctr"/>
            <a:r>
              <a:rPr lang="en-US" sz="28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Arced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13C51FE8-2F1A-9835-E46C-5ECC92D0A3E3}"/>
              </a:ext>
            </a:extLst>
          </p:cNvPr>
          <p:cNvSpPr/>
          <p:nvPr/>
        </p:nvSpPr>
        <p:spPr>
          <a:xfrm>
            <a:off x="824945" y="3261524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0" name="Oval 479">
            <a:extLst>
              <a:ext uri="{FF2B5EF4-FFF2-40B4-BE49-F238E27FC236}">
                <a16:creationId xmlns:a16="http://schemas.microsoft.com/office/drawing/2014/main" id="{2243E41C-C622-84D8-6967-BF04382FA958}"/>
              </a:ext>
            </a:extLst>
          </p:cNvPr>
          <p:cNvSpPr/>
          <p:nvPr/>
        </p:nvSpPr>
        <p:spPr>
          <a:xfrm>
            <a:off x="808904" y="4472700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" name="Oval 480">
            <a:extLst>
              <a:ext uri="{FF2B5EF4-FFF2-40B4-BE49-F238E27FC236}">
                <a16:creationId xmlns:a16="http://schemas.microsoft.com/office/drawing/2014/main" id="{C149B37B-56AE-9BA6-8978-94707D717E03}"/>
              </a:ext>
            </a:extLst>
          </p:cNvPr>
          <p:cNvSpPr/>
          <p:nvPr/>
        </p:nvSpPr>
        <p:spPr>
          <a:xfrm>
            <a:off x="840989" y="5732005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2" name="Oval 481">
            <a:extLst>
              <a:ext uri="{FF2B5EF4-FFF2-40B4-BE49-F238E27FC236}">
                <a16:creationId xmlns:a16="http://schemas.microsoft.com/office/drawing/2014/main" id="{56586836-B842-EB02-5C37-7BF1CB7E4C36}"/>
              </a:ext>
            </a:extLst>
          </p:cNvPr>
          <p:cNvSpPr/>
          <p:nvPr/>
        </p:nvSpPr>
        <p:spPr>
          <a:xfrm>
            <a:off x="849011" y="7207877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Oval 482">
            <a:extLst>
              <a:ext uri="{FF2B5EF4-FFF2-40B4-BE49-F238E27FC236}">
                <a16:creationId xmlns:a16="http://schemas.microsoft.com/office/drawing/2014/main" id="{93C28B59-1292-C9AE-0EF6-788679E26EF9}"/>
              </a:ext>
            </a:extLst>
          </p:cNvPr>
          <p:cNvSpPr/>
          <p:nvPr/>
        </p:nvSpPr>
        <p:spPr>
          <a:xfrm>
            <a:off x="849010" y="8411031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Rectangle: Rounded Corners 485">
            <a:extLst>
              <a:ext uri="{FF2B5EF4-FFF2-40B4-BE49-F238E27FC236}">
                <a16:creationId xmlns:a16="http://schemas.microsoft.com/office/drawing/2014/main" id="{990C1F05-03D1-CF5E-80DF-E3FBF7896EA8}"/>
              </a:ext>
            </a:extLst>
          </p:cNvPr>
          <p:cNvSpPr/>
          <p:nvPr/>
        </p:nvSpPr>
        <p:spPr>
          <a:xfrm>
            <a:off x="11664836" y="1401905"/>
            <a:ext cx="5334011" cy="1164307"/>
          </a:xfrm>
          <a:prstGeom prst="roundRect">
            <a:avLst>
              <a:gd name="adj" fmla="val 270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62713A83-9362-3D8B-0D6A-0A39DAF95545}"/>
              </a:ext>
            </a:extLst>
          </p:cNvPr>
          <p:cNvSpPr txBox="1"/>
          <p:nvPr/>
        </p:nvSpPr>
        <p:spPr>
          <a:xfrm>
            <a:off x="12267511" y="1535699"/>
            <a:ext cx="47115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Horizontal Position:</a:t>
            </a: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5AEF97E4-A80D-5700-288E-91079BBBC824}"/>
              </a:ext>
            </a:extLst>
          </p:cNvPr>
          <p:cNvSpPr/>
          <p:nvPr/>
        </p:nvSpPr>
        <p:spPr>
          <a:xfrm>
            <a:off x="11774308" y="1741712"/>
            <a:ext cx="529735" cy="5297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9" name="Rectangle: Rounded Corners 488">
            <a:extLst>
              <a:ext uri="{FF2B5EF4-FFF2-40B4-BE49-F238E27FC236}">
                <a16:creationId xmlns:a16="http://schemas.microsoft.com/office/drawing/2014/main" id="{2AB9AFE5-9A39-F1F5-55D4-9A4FE9634CA6}"/>
              </a:ext>
            </a:extLst>
          </p:cNvPr>
          <p:cNvSpPr/>
          <p:nvPr/>
        </p:nvSpPr>
        <p:spPr>
          <a:xfrm>
            <a:off x="11672858" y="2637147"/>
            <a:ext cx="5334011" cy="1164307"/>
          </a:xfrm>
          <a:prstGeom prst="roundRect">
            <a:avLst>
              <a:gd name="adj" fmla="val 270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C731FF3C-DB6E-AEAC-ACDB-88300FCCF360}"/>
              </a:ext>
            </a:extLst>
          </p:cNvPr>
          <p:cNvSpPr txBox="1"/>
          <p:nvPr/>
        </p:nvSpPr>
        <p:spPr>
          <a:xfrm>
            <a:off x="13271817" y="2770941"/>
            <a:ext cx="27671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Height:</a:t>
            </a: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Obstacle</a:t>
            </a:r>
          </a:p>
        </p:txBody>
      </p:sp>
      <p:sp>
        <p:nvSpPr>
          <p:cNvPr id="491" name="Oval 490">
            <a:extLst>
              <a:ext uri="{FF2B5EF4-FFF2-40B4-BE49-F238E27FC236}">
                <a16:creationId xmlns:a16="http://schemas.microsoft.com/office/drawing/2014/main" id="{799A3CA8-4579-C780-2275-CED14D72B6B7}"/>
              </a:ext>
            </a:extLst>
          </p:cNvPr>
          <p:cNvSpPr/>
          <p:nvPr/>
        </p:nvSpPr>
        <p:spPr>
          <a:xfrm>
            <a:off x="11782330" y="2976954"/>
            <a:ext cx="529735" cy="5297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" name="Rectangle: Rounded Corners 491">
            <a:extLst>
              <a:ext uri="{FF2B5EF4-FFF2-40B4-BE49-F238E27FC236}">
                <a16:creationId xmlns:a16="http://schemas.microsoft.com/office/drawing/2014/main" id="{241D5B5B-792F-779B-F12D-4AC71F744B63}"/>
              </a:ext>
            </a:extLst>
          </p:cNvPr>
          <p:cNvSpPr/>
          <p:nvPr/>
        </p:nvSpPr>
        <p:spPr>
          <a:xfrm>
            <a:off x="11696921" y="3864365"/>
            <a:ext cx="5334011" cy="1164307"/>
          </a:xfrm>
          <a:prstGeom prst="roundRect">
            <a:avLst>
              <a:gd name="adj" fmla="val 270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5B9BAD2B-AD6D-7EEA-033F-0DC515C90B26}"/>
              </a:ext>
            </a:extLst>
          </p:cNvPr>
          <p:cNvSpPr txBox="1"/>
          <p:nvPr/>
        </p:nvSpPr>
        <p:spPr>
          <a:xfrm>
            <a:off x="12729559" y="3998159"/>
            <a:ext cx="39478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Apex-Obstacle Gap:</a:t>
            </a: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Separation</a:t>
            </a:r>
          </a:p>
        </p:txBody>
      </p:sp>
      <p:sp>
        <p:nvSpPr>
          <p:cNvPr id="494" name="Oval 493">
            <a:extLst>
              <a:ext uri="{FF2B5EF4-FFF2-40B4-BE49-F238E27FC236}">
                <a16:creationId xmlns:a16="http://schemas.microsoft.com/office/drawing/2014/main" id="{E5D2F1F1-F578-FD54-322A-620840DEA756}"/>
              </a:ext>
            </a:extLst>
          </p:cNvPr>
          <p:cNvSpPr/>
          <p:nvPr/>
        </p:nvSpPr>
        <p:spPr>
          <a:xfrm>
            <a:off x="11782330" y="4204172"/>
            <a:ext cx="529735" cy="5297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" name="Rectangle: Rounded Corners 494">
            <a:extLst>
              <a:ext uri="{FF2B5EF4-FFF2-40B4-BE49-F238E27FC236}">
                <a16:creationId xmlns:a16="http://schemas.microsoft.com/office/drawing/2014/main" id="{24CB4C0B-7FFE-3CBF-D734-8C67576F261F}"/>
              </a:ext>
            </a:extLst>
          </p:cNvPr>
          <p:cNvSpPr/>
          <p:nvPr/>
        </p:nvSpPr>
        <p:spPr>
          <a:xfrm>
            <a:off x="11696921" y="5091588"/>
            <a:ext cx="5334011" cy="1164307"/>
          </a:xfrm>
          <a:prstGeom prst="roundRect">
            <a:avLst>
              <a:gd name="adj" fmla="val 270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E47F55E9-AA0C-96E2-AA55-660B93DD88A7}"/>
              </a:ext>
            </a:extLst>
          </p:cNvPr>
          <p:cNvSpPr txBox="1"/>
          <p:nvPr/>
        </p:nvSpPr>
        <p:spPr>
          <a:xfrm>
            <a:off x="13290284" y="5225382"/>
            <a:ext cx="27301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Peak Height</a:t>
            </a: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 4</a:t>
            </a:r>
          </a:p>
        </p:txBody>
      </p:sp>
      <p:sp>
        <p:nvSpPr>
          <p:cNvPr id="497" name="Oval 496">
            <a:extLst>
              <a:ext uri="{FF2B5EF4-FFF2-40B4-BE49-F238E27FC236}">
                <a16:creationId xmlns:a16="http://schemas.microsoft.com/office/drawing/2014/main" id="{5532BA68-3606-D3D1-7829-286BBD9E3077}"/>
              </a:ext>
            </a:extLst>
          </p:cNvPr>
          <p:cNvSpPr/>
          <p:nvPr/>
        </p:nvSpPr>
        <p:spPr>
          <a:xfrm>
            <a:off x="11782330" y="5431395"/>
            <a:ext cx="529735" cy="5297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8" name="Rectangle: Rounded Corners 497">
            <a:extLst>
              <a:ext uri="{FF2B5EF4-FFF2-40B4-BE49-F238E27FC236}">
                <a16:creationId xmlns:a16="http://schemas.microsoft.com/office/drawing/2014/main" id="{C27A2C03-078C-75D2-ECDB-044008C276BD}"/>
              </a:ext>
            </a:extLst>
          </p:cNvPr>
          <p:cNvSpPr/>
          <p:nvPr/>
        </p:nvSpPr>
        <p:spPr>
          <a:xfrm>
            <a:off x="11717848" y="6359133"/>
            <a:ext cx="5334011" cy="1164307"/>
          </a:xfrm>
          <a:prstGeom prst="roundRect">
            <a:avLst>
              <a:gd name="adj" fmla="val 2706"/>
            </a:avLst>
          </a:prstGeom>
          <a:solidFill>
            <a:srgbClr val="FEE7E5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66D17058-D968-5517-AB5D-EFC1405A3B7F}"/>
              </a:ext>
            </a:extLst>
          </p:cNvPr>
          <p:cNvSpPr txBox="1"/>
          <p:nvPr/>
        </p:nvSpPr>
        <p:spPr>
          <a:xfrm>
            <a:off x="13292744" y="6444801"/>
            <a:ext cx="27671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Height: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 4</a:t>
            </a:r>
          </a:p>
        </p:txBody>
      </p:sp>
      <p:sp>
        <p:nvSpPr>
          <p:cNvPr id="500" name="Oval 499">
            <a:extLst>
              <a:ext uri="{FF2B5EF4-FFF2-40B4-BE49-F238E27FC236}">
                <a16:creationId xmlns:a16="http://schemas.microsoft.com/office/drawing/2014/main" id="{EA1C5DFD-4BFE-CC86-24DA-8F6DD260F008}"/>
              </a:ext>
            </a:extLst>
          </p:cNvPr>
          <p:cNvSpPr/>
          <p:nvPr/>
        </p:nvSpPr>
        <p:spPr>
          <a:xfrm>
            <a:off x="11827320" y="6650814"/>
            <a:ext cx="529735" cy="52973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1" name="Rectangle: Rounded Corners 500">
            <a:extLst>
              <a:ext uri="{FF2B5EF4-FFF2-40B4-BE49-F238E27FC236}">
                <a16:creationId xmlns:a16="http://schemas.microsoft.com/office/drawing/2014/main" id="{EAF377FD-EF3C-4F6D-6564-F3DE8D4CAF69}"/>
              </a:ext>
            </a:extLst>
          </p:cNvPr>
          <p:cNvSpPr/>
          <p:nvPr/>
        </p:nvSpPr>
        <p:spPr>
          <a:xfrm>
            <a:off x="11717848" y="7616967"/>
            <a:ext cx="5334011" cy="1164307"/>
          </a:xfrm>
          <a:prstGeom prst="roundRect">
            <a:avLst>
              <a:gd name="adj" fmla="val 2706"/>
            </a:avLst>
          </a:prstGeom>
          <a:solidFill>
            <a:srgbClr val="FEE7E5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2" name="TextBox 501">
            <a:extLst>
              <a:ext uri="{FF2B5EF4-FFF2-40B4-BE49-F238E27FC236}">
                <a16:creationId xmlns:a16="http://schemas.microsoft.com/office/drawing/2014/main" id="{06C75C33-A075-5075-2B35-F0955AEAEE6B}"/>
              </a:ext>
            </a:extLst>
          </p:cNvPr>
          <p:cNvSpPr txBox="1"/>
          <p:nvPr/>
        </p:nvSpPr>
        <p:spPr>
          <a:xfrm>
            <a:off x="13251097" y="7750761"/>
            <a:ext cx="285039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Peak Height: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 0</a:t>
            </a:r>
          </a:p>
        </p:txBody>
      </p:sp>
      <p:sp>
        <p:nvSpPr>
          <p:cNvPr id="503" name="Oval 502">
            <a:extLst>
              <a:ext uri="{FF2B5EF4-FFF2-40B4-BE49-F238E27FC236}">
                <a16:creationId xmlns:a16="http://schemas.microsoft.com/office/drawing/2014/main" id="{494F40D2-1B8E-FA7A-1911-40849D70BAF5}"/>
              </a:ext>
            </a:extLst>
          </p:cNvPr>
          <p:cNvSpPr/>
          <p:nvPr/>
        </p:nvSpPr>
        <p:spPr>
          <a:xfrm>
            <a:off x="11827320" y="7908643"/>
            <a:ext cx="529735" cy="52973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F61ADF45-678C-55BB-2FBB-F7549CC9B8A7}"/>
              </a:ext>
            </a:extLst>
          </p:cNvPr>
          <p:cNvSpPr txBox="1"/>
          <p:nvPr/>
        </p:nvSpPr>
        <p:spPr>
          <a:xfrm>
            <a:off x="18711686" y="2491634"/>
            <a:ext cx="423064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Correctly activated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(expected)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units: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B805F74B-AD40-91FB-F964-46C1CE9C410F}"/>
              </a:ext>
            </a:extLst>
          </p:cNvPr>
          <p:cNvSpPr txBox="1"/>
          <p:nvPr/>
        </p:nvSpPr>
        <p:spPr>
          <a:xfrm>
            <a:off x="20140864" y="3818652"/>
            <a:ext cx="114646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017B848D-FCFB-981A-9D9C-44C06FED8FB9}"/>
              </a:ext>
            </a:extLst>
          </p:cNvPr>
          <p:cNvSpPr txBox="1"/>
          <p:nvPr/>
        </p:nvSpPr>
        <p:spPr>
          <a:xfrm>
            <a:off x="18562614" y="6470080"/>
            <a:ext cx="454483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Incorrectly activated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(unexpected)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units:</a:t>
            </a: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E25AFF90-1FC4-0048-A0BD-5E2924447C90}"/>
              </a:ext>
            </a:extLst>
          </p:cNvPr>
          <p:cNvSpPr txBox="1"/>
          <p:nvPr/>
        </p:nvSpPr>
        <p:spPr>
          <a:xfrm>
            <a:off x="20124823" y="7941469"/>
            <a:ext cx="114646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11" name="TextBox 510">
            <a:extLst>
              <a:ext uri="{FF2B5EF4-FFF2-40B4-BE49-F238E27FC236}">
                <a16:creationId xmlns:a16="http://schemas.microsoft.com/office/drawing/2014/main" id="{CCB9860E-7D9C-18D8-86C7-564B73C5D910}"/>
              </a:ext>
            </a:extLst>
          </p:cNvPr>
          <p:cNvSpPr txBox="1"/>
          <p:nvPr/>
        </p:nvSpPr>
        <p:spPr>
          <a:xfrm>
            <a:off x="18220705" y="9828746"/>
            <a:ext cx="52447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(three sources of error)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B9A8B425-4E5D-1842-73E2-331C76847F3D}"/>
              </a:ext>
            </a:extLst>
          </p:cNvPr>
          <p:cNvSpPr txBox="1"/>
          <p:nvPr/>
        </p:nvSpPr>
        <p:spPr>
          <a:xfrm>
            <a:off x="7127221" y="14899609"/>
            <a:ext cx="27350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unit</a:t>
            </a:r>
          </a:p>
        </p:txBody>
      </p:sp>
      <p:sp>
        <p:nvSpPr>
          <p:cNvPr id="513" name="Oval 512">
            <a:extLst>
              <a:ext uri="{FF2B5EF4-FFF2-40B4-BE49-F238E27FC236}">
                <a16:creationId xmlns:a16="http://schemas.microsoft.com/office/drawing/2014/main" id="{1FC2060C-A629-8266-46A6-6678739007EE}"/>
              </a:ext>
            </a:extLst>
          </p:cNvPr>
          <p:cNvSpPr/>
          <p:nvPr/>
        </p:nvSpPr>
        <p:spPr>
          <a:xfrm>
            <a:off x="10078073" y="14983039"/>
            <a:ext cx="529735" cy="5297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7587B4B2-1A4B-5082-E85B-01228330F03B}"/>
              </a:ext>
            </a:extLst>
          </p:cNvPr>
          <p:cNvSpPr txBox="1"/>
          <p:nvPr/>
        </p:nvSpPr>
        <p:spPr>
          <a:xfrm>
            <a:off x="10622646" y="14772376"/>
            <a:ext cx="65966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unit correctly activated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(i.e., matches targets</a:t>
            </a:r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B4FA859A-A139-1E2B-D35A-18E52992F97F}"/>
              </a:ext>
            </a:extLst>
          </p:cNvPr>
          <p:cNvSpPr/>
          <p:nvPr/>
        </p:nvSpPr>
        <p:spPr>
          <a:xfrm>
            <a:off x="17184697" y="14983039"/>
            <a:ext cx="529735" cy="52973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DECF7551-D5E5-7E43-DC56-25898748192C}"/>
              </a:ext>
            </a:extLst>
          </p:cNvPr>
          <p:cNvSpPr txBox="1"/>
          <p:nvPr/>
        </p:nvSpPr>
        <p:spPr>
          <a:xfrm>
            <a:off x="17650045" y="14780398"/>
            <a:ext cx="699582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unit incorrectly activated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(i.e., mismatches targets)</a:t>
            </a:r>
          </a:p>
        </p:txBody>
      </p:sp>
      <p:sp>
        <p:nvSpPr>
          <p:cNvPr id="517" name="Rectangle: Rounded Corners 516">
            <a:extLst>
              <a:ext uri="{FF2B5EF4-FFF2-40B4-BE49-F238E27FC236}">
                <a16:creationId xmlns:a16="http://schemas.microsoft.com/office/drawing/2014/main" id="{7056A581-0A1E-943B-9984-893EE1EB1F68}"/>
              </a:ext>
            </a:extLst>
          </p:cNvPr>
          <p:cNvSpPr/>
          <p:nvPr/>
        </p:nvSpPr>
        <p:spPr>
          <a:xfrm>
            <a:off x="9360565" y="13138483"/>
            <a:ext cx="6545178" cy="1275355"/>
          </a:xfrm>
          <a:prstGeom prst="roundRect">
            <a:avLst>
              <a:gd name="adj" fmla="val 2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9" name="Rectangle: Rounded Corners 518">
            <a:extLst>
              <a:ext uri="{FF2B5EF4-FFF2-40B4-BE49-F238E27FC236}">
                <a16:creationId xmlns:a16="http://schemas.microsoft.com/office/drawing/2014/main" id="{1A54DC51-D784-3586-02EB-E189B02BC5B8}"/>
              </a:ext>
            </a:extLst>
          </p:cNvPr>
          <p:cNvSpPr/>
          <p:nvPr/>
        </p:nvSpPr>
        <p:spPr>
          <a:xfrm>
            <a:off x="490107" y="360396"/>
            <a:ext cx="24030250" cy="12531176"/>
          </a:xfrm>
          <a:prstGeom prst="roundRect">
            <a:avLst>
              <a:gd name="adj" fmla="val 2706"/>
            </a:avLst>
          </a:prstGeom>
          <a:noFill/>
          <a:ln w="57150">
            <a:solidFill>
              <a:srgbClr val="98A2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EA4CDBC-889E-B55D-9DA0-7A5C11CA1EB4}"/>
              </a:ext>
            </a:extLst>
          </p:cNvPr>
          <p:cNvSpPr/>
          <p:nvPr/>
        </p:nvSpPr>
        <p:spPr>
          <a:xfrm>
            <a:off x="11738778" y="8887970"/>
            <a:ext cx="5334011" cy="1164307"/>
          </a:xfrm>
          <a:prstGeom prst="roundRect">
            <a:avLst>
              <a:gd name="adj" fmla="val 2706"/>
            </a:avLst>
          </a:prstGeom>
          <a:solidFill>
            <a:srgbClr val="FEE7E5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D62C6-1A35-2867-B312-26539BBB6F81}"/>
              </a:ext>
            </a:extLst>
          </p:cNvPr>
          <p:cNvSpPr txBox="1"/>
          <p:nvPr/>
        </p:nvSpPr>
        <p:spPr>
          <a:xfrm>
            <a:off x="12726725" y="9021764"/>
            <a:ext cx="394101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Kinematic Motion Type: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E4AE87F-68D0-E550-9CAB-A2DF1DEA275F}"/>
              </a:ext>
            </a:extLst>
          </p:cNvPr>
          <p:cNvSpPr/>
          <p:nvPr/>
        </p:nvSpPr>
        <p:spPr>
          <a:xfrm>
            <a:off x="11824187" y="9227777"/>
            <a:ext cx="529735" cy="52973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85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5ECA2-5093-045E-F54F-599F01980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0" name="Straight Arrow Connector 329">
            <a:extLst>
              <a:ext uri="{FF2B5EF4-FFF2-40B4-BE49-F238E27FC236}">
                <a16:creationId xmlns:a16="http://schemas.microsoft.com/office/drawing/2014/main" id="{1FFAB76B-2BD6-4430-980A-44DD1A3AAEB9}"/>
              </a:ext>
            </a:extLst>
          </p:cNvPr>
          <p:cNvCxnSpPr>
            <a:cxnSpLocks/>
            <a:stCxn id="282" idx="3"/>
          </p:cNvCxnSpPr>
          <p:nvPr/>
        </p:nvCxnSpPr>
        <p:spPr>
          <a:xfrm>
            <a:off x="9141186" y="3782159"/>
            <a:ext cx="2545504" cy="9143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1D9357D3-E54A-F26F-1074-E66935BA5AEC}"/>
              </a:ext>
            </a:extLst>
          </p:cNvPr>
          <p:cNvCxnSpPr>
            <a:cxnSpLocks/>
            <a:stCxn id="100" idx="6"/>
            <a:endCxn id="121" idx="2"/>
          </p:cNvCxnSpPr>
          <p:nvPr/>
        </p:nvCxnSpPr>
        <p:spPr>
          <a:xfrm flipV="1">
            <a:off x="6985779" y="2910033"/>
            <a:ext cx="1701159" cy="37666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EA72D762-9162-8D54-D556-D7F7081917F2}"/>
              </a:ext>
            </a:extLst>
          </p:cNvPr>
          <p:cNvCxnSpPr>
            <a:cxnSpLocks/>
            <a:stCxn id="101" idx="6"/>
            <a:endCxn id="122" idx="2"/>
          </p:cNvCxnSpPr>
          <p:nvPr/>
        </p:nvCxnSpPr>
        <p:spPr>
          <a:xfrm flipV="1">
            <a:off x="6993801" y="3832496"/>
            <a:ext cx="1665938" cy="34537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66E7DA-5689-A34B-AC80-17639AE1A660}"/>
              </a:ext>
            </a:extLst>
          </p:cNvPr>
          <p:cNvSpPr/>
          <p:nvPr/>
        </p:nvSpPr>
        <p:spPr>
          <a:xfrm>
            <a:off x="697832" y="1366971"/>
            <a:ext cx="5334011" cy="8088910"/>
          </a:xfrm>
          <a:prstGeom prst="roundRect">
            <a:avLst>
              <a:gd name="adj" fmla="val 2706"/>
            </a:avLst>
          </a:prstGeom>
          <a:noFill/>
          <a:ln>
            <a:solidFill>
              <a:srgbClr val="4667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E35C62-FD94-9A38-3883-4C9B0D0506E1}"/>
              </a:ext>
            </a:extLst>
          </p:cNvPr>
          <p:cNvSpPr txBox="1"/>
          <p:nvPr/>
        </p:nvSpPr>
        <p:spPr>
          <a:xfrm>
            <a:off x="7602337" y="341536"/>
            <a:ext cx="6827510" cy="86177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Consistent test event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67E2BA-7666-E9EB-8CD4-6B6B5E42019F}"/>
              </a:ext>
            </a:extLst>
          </p:cNvPr>
          <p:cNvSpPr txBox="1"/>
          <p:nvPr/>
        </p:nvSpPr>
        <p:spPr>
          <a:xfrm>
            <a:off x="848777" y="1382384"/>
            <a:ext cx="51244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input features (at test)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A681A0-DFAC-0B5C-450E-10906100E3F4}"/>
              </a:ext>
            </a:extLst>
          </p:cNvPr>
          <p:cNvSpPr txBox="1"/>
          <p:nvPr/>
        </p:nvSpPr>
        <p:spPr>
          <a:xfrm>
            <a:off x="1308634" y="3243117"/>
            <a:ext cx="47115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Horizontal Position:</a:t>
            </a:r>
          </a:p>
          <a:p>
            <a:pPr algn="ctr"/>
            <a:r>
              <a:rPr lang="en-US" sz="28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84F4FF2F-365E-5C3D-9939-55120EC2533B}"/>
              </a:ext>
            </a:extLst>
          </p:cNvPr>
          <p:cNvSpPr/>
          <p:nvPr/>
        </p:nvSpPr>
        <p:spPr>
          <a:xfrm>
            <a:off x="6376754" y="1909326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A792F39-DE67-D404-ADDA-B42D31D86DCC}"/>
              </a:ext>
            </a:extLst>
          </p:cNvPr>
          <p:cNvSpPr/>
          <p:nvPr/>
        </p:nvSpPr>
        <p:spPr>
          <a:xfrm>
            <a:off x="6384776" y="2518926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8908293-C178-F4E2-8107-0F063C58CAC9}"/>
              </a:ext>
            </a:extLst>
          </p:cNvPr>
          <p:cNvSpPr/>
          <p:nvPr/>
        </p:nvSpPr>
        <p:spPr>
          <a:xfrm>
            <a:off x="6403953" y="3191850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E12D98AA-50F0-7670-5269-85BC98382034}"/>
              </a:ext>
            </a:extLst>
          </p:cNvPr>
          <p:cNvSpPr/>
          <p:nvPr/>
        </p:nvSpPr>
        <p:spPr>
          <a:xfrm>
            <a:off x="6411975" y="3801450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9F3D5BE6-B9CB-75BA-FCE6-7093EDA837B1}"/>
              </a:ext>
            </a:extLst>
          </p:cNvPr>
          <p:cNvSpPr/>
          <p:nvPr/>
        </p:nvSpPr>
        <p:spPr>
          <a:xfrm>
            <a:off x="6432902" y="4423658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FC04FCF8-8B74-63AD-5F88-532436A097C5}"/>
              </a:ext>
            </a:extLst>
          </p:cNvPr>
          <p:cNvSpPr/>
          <p:nvPr/>
        </p:nvSpPr>
        <p:spPr>
          <a:xfrm>
            <a:off x="6440924" y="5033258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0362462B-8C3C-F9DD-6597-D4946587D8E7}"/>
              </a:ext>
            </a:extLst>
          </p:cNvPr>
          <p:cNvSpPr/>
          <p:nvPr/>
        </p:nvSpPr>
        <p:spPr>
          <a:xfrm>
            <a:off x="6456044" y="6411813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7A803437-E77C-4EE7-FFA3-360B2818ED90}"/>
              </a:ext>
            </a:extLst>
          </p:cNvPr>
          <p:cNvSpPr/>
          <p:nvPr/>
        </p:nvSpPr>
        <p:spPr>
          <a:xfrm>
            <a:off x="6464066" y="7021413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EAFB1FE2-6A6E-4781-61C7-D25A22750E3D}"/>
              </a:ext>
            </a:extLst>
          </p:cNvPr>
          <p:cNvSpPr/>
          <p:nvPr/>
        </p:nvSpPr>
        <p:spPr>
          <a:xfrm>
            <a:off x="6483243" y="7694337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010CD3B8-10DA-0BD6-F42D-F47F10A31DB8}"/>
              </a:ext>
            </a:extLst>
          </p:cNvPr>
          <p:cNvSpPr/>
          <p:nvPr/>
        </p:nvSpPr>
        <p:spPr>
          <a:xfrm>
            <a:off x="6491265" y="8303937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D354285F-FC81-9E8D-D6FA-C698BBB3E792}"/>
              </a:ext>
            </a:extLst>
          </p:cNvPr>
          <p:cNvSpPr/>
          <p:nvPr/>
        </p:nvSpPr>
        <p:spPr>
          <a:xfrm>
            <a:off x="6512192" y="8926145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E4E3650-FE05-BBCC-E3B6-8C293BDF4A11}"/>
              </a:ext>
            </a:extLst>
          </p:cNvPr>
          <p:cNvSpPr txBox="1"/>
          <p:nvPr/>
        </p:nvSpPr>
        <p:spPr>
          <a:xfrm rot="5400000">
            <a:off x="6549070" y="5413701"/>
            <a:ext cx="714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…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D4FAF8A7-7A4F-63C1-FDDA-06C1B0324BA3}"/>
              </a:ext>
            </a:extLst>
          </p:cNvPr>
          <p:cNvSpPr/>
          <p:nvPr/>
        </p:nvSpPr>
        <p:spPr>
          <a:xfrm>
            <a:off x="8686938" y="2645165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D72FF830-5622-D33D-BC5A-A15F4A1EAC16}"/>
              </a:ext>
            </a:extLst>
          </p:cNvPr>
          <p:cNvSpPr/>
          <p:nvPr/>
        </p:nvSpPr>
        <p:spPr>
          <a:xfrm>
            <a:off x="8659739" y="3567628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63BE7713-5053-E707-1438-64F6B7C17835}"/>
              </a:ext>
            </a:extLst>
          </p:cNvPr>
          <p:cNvSpPr/>
          <p:nvPr/>
        </p:nvSpPr>
        <p:spPr>
          <a:xfrm>
            <a:off x="8650743" y="4175575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2ED9E8A8-0E6B-A344-3807-6AB6648852B3}"/>
              </a:ext>
            </a:extLst>
          </p:cNvPr>
          <p:cNvSpPr/>
          <p:nvPr/>
        </p:nvSpPr>
        <p:spPr>
          <a:xfrm>
            <a:off x="8646834" y="5600385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17639B4D-8344-821C-D357-A57F2BCD8CA7}"/>
              </a:ext>
            </a:extLst>
          </p:cNvPr>
          <p:cNvSpPr/>
          <p:nvPr/>
        </p:nvSpPr>
        <p:spPr>
          <a:xfrm>
            <a:off x="8595572" y="6222593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F64AF592-9254-B233-A838-D19FD85052DC}"/>
              </a:ext>
            </a:extLst>
          </p:cNvPr>
          <p:cNvSpPr/>
          <p:nvPr/>
        </p:nvSpPr>
        <p:spPr>
          <a:xfrm>
            <a:off x="8610639" y="6830540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3445B28-6855-F88B-7C27-38FB5176BF97}"/>
              </a:ext>
            </a:extLst>
          </p:cNvPr>
          <p:cNvSpPr txBox="1"/>
          <p:nvPr/>
        </p:nvSpPr>
        <p:spPr>
          <a:xfrm rot="5400000">
            <a:off x="8706732" y="4635662"/>
            <a:ext cx="714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…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4474A30F-929E-5096-95E8-83996A9B7AB2}"/>
              </a:ext>
            </a:extLst>
          </p:cNvPr>
          <p:cNvCxnSpPr>
            <a:stCxn id="92" idx="6"/>
            <a:endCxn id="121" idx="2"/>
          </p:cNvCxnSpPr>
          <p:nvPr/>
        </p:nvCxnSpPr>
        <p:spPr>
          <a:xfrm>
            <a:off x="6906489" y="2174194"/>
            <a:ext cx="1780449" cy="7358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A467F2CF-3FBE-02C2-BEAE-F54DCA4628D6}"/>
              </a:ext>
            </a:extLst>
          </p:cNvPr>
          <p:cNvCxnSpPr>
            <a:cxnSpLocks/>
            <a:stCxn id="92" idx="6"/>
            <a:endCxn id="122" idx="2"/>
          </p:cNvCxnSpPr>
          <p:nvPr/>
        </p:nvCxnSpPr>
        <p:spPr>
          <a:xfrm>
            <a:off x="6906489" y="2174194"/>
            <a:ext cx="1753250" cy="16583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41CE27BD-E892-EA33-31CF-EE34B7DB485C}"/>
              </a:ext>
            </a:extLst>
          </p:cNvPr>
          <p:cNvCxnSpPr>
            <a:cxnSpLocks/>
            <a:stCxn id="92" idx="6"/>
            <a:endCxn id="123" idx="2"/>
          </p:cNvCxnSpPr>
          <p:nvPr/>
        </p:nvCxnSpPr>
        <p:spPr>
          <a:xfrm>
            <a:off x="6906489" y="2174194"/>
            <a:ext cx="1744254" cy="22662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4771E9D4-0384-25A6-09F1-E48314A599B4}"/>
              </a:ext>
            </a:extLst>
          </p:cNvPr>
          <p:cNvCxnSpPr>
            <a:cxnSpLocks/>
            <a:stCxn id="92" idx="6"/>
            <a:endCxn id="125" idx="2"/>
          </p:cNvCxnSpPr>
          <p:nvPr/>
        </p:nvCxnSpPr>
        <p:spPr>
          <a:xfrm>
            <a:off x="6906489" y="2174194"/>
            <a:ext cx="1740345" cy="36910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DBA6BDCB-309D-1118-CBA9-21FF2255E0A7}"/>
              </a:ext>
            </a:extLst>
          </p:cNvPr>
          <p:cNvCxnSpPr>
            <a:cxnSpLocks/>
            <a:stCxn id="92" idx="6"/>
            <a:endCxn id="126" idx="2"/>
          </p:cNvCxnSpPr>
          <p:nvPr/>
        </p:nvCxnSpPr>
        <p:spPr>
          <a:xfrm>
            <a:off x="6906489" y="2174194"/>
            <a:ext cx="1689083" cy="43132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492A6904-8552-A0BE-3050-DA9C32C3E8DA}"/>
              </a:ext>
            </a:extLst>
          </p:cNvPr>
          <p:cNvCxnSpPr>
            <a:cxnSpLocks/>
            <a:stCxn id="92" idx="6"/>
            <a:endCxn id="127" idx="2"/>
          </p:cNvCxnSpPr>
          <p:nvPr/>
        </p:nvCxnSpPr>
        <p:spPr>
          <a:xfrm>
            <a:off x="6906489" y="2174194"/>
            <a:ext cx="1704150" cy="49212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6702E2E7-06C4-F6F7-63D8-B1DBF3CE4907}"/>
              </a:ext>
            </a:extLst>
          </p:cNvPr>
          <p:cNvCxnSpPr>
            <a:cxnSpLocks/>
            <a:stCxn id="94" idx="6"/>
            <a:endCxn id="121" idx="2"/>
          </p:cNvCxnSpPr>
          <p:nvPr/>
        </p:nvCxnSpPr>
        <p:spPr>
          <a:xfrm flipV="1">
            <a:off x="6933688" y="2910033"/>
            <a:ext cx="1753250" cy="546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08058785-A6E5-63B8-33D4-C0C8616C3EBC}"/>
              </a:ext>
            </a:extLst>
          </p:cNvPr>
          <p:cNvCxnSpPr>
            <a:cxnSpLocks/>
            <a:stCxn id="94" idx="6"/>
            <a:endCxn id="122" idx="2"/>
          </p:cNvCxnSpPr>
          <p:nvPr/>
        </p:nvCxnSpPr>
        <p:spPr>
          <a:xfrm>
            <a:off x="6933688" y="3456718"/>
            <a:ext cx="1726051" cy="3757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7111E9D1-4116-49FF-DB27-51F93267BED3}"/>
              </a:ext>
            </a:extLst>
          </p:cNvPr>
          <p:cNvCxnSpPr>
            <a:cxnSpLocks/>
            <a:stCxn id="94" idx="6"/>
            <a:endCxn id="123" idx="2"/>
          </p:cNvCxnSpPr>
          <p:nvPr/>
        </p:nvCxnSpPr>
        <p:spPr>
          <a:xfrm>
            <a:off x="6933688" y="3456718"/>
            <a:ext cx="1717055" cy="983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6D8C4FEF-394D-1D4E-C7C3-EC178EA56896}"/>
              </a:ext>
            </a:extLst>
          </p:cNvPr>
          <p:cNvCxnSpPr>
            <a:cxnSpLocks/>
            <a:stCxn id="94" idx="6"/>
            <a:endCxn id="125" idx="2"/>
          </p:cNvCxnSpPr>
          <p:nvPr/>
        </p:nvCxnSpPr>
        <p:spPr>
          <a:xfrm>
            <a:off x="6933688" y="3456718"/>
            <a:ext cx="1713146" cy="24085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3FA0FB8F-1BC4-366F-A8D0-E22C3CA35DD4}"/>
              </a:ext>
            </a:extLst>
          </p:cNvPr>
          <p:cNvCxnSpPr>
            <a:cxnSpLocks/>
            <a:stCxn id="94" idx="6"/>
            <a:endCxn id="126" idx="2"/>
          </p:cNvCxnSpPr>
          <p:nvPr/>
        </p:nvCxnSpPr>
        <p:spPr>
          <a:xfrm>
            <a:off x="6933688" y="3456718"/>
            <a:ext cx="1661884" cy="30307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796DA7BB-8304-D5BB-9185-7DB7752DC74C}"/>
              </a:ext>
            </a:extLst>
          </p:cNvPr>
          <p:cNvCxnSpPr>
            <a:cxnSpLocks/>
            <a:stCxn id="94" idx="6"/>
            <a:endCxn id="127" idx="2"/>
          </p:cNvCxnSpPr>
          <p:nvPr/>
        </p:nvCxnSpPr>
        <p:spPr>
          <a:xfrm>
            <a:off x="6933688" y="3456718"/>
            <a:ext cx="1676951" cy="36386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EE997CC0-FDE2-8744-65B8-4B70F25A7349}"/>
              </a:ext>
            </a:extLst>
          </p:cNvPr>
          <p:cNvCxnSpPr>
            <a:cxnSpLocks/>
            <a:stCxn id="96" idx="6"/>
            <a:endCxn id="121" idx="2"/>
          </p:cNvCxnSpPr>
          <p:nvPr/>
        </p:nvCxnSpPr>
        <p:spPr>
          <a:xfrm flipV="1">
            <a:off x="6962637" y="2910033"/>
            <a:ext cx="1724301" cy="17784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79D849E4-E068-8DF6-8F0C-672DA147A20C}"/>
              </a:ext>
            </a:extLst>
          </p:cNvPr>
          <p:cNvCxnSpPr>
            <a:cxnSpLocks/>
            <a:stCxn id="96" idx="6"/>
            <a:endCxn id="122" idx="2"/>
          </p:cNvCxnSpPr>
          <p:nvPr/>
        </p:nvCxnSpPr>
        <p:spPr>
          <a:xfrm flipV="1">
            <a:off x="6962637" y="3832496"/>
            <a:ext cx="1697102" cy="8560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1C3120ED-B663-454A-E358-FB19B6E01B23}"/>
              </a:ext>
            </a:extLst>
          </p:cNvPr>
          <p:cNvCxnSpPr>
            <a:cxnSpLocks/>
            <a:stCxn id="96" idx="6"/>
            <a:endCxn id="123" idx="2"/>
          </p:cNvCxnSpPr>
          <p:nvPr/>
        </p:nvCxnSpPr>
        <p:spPr>
          <a:xfrm flipV="1">
            <a:off x="6962637" y="4440443"/>
            <a:ext cx="1688106" cy="2480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379F187D-F635-D14B-817A-5EEFA90268F9}"/>
              </a:ext>
            </a:extLst>
          </p:cNvPr>
          <p:cNvCxnSpPr>
            <a:cxnSpLocks/>
            <a:stCxn id="96" idx="6"/>
            <a:endCxn id="125" idx="2"/>
          </p:cNvCxnSpPr>
          <p:nvPr/>
        </p:nvCxnSpPr>
        <p:spPr>
          <a:xfrm>
            <a:off x="6962637" y="4688526"/>
            <a:ext cx="1684197" cy="11767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3F030A0B-E1A1-6960-2E95-CE8E03E40054}"/>
              </a:ext>
            </a:extLst>
          </p:cNvPr>
          <p:cNvCxnSpPr>
            <a:cxnSpLocks/>
            <a:stCxn id="96" idx="6"/>
            <a:endCxn id="126" idx="2"/>
          </p:cNvCxnSpPr>
          <p:nvPr/>
        </p:nvCxnSpPr>
        <p:spPr>
          <a:xfrm>
            <a:off x="6962637" y="4688526"/>
            <a:ext cx="1632935" cy="17989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3F713906-9310-9EB3-DB3A-1FDD9FE8D95A}"/>
              </a:ext>
            </a:extLst>
          </p:cNvPr>
          <p:cNvCxnSpPr>
            <a:cxnSpLocks/>
            <a:stCxn id="96" idx="6"/>
            <a:endCxn id="127" idx="2"/>
          </p:cNvCxnSpPr>
          <p:nvPr/>
        </p:nvCxnSpPr>
        <p:spPr>
          <a:xfrm>
            <a:off x="6962637" y="4688526"/>
            <a:ext cx="1648002" cy="24068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7F2E93E0-756B-351D-9F73-630CD60C6C41}"/>
              </a:ext>
            </a:extLst>
          </p:cNvPr>
          <p:cNvCxnSpPr>
            <a:cxnSpLocks/>
            <a:stCxn id="100" idx="6"/>
            <a:endCxn id="121" idx="2"/>
          </p:cNvCxnSpPr>
          <p:nvPr/>
        </p:nvCxnSpPr>
        <p:spPr>
          <a:xfrm flipV="1">
            <a:off x="6985779" y="2910033"/>
            <a:ext cx="1701159" cy="37666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1CFF2E1F-3689-2AA4-E0CE-6462C2C29049}"/>
              </a:ext>
            </a:extLst>
          </p:cNvPr>
          <p:cNvCxnSpPr>
            <a:cxnSpLocks/>
            <a:stCxn id="100" idx="6"/>
            <a:endCxn id="122" idx="2"/>
          </p:cNvCxnSpPr>
          <p:nvPr/>
        </p:nvCxnSpPr>
        <p:spPr>
          <a:xfrm flipV="1">
            <a:off x="6985779" y="3832496"/>
            <a:ext cx="1673960" cy="28441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C88EEC54-C0DD-5534-5723-DDBFFD7AAF00}"/>
              </a:ext>
            </a:extLst>
          </p:cNvPr>
          <p:cNvCxnSpPr>
            <a:cxnSpLocks/>
            <a:stCxn id="100" idx="6"/>
            <a:endCxn id="123" idx="2"/>
          </p:cNvCxnSpPr>
          <p:nvPr/>
        </p:nvCxnSpPr>
        <p:spPr>
          <a:xfrm flipV="1">
            <a:off x="6985779" y="4440443"/>
            <a:ext cx="1664964" cy="22362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EFE1AFB4-A978-A035-B2DD-3A6B6D8B018F}"/>
              </a:ext>
            </a:extLst>
          </p:cNvPr>
          <p:cNvCxnSpPr>
            <a:cxnSpLocks/>
            <a:stCxn id="100" idx="6"/>
            <a:endCxn id="125" idx="2"/>
          </p:cNvCxnSpPr>
          <p:nvPr/>
        </p:nvCxnSpPr>
        <p:spPr>
          <a:xfrm flipV="1">
            <a:off x="6985779" y="5865253"/>
            <a:ext cx="1661055" cy="8114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B6008909-71F7-FE93-B850-14DFCF8ECE71}"/>
              </a:ext>
            </a:extLst>
          </p:cNvPr>
          <p:cNvCxnSpPr>
            <a:cxnSpLocks/>
            <a:stCxn id="100" idx="6"/>
            <a:endCxn id="126" idx="2"/>
          </p:cNvCxnSpPr>
          <p:nvPr/>
        </p:nvCxnSpPr>
        <p:spPr>
          <a:xfrm flipV="1">
            <a:off x="6985779" y="6487461"/>
            <a:ext cx="1609793" cy="1892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3C94E8CA-64F9-E77E-25B4-E273874D447B}"/>
              </a:ext>
            </a:extLst>
          </p:cNvPr>
          <p:cNvCxnSpPr>
            <a:cxnSpLocks/>
            <a:stCxn id="100" idx="6"/>
            <a:endCxn id="127" idx="2"/>
          </p:cNvCxnSpPr>
          <p:nvPr/>
        </p:nvCxnSpPr>
        <p:spPr>
          <a:xfrm>
            <a:off x="6985779" y="6676681"/>
            <a:ext cx="1624860" cy="4187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0FC01EF5-D731-DF5A-D694-7246630E6ED1}"/>
              </a:ext>
            </a:extLst>
          </p:cNvPr>
          <p:cNvCxnSpPr>
            <a:cxnSpLocks/>
            <a:stCxn id="101" idx="6"/>
            <a:endCxn id="123" idx="2"/>
          </p:cNvCxnSpPr>
          <p:nvPr/>
        </p:nvCxnSpPr>
        <p:spPr>
          <a:xfrm flipV="1">
            <a:off x="6993801" y="4440443"/>
            <a:ext cx="1656942" cy="28458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EB0B1F26-E56B-506C-2446-0BAA15DB6402}"/>
              </a:ext>
            </a:extLst>
          </p:cNvPr>
          <p:cNvCxnSpPr>
            <a:cxnSpLocks/>
            <a:stCxn id="101" idx="6"/>
            <a:endCxn id="125" idx="2"/>
          </p:cNvCxnSpPr>
          <p:nvPr/>
        </p:nvCxnSpPr>
        <p:spPr>
          <a:xfrm flipV="1">
            <a:off x="6993801" y="5865253"/>
            <a:ext cx="1653033" cy="14210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0D227FCC-EBA1-59BE-B825-F3A3DD3B3D6D}"/>
              </a:ext>
            </a:extLst>
          </p:cNvPr>
          <p:cNvCxnSpPr>
            <a:cxnSpLocks/>
            <a:stCxn id="101" idx="6"/>
            <a:endCxn id="126" idx="2"/>
          </p:cNvCxnSpPr>
          <p:nvPr/>
        </p:nvCxnSpPr>
        <p:spPr>
          <a:xfrm flipV="1">
            <a:off x="6993801" y="6487461"/>
            <a:ext cx="1601771" cy="798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E1A1A96F-DF24-75F9-A1CB-628B8CFD7C94}"/>
              </a:ext>
            </a:extLst>
          </p:cNvPr>
          <p:cNvCxnSpPr>
            <a:cxnSpLocks/>
            <a:stCxn id="101" idx="6"/>
            <a:endCxn id="127" idx="2"/>
          </p:cNvCxnSpPr>
          <p:nvPr/>
        </p:nvCxnSpPr>
        <p:spPr>
          <a:xfrm flipV="1">
            <a:off x="6993801" y="7095408"/>
            <a:ext cx="1616838" cy="1908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C97BE628-B20E-94D9-6CBA-7D9D87C9482F}"/>
              </a:ext>
            </a:extLst>
          </p:cNvPr>
          <p:cNvCxnSpPr>
            <a:cxnSpLocks/>
            <a:stCxn id="103" idx="6"/>
            <a:endCxn id="121" idx="2"/>
          </p:cNvCxnSpPr>
          <p:nvPr/>
        </p:nvCxnSpPr>
        <p:spPr>
          <a:xfrm flipV="1">
            <a:off x="7021000" y="2910033"/>
            <a:ext cx="1665938" cy="56587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8ED7734B-BDA4-7610-6550-A3AE1B80A6F7}"/>
              </a:ext>
            </a:extLst>
          </p:cNvPr>
          <p:cNvCxnSpPr>
            <a:cxnSpLocks/>
            <a:stCxn id="103" idx="6"/>
            <a:endCxn id="122" idx="2"/>
          </p:cNvCxnSpPr>
          <p:nvPr/>
        </p:nvCxnSpPr>
        <p:spPr>
          <a:xfrm flipV="1">
            <a:off x="7021000" y="3832496"/>
            <a:ext cx="1638739" cy="47363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1BE34DBE-227F-0CB0-FB55-0BE4D522B05B}"/>
              </a:ext>
            </a:extLst>
          </p:cNvPr>
          <p:cNvCxnSpPr>
            <a:cxnSpLocks/>
            <a:stCxn id="103" idx="6"/>
            <a:endCxn id="123" idx="2"/>
          </p:cNvCxnSpPr>
          <p:nvPr/>
        </p:nvCxnSpPr>
        <p:spPr>
          <a:xfrm flipV="1">
            <a:off x="7021000" y="4440443"/>
            <a:ext cx="1629743" cy="41283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48505E1E-619A-AC5C-B04C-87B94D1D9228}"/>
              </a:ext>
            </a:extLst>
          </p:cNvPr>
          <p:cNvCxnSpPr>
            <a:cxnSpLocks/>
            <a:stCxn id="103" idx="6"/>
            <a:endCxn id="125" idx="2"/>
          </p:cNvCxnSpPr>
          <p:nvPr/>
        </p:nvCxnSpPr>
        <p:spPr>
          <a:xfrm flipV="1">
            <a:off x="7021000" y="5865253"/>
            <a:ext cx="1625834" cy="27035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03AE6717-D057-19AB-C569-B2B5E9037005}"/>
              </a:ext>
            </a:extLst>
          </p:cNvPr>
          <p:cNvCxnSpPr>
            <a:cxnSpLocks/>
            <a:stCxn id="103" idx="6"/>
            <a:endCxn id="126" idx="2"/>
          </p:cNvCxnSpPr>
          <p:nvPr/>
        </p:nvCxnSpPr>
        <p:spPr>
          <a:xfrm flipV="1">
            <a:off x="7021000" y="6487461"/>
            <a:ext cx="1574572" cy="20813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71BB823C-83F9-CF68-EF56-42CB75766D44}"/>
              </a:ext>
            </a:extLst>
          </p:cNvPr>
          <p:cNvCxnSpPr>
            <a:cxnSpLocks/>
            <a:stCxn id="103" idx="6"/>
            <a:endCxn id="127" idx="2"/>
          </p:cNvCxnSpPr>
          <p:nvPr/>
        </p:nvCxnSpPr>
        <p:spPr>
          <a:xfrm flipV="1">
            <a:off x="7021000" y="7095408"/>
            <a:ext cx="1589639" cy="14733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09263FF7-D916-4FD3-79B0-8E71FFE0DF4B}"/>
              </a:ext>
            </a:extLst>
          </p:cNvPr>
          <p:cNvCxnSpPr>
            <a:cxnSpLocks/>
            <a:stCxn id="104" idx="6"/>
            <a:endCxn id="121" idx="2"/>
          </p:cNvCxnSpPr>
          <p:nvPr/>
        </p:nvCxnSpPr>
        <p:spPr>
          <a:xfrm flipV="1">
            <a:off x="7041927" y="2910033"/>
            <a:ext cx="1645011" cy="62809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BA0C6FB9-2A6F-3C7A-6F27-FCD0FE48963F}"/>
              </a:ext>
            </a:extLst>
          </p:cNvPr>
          <p:cNvCxnSpPr>
            <a:cxnSpLocks/>
            <a:stCxn id="104" idx="6"/>
            <a:endCxn id="122" idx="2"/>
          </p:cNvCxnSpPr>
          <p:nvPr/>
        </p:nvCxnSpPr>
        <p:spPr>
          <a:xfrm flipV="1">
            <a:off x="7041927" y="3832496"/>
            <a:ext cx="1617812" cy="53585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DD3F9BA0-FDC6-5C38-664B-34F7C720BB6E}"/>
              </a:ext>
            </a:extLst>
          </p:cNvPr>
          <p:cNvCxnSpPr>
            <a:cxnSpLocks/>
            <a:stCxn id="104" idx="6"/>
            <a:endCxn id="123" idx="2"/>
          </p:cNvCxnSpPr>
          <p:nvPr/>
        </p:nvCxnSpPr>
        <p:spPr>
          <a:xfrm flipV="1">
            <a:off x="7041927" y="4440443"/>
            <a:ext cx="1608816" cy="47505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0F7A97B2-A075-CCE6-6903-1479B4D7A462}"/>
              </a:ext>
            </a:extLst>
          </p:cNvPr>
          <p:cNvCxnSpPr>
            <a:cxnSpLocks/>
          </p:cNvCxnSpPr>
          <p:nvPr/>
        </p:nvCxnSpPr>
        <p:spPr>
          <a:xfrm flipV="1">
            <a:off x="7072926" y="6041598"/>
            <a:ext cx="1299428" cy="30388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8F9A8058-CCFB-6575-FD4C-5CA650296D31}"/>
              </a:ext>
            </a:extLst>
          </p:cNvPr>
          <p:cNvCxnSpPr>
            <a:cxnSpLocks/>
            <a:stCxn id="104" idx="6"/>
          </p:cNvCxnSpPr>
          <p:nvPr/>
        </p:nvCxnSpPr>
        <p:spPr>
          <a:xfrm flipV="1">
            <a:off x="7041922" y="6612980"/>
            <a:ext cx="1357982" cy="2578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DEC83EF8-1BB9-FE1A-F924-3276396136E6}"/>
              </a:ext>
            </a:extLst>
          </p:cNvPr>
          <p:cNvCxnSpPr>
            <a:cxnSpLocks/>
            <a:stCxn id="104" idx="6"/>
            <a:endCxn id="127" idx="2"/>
          </p:cNvCxnSpPr>
          <p:nvPr/>
        </p:nvCxnSpPr>
        <p:spPr>
          <a:xfrm flipV="1">
            <a:off x="7041927" y="7095408"/>
            <a:ext cx="1568712" cy="20956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1F421858-92C5-42F3-53DA-A5E44633B859}"/>
              </a:ext>
            </a:extLst>
          </p:cNvPr>
          <p:cNvSpPr txBox="1"/>
          <p:nvPr/>
        </p:nvSpPr>
        <p:spPr>
          <a:xfrm rot="5400000">
            <a:off x="8783766" y="2916907"/>
            <a:ext cx="714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..</a:t>
            </a:r>
          </a:p>
        </p:txBody>
      </p: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56C4D2A6-E253-B021-62A7-145493B2C0EB}"/>
              </a:ext>
            </a:extLst>
          </p:cNvPr>
          <p:cNvCxnSpPr>
            <a:cxnSpLocks/>
          </p:cNvCxnSpPr>
          <p:nvPr/>
        </p:nvCxnSpPr>
        <p:spPr>
          <a:xfrm flipV="1">
            <a:off x="9986437" y="2182211"/>
            <a:ext cx="1644094" cy="6989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B674E373-53EF-C17F-FA08-224CDD40783C}"/>
              </a:ext>
            </a:extLst>
          </p:cNvPr>
          <p:cNvCxnSpPr>
            <a:cxnSpLocks/>
            <a:stCxn id="121" idx="6"/>
          </p:cNvCxnSpPr>
          <p:nvPr/>
        </p:nvCxnSpPr>
        <p:spPr>
          <a:xfrm flipV="1">
            <a:off x="9216673" y="2791816"/>
            <a:ext cx="2421885" cy="1182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0D2D3DE4-7568-DBDB-5AD0-DD266DFF776D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441062" cy="5547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1CAFE474-31E6-D3E4-F22F-851771CA3E3C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438062" cy="11643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D95BA402-5CDA-A094-C3B8-EFF5ED4D256A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470017" cy="17865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BABEF97B-F874-30A8-C622-C00857C6DD5F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478033" cy="23961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58BC4CE6-EF5D-D799-AA87-C9A2365E7FF2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475003" cy="37746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725162C2-8A17-0170-A003-ACA9302B06ED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501175" cy="43842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6FAC7445-6412-CCAE-AB1A-1DD943A75496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520352" cy="50571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A106C0D8-C689-F21C-64FD-CC40842A9A72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528374" cy="56667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AB6B6472-6C9F-8040-9212-831D209FB621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549301" cy="62890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5BDBF93C-7A69-F230-A53B-22190601DD5E}"/>
              </a:ext>
            </a:extLst>
          </p:cNvPr>
          <p:cNvCxnSpPr>
            <a:cxnSpLocks/>
            <a:stCxn id="122" idx="6"/>
          </p:cNvCxnSpPr>
          <p:nvPr/>
        </p:nvCxnSpPr>
        <p:spPr>
          <a:xfrm flipV="1">
            <a:off x="9189474" y="2182216"/>
            <a:ext cx="2441062" cy="16502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DED9A196-9938-DE1B-DEE1-F8FAF627EB74}"/>
              </a:ext>
            </a:extLst>
          </p:cNvPr>
          <p:cNvCxnSpPr>
            <a:cxnSpLocks/>
            <a:stCxn id="122" idx="6"/>
          </p:cNvCxnSpPr>
          <p:nvPr/>
        </p:nvCxnSpPr>
        <p:spPr>
          <a:xfrm flipV="1">
            <a:off x="9189474" y="2791816"/>
            <a:ext cx="2449084" cy="10406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Arrow Connector 323">
            <a:extLst>
              <a:ext uri="{FF2B5EF4-FFF2-40B4-BE49-F238E27FC236}">
                <a16:creationId xmlns:a16="http://schemas.microsoft.com/office/drawing/2014/main" id="{8160A6CD-9018-584E-61BD-6C35226F4B90}"/>
              </a:ext>
            </a:extLst>
          </p:cNvPr>
          <p:cNvCxnSpPr>
            <a:cxnSpLocks/>
            <a:stCxn id="122" idx="6"/>
          </p:cNvCxnSpPr>
          <p:nvPr/>
        </p:nvCxnSpPr>
        <p:spPr>
          <a:xfrm flipV="1">
            <a:off x="9189474" y="3464740"/>
            <a:ext cx="2468261" cy="3677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Arrow Connector 326">
            <a:extLst>
              <a:ext uri="{FF2B5EF4-FFF2-40B4-BE49-F238E27FC236}">
                <a16:creationId xmlns:a16="http://schemas.microsoft.com/office/drawing/2014/main" id="{0ACF2BB1-728E-7D8D-A2A0-E431D23DB2CD}"/>
              </a:ext>
            </a:extLst>
          </p:cNvPr>
          <p:cNvCxnSpPr>
            <a:cxnSpLocks/>
            <a:stCxn id="122" idx="6"/>
          </p:cNvCxnSpPr>
          <p:nvPr/>
        </p:nvCxnSpPr>
        <p:spPr>
          <a:xfrm>
            <a:off x="9189474" y="3832496"/>
            <a:ext cx="2465261" cy="241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2B3159C0-703D-85B4-7456-2C520A6E9A7F}"/>
              </a:ext>
            </a:extLst>
          </p:cNvPr>
          <p:cNvCxnSpPr>
            <a:cxnSpLocks/>
            <a:stCxn id="122" idx="6"/>
          </p:cNvCxnSpPr>
          <p:nvPr/>
        </p:nvCxnSpPr>
        <p:spPr>
          <a:xfrm>
            <a:off x="9189474" y="3832496"/>
            <a:ext cx="2505232" cy="14736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Arrow Connector 336">
            <a:extLst>
              <a:ext uri="{FF2B5EF4-FFF2-40B4-BE49-F238E27FC236}">
                <a16:creationId xmlns:a16="http://schemas.microsoft.com/office/drawing/2014/main" id="{44E021D4-63F0-CA5E-E8DD-CB8AC955A750}"/>
              </a:ext>
            </a:extLst>
          </p:cNvPr>
          <p:cNvCxnSpPr>
            <a:cxnSpLocks/>
          </p:cNvCxnSpPr>
          <p:nvPr/>
        </p:nvCxnSpPr>
        <p:spPr>
          <a:xfrm>
            <a:off x="10033123" y="3845324"/>
            <a:ext cx="1658553" cy="28393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D47DEC1D-63E9-70CA-2A3B-2EB5813F7E20}"/>
              </a:ext>
            </a:extLst>
          </p:cNvPr>
          <p:cNvCxnSpPr>
            <a:cxnSpLocks/>
            <a:stCxn id="122" idx="6"/>
          </p:cNvCxnSpPr>
          <p:nvPr/>
        </p:nvCxnSpPr>
        <p:spPr>
          <a:xfrm>
            <a:off x="9189474" y="3832496"/>
            <a:ext cx="2528374" cy="34618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062AC53C-98D3-1521-31C8-4B70D6B4B097}"/>
              </a:ext>
            </a:extLst>
          </p:cNvPr>
          <p:cNvCxnSpPr>
            <a:cxnSpLocks/>
            <a:stCxn id="122" idx="6"/>
          </p:cNvCxnSpPr>
          <p:nvPr/>
        </p:nvCxnSpPr>
        <p:spPr>
          <a:xfrm>
            <a:off x="9189474" y="3832496"/>
            <a:ext cx="2547551" cy="41347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Arrow Connector 345">
            <a:extLst>
              <a:ext uri="{FF2B5EF4-FFF2-40B4-BE49-F238E27FC236}">
                <a16:creationId xmlns:a16="http://schemas.microsoft.com/office/drawing/2014/main" id="{123682D8-5EBA-0F63-E40B-086CC719B5DB}"/>
              </a:ext>
            </a:extLst>
          </p:cNvPr>
          <p:cNvCxnSpPr>
            <a:cxnSpLocks/>
            <a:stCxn id="122" idx="6"/>
          </p:cNvCxnSpPr>
          <p:nvPr/>
        </p:nvCxnSpPr>
        <p:spPr>
          <a:xfrm>
            <a:off x="9189474" y="3832496"/>
            <a:ext cx="2555573" cy="47443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Arrow Connector 348">
            <a:extLst>
              <a:ext uri="{FF2B5EF4-FFF2-40B4-BE49-F238E27FC236}">
                <a16:creationId xmlns:a16="http://schemas.microsoft.com/office/drawing/2014/main" id="{DE55FEE7-2F50-A059-8094-DC1F941C5238}"/>
              </a:ext>
            </a:extLst>
          </p:cNvPr>
          <p:cNvCxnSpPr>
            <a:cxnSpLocks/>
            <a:stCxn id="122" idx="6"/>
          </p:cNvCxnSpPr>
          <p:nvPr/>
        </p:nvCxnSpPr>
        <p:spPr>
          <a:xfrm>
            <a:off x="9189474" y="3832496"/>
            <a:ext cx="2576500" cy="53665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Arrow Connector 351">
            <a:extLst>
              <a:ext uri="{FF2B5EF4-FFF2-40B4-BE49-F238E27FC236}">
                <a16:creationId xmlns:a16="http://schemas.microsoft.com/office/drawing/2014/main" id="{FE196F03-D94A-774D-AF72-0428D531B7B5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9176569" y="2182216"/>
            <a:ext cx="2453967" cy="36830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Arrow Connector 354">
            <a:extLst>
              <a:ext uri="{FF2B5EF4-FFF2-40B4-BE49-F238E27FC236}">
                <a16:creationId xmlns:a16="http://schemas.microsoft.com/office/drawing/2014/main" id="{B698803F-6B6F-0076-A282-58B2D253EE0E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9176569" y="2791816"/>
            <a:ext cx="2461989" cy="30734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Arrow Connector 357">
            <a:extLst>
              <a:ext uri="{FF2B5EF4-FFF2-40B4-BE49-F238E27FC236}">
                <a16:creationId xmlns:a16="http://schemas.microsoft.com/office/drawing/2014/main" id="{20EB91EA-C7B6-FB38-8596-782260968138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9176569" y="3464740"/>
            <a:ext cx="2481166" cy="2400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3A2645AB-D01F-6201-B12E-56D651DFEDD5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9176569" y="4074340"/>
            <a:ext cx="2478166" cy="17909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2152FFC0-7A91-AE57-CF2C-549B0528B6A3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9176569" y="4696548"/>
            <a:ext cx="2510121" cy="1168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Arrow Connector 366">
            <a:extLst>
              <a:ext uri="{FF2B5EF4-FFF2-40B4-BE49-F238E27FC236}">
                <a16:creationId xmlns:a16="http://schemas.microsoft.com/office/drawing/2014/main" id="{34A1A3DE-8C52-91CD-53D3-45DE6622EF16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9176569" y="5306148"/>
            <a:ext cx="2518137" cy="5591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Arrow Connector 369">
            <a:extLst>
              <a:ext uri="{FF2B5EF4-FFF2-40B4-BE49-F238E27FC236}">
                <a16:creationId xmlns:a16="http://schemas.microsoft.com/office/drawing/2014/main" id="{028979FD-A9C0-796D-79E4-24A01808E6F5}"/>
              </a:ext>
            </a:extLst>
          </p:cNvPr>
          <p:cNvCxnSpPr>
            <a:cxnSpLocks/>
            <a:stCxn id="125" idx="6"/>
          </p:cNvCxnSpPr>
          <p:nvPr/>
        </p:nvCxnSpPr>
        <p:spPr>
          <a:xfrm>
            <a:off x="9176569" y="5865253"/>
            <a:ext cx="2515107" cy="8194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Arrow Connector 372">
            <a:extLst>
              <a:ext uri="{FF2B5EF4-FFF2-40B4-BE49-F238E27FC236}">
                <a16:creationId xmlns:a16="http://schemas.microsoft.com/office/drawing/2014/main" id="{AD53DA8A-93EA-586E-FD72-2E5F0C5352A4}"/>
              </a:ext>
            </a:extLst>
          </p:cNvPr>
          <p:cNvCxnSpPr>
            <a:cxnSpLocks/>
            <a:stCxn id="125" idx="6"/>
          </p:cNvCxnSpPr>
          <p:nvPr/>
        </p:nvCxnSpPr>
        <p:spPr>
          <a:xfrm>
            <a:off x="9176569" y="5865253"/>
            <a:ext cx="2541279" cy="14290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307F1342-64F6-F7E0-3478-714A2F5993A1}"/>
              </a:ext>
            </a:extLst>
          </p:cNvPr>
          <p:cNvCxnSpPr>
            <a:cxnSpLocks/>
            <a:stCxn id="125" idx="6"/>
          </p:cNvCxnSpPr>
          <p:nvPr/>
        </p:nvCxnSpPr>
        <p:spPr>
          <a:xfrm>
            <a:off x="9176569" y="5865253"/>
            <a:ext cx="2560456" cy="21019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Arrow Connector 378">
            <a:extLst>
              <a:ext uri="{FF2B5EF4-FFF2-40B4-BE49-F238E27FC236}">
                <a16:creationId xmlns:a16="http://schemas.microsoft.com/office/drawing/2014/main" id="{1BB7B747-D104-053F-C662-04650E37B1F4}"/>
              </a:ext>
            </a:extLst>
          </p:cNvPr>
          <p:cNvCxnSpPr>
            <a:cxnSpLocks/>
            <a:stCxn id="125" idx="6"/>
          </p:cNvCxnSpPr>
          <p:nvPr/>
        </p:nvCxnSpPr>
        <p:spPr>
          <a:xfrm>
            <a:off x="9176569" y="5865253"/>
            <a:ext cx="2568478" cy="27115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Arrow Connector 381">
            <a:extLst>
              <a:ext uri="{FF2B5EF4-FFF2-40B4-BE49-F238E27FC236}">
                <a16:creationId xmlns:a16="http://schemas.microsoft.com/office/drawing/2014/main" id="{745422C9-E912-1990-9C04-98935E5CDF57}"/>
              </a:ext>
            </a:extLst>
          </p:cNvPr>
          <p:cNvCxnSpPr>
            <a:cxnSpLocks/>
            <a:stCxn id="125" idx="6"/>
          </p:cNvCxnSpPr>
          <p:nvPr/>
        </p:nvCxnSpPr>
        <p:spPr>
          <a:xfrm>
            <a:off x="9176569" y="5865253"/>
            <a:ext cx="2589405" cy="33337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7177A9AA-4E1D-EB6B-2B25-74C3771F3E5B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2182216"/>
            <a:ext cx="2490162" cy="49131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48E62FDA-5DA9-784A-A8A6-CC44BD608306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2791816"/>
            <a:ext cx="2498184" cy="43035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Arrow Connector 390">
            <a:extLst>
              <a:ext uri="{FF2B5EF4-FFF2-40B4-BE49-F238E27FC236}">
                <a16:creationId xmlns:a16="http://schemas.microsoft.com/office/drawing/2014/main" id="{39FF0549-0911-237E-7C73-C1F049942FBD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3464740"/>
            <a:ext cx="2517361" cy="36306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Arrow Connector 393">
            <a:extLst>
              <a:ext uri="{FF2B5EF4-FFF2-40B4-BE49-F238E27FC236}">
                <a16:creationId xmlns:a16="http://schemas.microsoft.com/office/drawing/2014/main" id="{3AD3F0D1-9DBD-A1B1-4903-322FA259B7AA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4074340"/>
            <a:ext cx="2514361" cy="30210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Arrow Connector 396">
            <a:extLst>
              <a:ext uri="{FF2B5EF4-FFF2-40B4-BE49-F238E27FC236}">
                <a16:creationId xmlns:a16="http://schemas.microsoft.com/office/drawing/2014/main" id="{03B7C1CD-4F1B-4408-B50F-86A2FD673FF0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4696548"/>
            <a:ext cx="2546316" cy="23988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44AF057D-4937-0A74-B460-250EC8A80030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5306148"/>
            <a:ext cx="2554332" cy="17892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C66A56B4-969A-7F74-5F22-0450C5AB9FD3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6684703"/>
            <a:ext cx="2551302" cy="410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Arrow Connector 405">
            <a:extLst>
              <a:ext uri="{FF2B5EF4-FFF2-40B4-BE49-F238E27FC236}">
                <a16:creationId xmlns:a16="http://schemas.microsoft.com/office/drawing/2014/main" id="{84212D8B-89ED-160F-4AA5-E694B0C1E7B0}"/>
              </a:ext>
            </a:extLst>
          </p:cNvPr>
          <p:cNvCxnSpPr>
            <a:cxnSpLocks/>
            <a:stCxn id="127" idx="6"/>
          </p:cNvCxnSpPr>
          <p:nvPr/>
        </p:nvCxnSpPr>
        <p:spPr>
          <a:xfrm>
            <a:off x="9140374" y="7095408"/>
            <a:ext cx="2577474" cy="1988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Arrow Connector 408">
            <a:extLst>
              <a:ext uri="{FF2B5EF4-FFF2-40B4-BE49-F238E27FC236}">
                <a16:creationId xmlns:a16="http://schemas.microsoft.com/office/drawing/2014/main" id="{21297C41-DBE4-76AE-2DD7-9400E8E50FE1}"/>
              </a:ext>
            </a:extLst>
          </p:cNvPr>
          <p:cNvCxnSpPr>
            <a:cxnSpLocks/>
            <a:stCxn id="127" idx="6"/>
          </p:cNvCxnSpPr>
          <p:nvPr/>
        </p:nvCxnSpPr>
        <p:spPr>
          <a:xfrm>
            <a:off x="9140374" y="7095408"/>
            <a:ext cx="2596651" cy="8718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1E7A76D8-8669-9DE8-F8D0-77ABCEDABCED}"/>
              </a:ext>
            </a:extLst>
          </p:cNvPr>
          <p:cNvCxnSpPr>
            <a:cxnSpLocks/>
            <a:stCxn id="127" idx="6"/>
          </p:cNvCxnSpPr>
          <p:nvPr/>
        </p:nvCxnSpPr>
        <p:spPr>
          <a:xfrm>
            <a:off x="9140374" y="7095408"/>
            <a:ext cx="2625600" cy="21036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Rectangle: Rounded Corners 418">
            <a:extLst>
              <a:ext uri="{FF2B5EF4-FFF2-40B4-BE49-F238E27FC236}">
                <a16:creationId xmlns:a16="http://schemas.microsoft.com/office/drawing/2014/main" id="{5312F848-1C25-D6B7-6C89-AACFCC5E3C5E}"/>
              </a:ext>
            </a:extLst>
          </p:cNvPr>
          <p:cNvSpPr/>
          <p:nvPr/>
        </p:nvSpPr>
        <p:spPr>
          <a:xfrm>
            <a:off x="8363876" y="9494427"/>
            <a:ext cx="710114" cy="2890214"/>
          </a:xfrm>
          <a:prstGeom prst="roundRect">
            <a:avLst>
              <a:gd name="adj" fmla="val 2706"/>
            </a:avLst>
          </a:prstGeom>
          <a:noFill/>
          <a:ln w="38100">
            <a:solidFill>
              <a:srgbClr val="8255A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0" name="Oval 419">
            <a:extLst>
              <a:ext uri="{FF2B5EF4-FFF2-40B4-BE49-F238E27FC236}">
                <a16:creationId xmlns:a16="http://schemas.microsoft.com/office/drawing/2014/main" id="{442306A5-A99F-CD4F-9D5F-FE2FE3989CDC}"/>
              </a:ext>
            </a:extLst>
          </p:cNvPr>
          <p:cNvSpPr/>
          <p:nvPr/>
        </p:nvSpPr>
        <p:spPr>
          <a:xfrm>
            <a:off x="8460542" y="9592582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A91F5F89-2AEE-E21E-8403-FFB957811B7B}"/>
              </a:ext>
            </a:extLst>
          </p:cNvPr>
          <p:cNvSpPr/>
          <p:nvPr/>
        </p:nvSpPr>
        <p:spPr>
          <a:xfrm>
            <a:off x="8466766" y="10166371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2" name="Oval 421">
            <a:extLst>
              <a:ext uri="{FF2B5EF4-FFF2-40B4-BE49-F238E27FC236}">
                <a16:creationId xmlns:a16="http://schemas.microsoft.com/office/drawing/2014/main" id="{927E24B4-F3E0-979B-BDBB-79B5339C0E38}"/>
              </a:ext>
            </a:extLst>
          </p:cNvPr>
          <p:cNvSpPr/>
          <p:nvPr/>
        </p:nvSpPr>
        <p:spPr>
          <a:xfrm>
            <a:off x="8456415" y="11185802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3" name="Oval 422">
            <a:extLst>
              <a:ext uri="{FF2B5EF4-FFF2-40B4-BE49-F238E27FC236}">
                <a16:creationId xmlns:a16="http://schemas.microsoft.com/office/drawing/2014/main" id="{098E136D-5393-469E-2A37-F27E4E34B2E5}"/>
              </a:ext>
            </a:extLst>
          </p:cNvPr>
          <p:cNvSpPr/>
          <p:nvPr/>
        </p:nvSpPr>
        <p:spPr>
          <a:xfrm>
            <a:off x="8462639" y="11759591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408F2AD2-4FD0-94E3-F29B-3A873E0044D7}"/>
              </a:ext>
            </a:extLst>
          </p:cNvPr>
          <p:cNvSpPr txBox="1"/>
          <p:nvPr/>
        </p:nvSpPr>
        <p:spPr>
          <a:xfrm rot="5400000">
            <a:off x="8566020" y="10510699"/>
            <a:ext cx="714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8255AF"/>
                </a:solidFill>
              </a:rPr>
              <a:t>..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BBEF827C-3836-41E9-B570-97E66B2186B2}"/>
              </a:ext>
            </a:extLst>
          </p:cNvPr>
          <p:cNvSpPr txBox="1"/>
          <p:nvPr/>
        </p:nvSpPr>
        <p:spPr>
          <a:xfrm rot="5400000">
            <a:off x="8746931" y="10527453"/>
            <a:ext cx="27879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>
                <a:solidFill>
                  <a:srgbClr val="4E17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layer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90BA56FE-3452-B30A-2D63-631906F2D905}"/>
              </a:ext>
            </a:extLst>
          </p:cNvPr>
          <p:cNvSpPr txBox="1"/>
          <p:nvPr/>
        </p:nvSpPr>
        <p:spPr>
          <a:xfrm rot="5400000">
            <a:off x="8558069" y="11032074"/>
            <a:ext cx="22268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4E17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 to 50 units)</a:t>
            </a: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0E6E1B64-7D8E-6357-05DF-946B9FE7E8C3}"/>
              </a:ext>
            </a:extLst>
          </p:cNvPr>
          <p:cNvSpPr txBox="1"/>
          <p:nvPr/>
        </p:nvSpPr>
        <p:spPr>
          <a:xfrm>
            <a:off x="8817390" y="8258056"/>
            <a:ext cx="20489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4E17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Copied hidden activations from time </a:t>
            </a:r>
            <a:r>
              <a:rPr lang="en-US" sz="2200" i="1" dirty="0">
                <a:solidFill>
                  <a:srgbClr val="4E17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sz="2200" dirty="0">
              <a:solidFill>
                <a:srgbClr val="4E17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F456EC0C-D554-59A0-1575-404EB85E31F3}"/>
              </a:ext>
            </a:extLst>
          </p:cNvPr>
          <p:cNvCxnSpPr>
            <a:cxnSpLocks/>
          </p:cNvCxnSpPr>
          <p:nvPr/>
        </p:nvCxnSpPr>
        <p:spPr>
          <a:xfrm>
            <a:off x="8702264" y="7348031"/>
            <a:ext cx="0" cy="1970966"/>
          </a:xfrm>
          <a:prstGeom prst="straightConnector1">
            <a:avLst/>
          </a:prstGeom>
          <a:ln w="38100">
            <a:solidFill>
              <a:srgbClr val="8255AF"/>
            </a:solidFill>
            <a:prstDash val="lgDashDot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TextBox 445">
            <a:extLst>
              <a:ext uri="{FF2B5EF4-FFF2-40B4-BE49-F238E27FC236}">
                <a16:creationId xmlns:a16="http://schemas.microsoft.com/office/drawing/2014/main" id="{899B3F9E-1E09-B765-272F-098C952794F0}"/>
              </a:ext>
            </a:extLst>
          </p:cNvPr>
          <p:cNvSpPr txBox="1"/>
          <p:nvPr/>
        </p:nvSpPr>
        <p:spPr>
          <a:xfrm>
            <a:off x="6649062" y="9903842"/>
            <a:ext cx="171254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8255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Provided as additional input at time </a:t>
            </a:r>
            <a:r>
              <a:rPr lang="en-US" sz="2200" i="1" dirty="0">
                <a:solidFill>
                  <a:srgbClr val="8255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2200" dirty="0">
                <a:solidFill>
                  <a:srgbClr val="8255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+ 1</a:t>
            </a:r>
          </a:p>
        </p:txBody>
      </p:sp>
      <p:sp>
        <p:nvSpPr>
          <p:cNvPr id="453" name="Freeform: Shape 452">
            <a:extLst>
              <a:ext uri="{FF2B5EF4-FFF2-40B4-BE49-F238E27FC236}">
                <a16:creationId xmlns:a16="http://schemas.microsoft.com/office/drawing/2014/main" id="{AB51125E-2724-06EC-768E-A9027603B838}"/>
              </a:ext>
            </a:extLst>
          </p:cNvPr>
          <p:cNvSpPr/>
          <p:nvPr/>
        </p:nvSpPr>
        <p:spPr>
          <a:xfrm>
            <a:off x="6357019" y="9601207"/>
            <a:ext cx="1836503" cy="1995958"/>
          </a:xfrm>
          <a:custGeom>
            <a:avLst/>
            <a:gdLst>
              <a:gd name="csX0" fmla="*/ 1836503 w 1836503"/>
              <a:gd name="csY0" fmla="*/ 1732547 h 1995958"/>
              <a:gd name="csX1" fmla="*/ 115987 w 1836503"/>
              <a:gd name="csY1" fmla="*/ 1852863 h 1995958"/>
              <a:gd name="csX2" fmla="*/ 296461 w 1836503"/>
              <a:gd name="csY2" fmla="*/ 0 h 1995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36503" h="1995958">
                <a:moveTo>
                  <a:pt x="1836503" y="1732547"/>
                </a:moveTo>
                <a:cubicBezTo>
                  <a:pt x="1104582" y="1937084"/>
                  <a:pt x="372661" y="2141621"/>
                  <a:pt x="115987" y="1852863"/>
                </a:cubicBezTo>
                <a:cubicBezTo>
                  <a:pt x="-140687" y="1564105"/>
                  <a:pt x="77887" y="782052"/>
                  <a:pt x="296461" y="0"/>
                </a:cubicBezTo>
              </a:path>
            </a:pathLst>
          </a:custGeom>
          <a:noFill/>
          <a:ln w="57150">
            <a:solidFill>
              <a:srgbClr val="8255AF"/>
            </a:solidFill>
            <a:prstDash val="sys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7" name="Rectangle: Rounded Corners 456">
            <a:extLst>
              <a:ext uri="{FF2B5EF4-FFF2-40B4-BE49-F238E27FC236}">
                <a16:creationId xmlns:a16="http://schemas.microsoft.com/office/drawing/2014/main" id="{D28BA27A-D8C0-EA7E-AC7B-748434A9A7F0}"/>
              </a:ext>
            </a:extLst>
          </p:cNvPr>
          <p:cNvSpPr/>
          <p:nvPr/>
        </p:nvSpPr>
        <p:spPr>
          <a:xfrm>
            <a:off x="17646337" y="1382383"/>
            <a:ext cx="6633389" cy="9373855"/>
          </a:xfrm>
          <a:prstGeom prst="roundRect">
            <a:avLst>
              <a:gd name="adj" fmla="val 2706"/>
            </a:avLst>
          </a:prstGeom>
          <a:noFill/>
          <a:ln w="57150">
            <a:solidFill>
              <a:srgbClr val="8255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574BD7CB-2E0B-E1C2-7C2B-D7203A1B77AE}"/>
              </a:ext>
            </a:extLst>
          </p:cNvPr>
          <p:cNvSpPr txBox="1"/>
          <p:nvPr/>
        </p:nvSpPr>
        <p:spPr>
          <a:xfrm>
            <a:off x="18213828" y="1338816"/>
            <a:ext cx="55204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8255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Summary</a:t>
            </a:r>
          </a:p>
        </p:txBody>
      </p:sp>
      <p:sp>
        <p:nvSpPr>
          <p:cNvPr id="460" name="Rectangle: Rounded Corners 459">
            <a:extLst>
              <a:ext uri="{FF2B5EF4-FFF2-40B4-BE49-F238E27FC236}">
                <a16:creationId xmlns:a16="http://schemas.microsoft.com/office/drawing/2014/main" id="{841D987E-2633-3461-90A0-10CB83B8A92A}"/>
              </a:ext>
            </a:extLst>
          </p:cNvPr>
          <p:cNvSpPr/>
          <p:nvPr/>
        </p:nvSpPr>
        <p:spPr>
          <a:xfrm>
            <a:off x="168442" y="14557442"/>
            <a:ext cx="24351915" cy="1733124"/>
          </a:xfrm>
          <a:prstGeom prst="roundRect">
            <a:avLst>
              <a:gd name="adj" fmla="val 2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1" name="Oval 460">
            <a:extLst>
              <a:ext uri="{FF2B5EF4-FFF2-40B4-BE49-F238E27FC236}">
                <a16:creationId xmlns:a16="http://schemas.microsoft.com/office/drawing/2014/main" id="{ACB7E634-B27B-4943-07A9-AB41CC740FA3}"/>
              </a:ext>
            </a:extLst>
          </p:cNvPr>
          <p:cNvSpPr/>
          <p:nvPr/>
        </p:nvSpPr>
        <p:spPr>
          <a:xfrm>
            <a:off x="273576" y="15014693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13B32788-02AC-5036-5534-6E9EEDD9A35F}"/>
              </a:ext>
            </a:extLst>
          </p:cNvPr>
          <p:cNvSpPr/>
          <p:nvPr/>
        </p:nvSpPr>
        <p:spPr>
          <a:xfrm>
            <a:off x="3161162" y="14990630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3" name="Oval 462">
            <a:extLst>
              <a:ext uri="{FF2B5EF4-FFF2-40B4-BE49-F238E27FC236}">
                <a16:creationId xmlns:a16="http://schemas.microsoft.com/office/drawing/2014/main" id="{C7550F32-A49E-2B83-7D71-798225EED60B}"/>
              </a:ext>
            </a:extLst>
          </p:cNvPr>
          <p:cNvSpPr/>
          <p:nvPr/>
        </p:nvSpPr>
        <p:spPr>
          <a:xfrm>
            <a:off x="6455882" y="15017314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EF296C09-E738-C21D-4D56-8DAE8A1F5AFD}"/>
              </a:ext>
            </a:extLst>
          </p:cNvPr>
          <p:cNvSpPr txBox="1"/>
          <p:nvPr/>
        </p:nvSpPr>
        <p:spPr>
          <a:xfrm>
            <a:off x="817602" y="14918789"/>
            <a:ext cx="21948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unit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6E1350AB-ECA3-7EE9-A3AA-07241C3191F8}"/>
              </a:ext>
            </a:extLst>
          </p:cNvPr>
          <p:cNvSpPr txBox="1"/>
          <p:nvPr/>
        </p:nvSpPr>
        <p:spPr>
          <a:xfrm>
            <a:off x="3732561" y="14908732"/>
            <a:ext cx="2621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unit</a:t>
            </a:r>
          </a:p>
        </p:txBody>
      </p: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D04FEB33-25A2-5FE2-13E0-37E9AFD958BA}"/>
              </a:ext>
            </a:extLst>
          </p:cNvPr>
          <p:cNvCxnSpPr>
            <a:cxnSpLocks/>
          </p:cNvCxnSpPr>
          <p:nvPr/>
        </p:nvCxnSpPr>
        <p:spPr>
          <a:xfrm>
            <a:off x="9577136" y="13528200"/>
            <a:ext cx="1371599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0" name="TextBox 469">
            <a:extLst>
              <a:ext uri="{FF2B5EF4-FFF2-40B4-BE49-F238E27FC236}">
                <a16:creationId xmlns:a16="http://schemas.microsoft.com/office/drawing/2014/main" id="{6F71CAAD-4A81-2EED-6BF8-EBB026E4709B}"/>
              </a:ext>
            </a:extLst>
          </p:cNvPr>
          <p:cNvSpPr txBox="1"/>
          <p:nvPr/>
        </p:nvSpPr>
        <p:spPr>
          <a:xfrm>
            <a:off x="11208170" y="13214954"/>
            <a:ext cx="45165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connection</a:t>
            </a:r>
          </a:p>
        </p:txBody>
      </p:sp>
      <p:cxnSp>
        <p:nvCxnSpPr>
          <p:cNvPr id="471" name="Straight Arrow Connector 470">
            <a:extLst>
              <a:ext uri="{FF2B5EF4-FFF2-40B4-BE49-F238E27FC236}">
                <a16:creationId xmlns:a16="http://schemas.microsoft.com/office/drawing/2014/main" id="{A9236E9B-80A9-987C-6368-9134463A1F01}"/>
              </a:ext>
            </a:extLst>
          </p:cNvPr>
          <p:cNvCxnSpPr>
            <a:cxnSpLocks/>
          </p:cNvCxnSpPr>
          <p:nvPr/>
        </p:nvCxnSpPr>
        <p:spPr>
          <a:xfrm>
            <a:off x="9609220" y="14155675"/>
            <a:ext cx="1363578" cy="0"/>
          </a:xfrm>
          <a:prstGeom prst="straightConnector1">
            <a:avLst/>
          </a:prstGeom>
          <a:ln w="76200">
            <a:solidFill>
              <a:srgbClr val="8255AF"/>
            </a:solidFill>
            <a:prstDash val="lgDashDot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E36BBA06-0400-65D1-50CA-91C3B55CA738}"/>
              </a:ext>
            </a:extLst>
          </p:cNvPr>
          <p:cNvSpPr txBox="1"/>
          <p:nvPr/>
        </p:nvSpPr>
        <p:spPr>
          <a:xfrm>
            <a:off x="11155559" y="13747419"/>
            <a:ext cx="45865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Recurrent connection</a:t>
            </a: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1ACEE463-A46A-AA99-72B3-2FAA9E44EAC4}"/>
              </a:ext>
            </a:extLst>
          </p:cNvPr>
          <p:cNvSpPr txBox="1"/>
          <p:nvPr/>
        </p:nvSpPr>
        <p:spPr>
          <a:xfrm>
            <a:off x="1968209" y="4427634"/>
            <a:ext cx="27671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Height:</a:t>
            </a:r>
          </a:p>
          <a:p>
            <a:pPr algn="ctr"/>
            <a:r>
              <a:rPr lang="en-US" sz="28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Obstacle</a:t>
            </a: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326EEA48-C6B2-4E99-2642-5A393E78B60C}"/>
              </a:ext>
            </a:extLst>
          </p:cNvPr>
          <p:cNvSpPr txBox="1"/>
          <p:nvPr/>
        </p:nvSpPr>
        <p:spPr>
          <a:xfrm>
            <a:off x="1449160" y="5697581"/>
            <a:ext cx="40681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Apex-Obstacle Gap:</a:t>
            </a:r>
          </a:p>
          <a:p>
            <a:pPr algn="ctr"/>
            <a:r>
              <a:rPr lang="en-US" sz="28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Separation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4C884182-BC4A-8AC2-D7EC-A7946FCFCC32}"/>
              </a:ext>
            </a:extLst>
          </p:cNvPr>
          <p:cNvSpPr txBox="1"/>
          <p:nvPr/>
        </p:nvSpPr>
        <p:spPr>
          <a:xfrm>
            <a:off x="2057993" y="7101263"/>
            <a:ext cx="285039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Peak Height:</a:t>
            </a:r>
          </a:p>
          <a:p>
            <a:pPr algn="ctr"/>
            <a:r>
              <a:rPr lang="en-US" sz="28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 0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8D68D0CB-4607-B7A1-9E79-D80947177F19}"/>
              </a:ext>
            </a:extLst>
          </p:cNvPr>
          <p:cNvSpPr txBox="1"/>
          <p:nvPr/>
        </p:nvSpPr>
        <p:spPr>
          <a:xfrm>
            <a:off x="1441141" y="8336502"/>
            <a:ext cx="40612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Kinematic Motion Type:</a:t>
            </a:r>
          </a:p>
          <a:p>
            <a:pPr algn="ctr"/>
            <a:r>
              <a:rPr lang="en-US" sz="28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52188610-9EE7-99D2-8E1C-1A2857AA5032}"/>
              </a:ext>
            </a:extLst>
          </p:cNvPr>
          <p:cNvSpPr/>
          <p:nvPr/>
        </p:nvSpPr>
        <p:spPr>
          <a:xfrm>
            <a:off x="824945" y="3261524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0" name="Oval 479">
            <a:extLst>
              <a:ext uri="{FF2B5EF4-FFF2-40B4-BE49-F238E27FC236}">
                <a16:creationId xmlns:a16="http://schemas.microsoft.com/office/drawing/2014/main" id="{9CE608B0-7BB5-4E24-2CB0-C9447E7AFED3}"/>
              </a:ext>
            </a:extLst>
          </p:cNvPr>
          <p:cNvSpPr/>
          <p:nvPr/>
        </p:nvSpPr>
        <p:spPr>
          <a:xfrm>
            <a:off x="808904" y="4472700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" name="Oval 480">
            <a:extLst>
              <a:ext uri="{FF2B5EF4-FFF2-40B4-BE49-F238E27FC236}">
                <a16:creationId xmlns:a16="http://schemas.microsoft.com/office/drawing/2014/main" id="{0F5CB7CF-F338-ABE3-8302-B7DB0AC40EB7}"/>
              </a:ext>
            </a:extLst>
          </p:cNvPr>
          <p:cNvSpPr/>
          <p:nvPr/>
        </p:nvSpPr>
        <p:spPr>
          <a:xfrm>
            <a:off x="840989" y="5732005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2" name="Oval 481">
            <a:extLst>
              <a:ext uri="{FF2B5EF4-FFF2-40B4-BE49-F238E27FC236}">
                <a16:creationId xmlns:a16="http://schemas.microsoft.com/office/drawing/2014/main" id="{F74265FA-CE87-E135-B97D-D5E52516E392}"/>
              </a:ext>
            </a:extLst>
          </p:cNvPr>
          <p:cNvSpPr/>
          <p:nvPr/>
        </p:nvSpPr>
        <p:spPr>
          <a:xfrm>
            <a:off x="849011" y="7207877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Oval 482">
            <a:extLst>
              <a:ext uri="{FF2B5EF4-FFF2-40B4-BE49-F238E27FC236}">
                <a16:creationId xmlns:a16="http://schemas.microsoft.com/office/drawing/2014/main" id="{5E8419D5-4698-FE45-CE5B-7F2BCD646F2B}"/>
              </a:ext>
            </a:extLst>
          </p:cNvPr>
          <p:cNvSpPr/>
          <p:nvPr/>
        </p:nvSpPr>
        <p:spPr>
          <a:xfrm>
            <a:off x="849010" y="8411031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Rectangle: Rounded Corners 485">
            <a:extLst>
              <a:ext uri="{FF2B5EF4-FFF2-40B4-BE49-F238E27FC236}">
                <a16:creationId xmlns:a16="http://schemas.microsoft.com/office/drawing/2014/main" id="{80CAD0A3-EFB3-ABE8-36DF-73E9A72C5C14}"/>
              </a:ext>
            </a:extLst>
          </p:cNvPr>
          <p:cNvSpPr/>
          <p:nvPr/>
        </p:nvSpPr>
        <p:spPr>
          <a:xfrm>
            <a:off x="11664836" y="1931291"/>
            <a:ext cx="5334011" cy="1444752"/>
          </a:xfrm>
          <a:prstGeom prst="roundRect">
            <a:avLst>
              <a:gd name="adj" fmla="val 270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9098A7E6-69EA-73A9-BC02-1163E260DE42}"/>
              </a:ext>
            </a:extLst>
          </p:cNvPr>
          <p:cNvSpPr txBox="1"/>
          <p:nvPr/>
        </p:nvSpPr>
        <p:spPr>
          <a:xfrm>
            <a:off x="12267511" y="2209464"/>
            <a:ext cx="47115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Horizontal Position:</a:t>
            </a: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5E88CD44-CD52-065C-2A57-45BC7A1B92B0}"/>
              </a:ext>
            </a:extLst>
          </p:cNvPr>
          <p:cNvSpPr/>
          <p:nvPr/>
        </p:nvSpPr>
        <p:spPr>
          <a:xfrm>
            <a:off x="11774308" y="2415477"/>
            <a:ext cx="529735" cy="5297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9" name="Rectangle: Rounded Corners 488">
            <a:extLst>
              <a:ext uri="{FF2B5EF4-FFF2-40B4-BE49-F238E27FC236}">
                <a16:creationId xmlns:a16="http://schemas.microsoft.com/office/drawing/2014/main" id="{C31811CD-8682-1F89-B3CC-D45006C6DA62}"/>
              </a:ext>
            </a:extLst>
          </p:cNvPr>
          <p:cNvSpPr/>
          <p:nvPr/>
        </p:nvSpPr>
        <p:spPr>
          <a:xfrm>
            <a:off x="11672858" y="3431231"/>
            <a:ext cx="5334011" cy="1444752"/>
          </a:xfrm>
          <a:prstGeom prst="roundRect">
            <a:avLst>
              <a:gd name="adj" fmla="val 270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846BB1B1-1011-2633-DF3A-25EF23EDA566}"/>
              </a:ext>
            </a:extLst>
          </p:cNvPr>
          <p:cNvSpPr txBox="1"/>
          <p:nvPr/>
        </p:nvSpPr>
        <p:spPr>
          <a:xfrm>
            <a:off x="13271817" y="3685341"/>
            <a:ext cx="27671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Height:</a:t>
            </a: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Obstacle</a:t>
            </a:r>
          </a:p>
        </p:txBody>
      </p:sp>
      <p:sp>
        <p:nvSpPr>
          <p:cNvPr id="491" name="Oval 490">
            <a:extLst>
              <a:ext uri="{FF2B5EF4-FFF2-40B4-BE49-F238E27FC236}">
                <a16:creationId xmlns:a16="http://schemas.microsoft.com/office/drawing/2014/main" id="{854AEF4A-6C47-BB3B-97EC-173C9213620E}"/>
              </a:ext>
            </a:extLst>
          </p:cNvPr>
          <p:cNvSpPr/>
          <p:nvPr/>
        </p:nvSpPr>
        <p:spPr>
          <a:xfrm>
            <a:off x="11782330" y="3963543"/>
            <a:ext cx="529735" cy="5297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" name="Rectangle: Rounded Corners 491">
            <a:extLst>
              <a:ext uri="{FF2B5EF4-FFF2-40B4-BE49-F238E27FC236}">
                <a16:creationId xmlns:a16="http://schemas.microsoft.com/office/drawing/2014/main" id="{AD0913B8-42E3-36BA-1A24-EFB0D6ACECF4}"/>
              </a:ext>
            </a:extLst>
          </p:cNvPr>
          <p:cNvSpPr/>
          <p:nvPr/>
        </p:nvSpPr>
        <p:spPr>
          <a:xfrm>
            <a:off x="11696921" y="4995328"/>
            <a:ext cx="5334011" cy="1444752"/>
          </a:xfrm>
          <a:prstGeom prst="roundRect">
            <a:avLst>
              <a:gd name="adj" fmla="val 270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4FAFBB18-D424-344C-8FBA-B6D88A9AB462}"/>
              </a:ext>
            </a:extLst>
          </p:cNvPr>
          <p:cNvSpPr txBox="1"/>
          <p:nvPr/>
        </p:nvSpPr>
        <p:spPr>
          <a:xfrm>
            <a:off x="12729559" y="5321627"/>
            <a:ext cx="39478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Apex-Obstacle Gap:</a:t>
            </a: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Separation</a:t>
            </a:r>
          </a:p>
        </p:txBody>
      </p:sp>
      <p:sp>
        <p:nvSpPr>
          <p:cNvPr id="494" name="Oval 493">
            <a:extLst>
              <a:ext uri="{FF2B5EF4-FFF2-40B4-BE49-F238E27FC236}">
                <a16:creationId xmlns:a16="http://schemas.microsoft.com/office/drawing/2014/main" id="{28677FB6-F822-2D08-B936-136B8A5E1A9C}"/>
              </a:ext>
            </a:extLst>
          </p:cNvPr>
          <p:cNvSpPr/>
          <p:nvPr/>
        </p:nvSpPr>
        <p:spPr>
          <a:xfrm>
            <a:off x="11782330" y="5527640"/>
            <a:ext cx="529735" cy="5297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" name="Rectangle: Rounded Corners 494">
            <a:extLst>
              <a:ext uri="{FF2B5EF4-FFF2-40B4-BE49-F238E27FC236}">
                <a16:creationId xmlns:a16="http://schemas.microsoft.com/office/drawing/2014/main" id="{0058366E-83D6-4231-609C-50894FFBC8D6}"/>
              </a:ext>
            </a:extLst>
          </p:cNvPr>
          <p:cNvSpPr/>
          <p:nvPr/>
        </p:nvSpPr>
        <p:spPr>
          <a:xfrm>
            <a:off x="11696921" y="6511312"/>
            <a:ext cx="5334011" cy="1444752"/>
          </a:xfrm>
          <a:prstGeom prst="roundRect">
            <a:avLst>
              <a:gd name="adj" fmla="val 270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853D24BC-9652-20A4-500A-5A30ADD54857}"/>
              </a:ext>
            </a:extLst>
          </p:cNvPr>
          <p:cNvSpPr txBox="1"/>
          <p:nvPr/>
        </p:nvSpPr>
        <p:spPr>
          <a:xfrm>
            <a:off x="13290284" y="6765422"/>
            <a:ext cx="27301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Peak Height</a:t>
            </a: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 0</a:t>
            </a:r>
          </a:p>
        </p:txBody>
      </p:sp>
      <p:sp>
        <p:nvSpPr>
          <p:cNvPr id="497" name="Oval 496">
            <a:extLst>
              <a:ext uri="{FF2B5EF4-FFF2-40B4-BE49-F238E27FC236}">
                <a16:creationId xmlns:a16="http://schemas.microsoft.com/office/drawing/2014/main" id="{39CDD756-0D75-DE36-EEF1-1805F1DFAFD3}"/>
              </a:ext>
            </a:extLst>
          </p:cNvPr>
          <p:cNvSpPr/>
          <p:nvPr/>
        </p:nvSpPr>
        <p:spPr>
          <a:xfrm>
            <a:off x="11782330" y="6971435"/>
            <a:ext cx="529735" cy="5297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1" name="Rectangle: Rounded Corners 500">
            <a:extLst>
              <a:ext uri="{FF2B5EF4-FFF2-40B4-BE49-F238E27FC236}">
                <a16:creationId xmlns:a16="http://schemas.microsoft.com/office/drawing/2014/main" id="{5DF1B67C-DEA0-6DD0-EC48-41EE9FE3E743}"/>
              </a:ext>
            </a:extLst>
          </p:cNvPr>
          <p:cNvSpPr/>
          <p:nvPr/>
        </p:nvSpPr>
        <p:spPr>
          <a:xfrm>
            <a:off x="11717848" y="8050097"/>
            <a:ext cx="5334011" cy="1444752"/>
          </a:xfrm>
          <a:prstGeom prst="roundRect">
            <a:avLst>
              <a:gd name="adj" fmla="val 2706"/>
            </a:avLst>
          </a:prstGeom>
          <a:solidFill>
            <a:srgbClr val="FEE7E5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2" name="TextBox 501">
            <a:extLst>
              <a:ext uri="{FF2B5EF4-FFF2-40B4-BE49-F238E27FC236}">
                <a16:creationId xmlns:a16="http://schemas.microsoft.com/office/drawing/2014/main" id="{3E83FA12-2BA0-607D-D1D6-F0650DEF1A06}"/>
              </a:ext>
            </a:extLst>
          </p:cNvPr>
          <p:cNvSpPr txBox="1"/>
          <p:nvPr/>
        </p:nvSpPr>
        <p:spPr>
          <a:xfrm>
            <a:off x="13251097" y="8352332"/>
            <a:ext cx="285039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Peak Height: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 4</a:t>
            </a:r>
          </a:p>
        </p:txBody>
      </p:sp>
      <p:sp>
        <p:nvSpPr>
          <p:cNvPr id="503" name="Oval 502">
            <a:extLst>
              <a:ext uri="{FF2B5EF4-FFF2-40B4-BE49-F238E27FC236}">
                <a16:creationId xmlns:a16="http://schemas.microsoft.com/office/drawing/2014/main" id="{B57377CB-275C-F1E3-ED15-68DB7E98594A}"/>
              </a:ext>
            </a:extLst>
          </p:cNvPr>
          <p:cNvSpPr/>
          <p:nvPr/>
        </p:nvSpPr>
        <p:spPr>
          <a:xfrm>
            <a:off x="11827320" y="8510214"/>
            <a:ext cx="529735" cy="52973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8616B3DE-D734-5A2B-83DC-B4AF8171267C}"/>
              </a:ext>
            </a:extLst>
          </p:cNvPr>
          <p:cNvSpPr txBox="1"/>
          <p:nvPr/>
        </p:nvSpPr>
        <p:spPr>
          <a:xfrm>
            <a:off x="18711686" y="2491634"/>
            <a:ext cx="423064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Correctly activated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(expected)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units: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96F291DF-7052-FD20-C9AD-1055A48BD1E7}"/>
              </a:ext>
            </a:extLst>
          </p:cNvPr>
          <p:cNvSpPr txBox="1"/>
          <p:nvPr/>
        </p:nvSpPr>
        <p:spPr>
          <a:xfrm>
            <a:off x="20140864" y="3818652"/>
            <a:ext cx="114646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ABEFFF96-DCB7-0613-5681-5EE9A6EF3CC2}"/>
              </a:ext>
            </a:extLst>
          </p:cNvPr>
          <p:cNvSpPr txBox="1"/>
          <p:nvPr/>
        </p:nvSpPr>
        <p:spPr>
          <a:xfrm>
            <a:off x="18562614" y="6470080"/>
            <a:ext cx="454483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Incorrectly activated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(unexpected)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units:</a:t>
            </a: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0D9C213B-F9EE-2833-733B-06319DA00F1B}"/>
              </a:ext>
            </a:extLst>
          </p:cNvPr>
          <p:cNvSpPr txBox="1"/>
          <p:nvPr/>
        </p:nvSpPr>
        <p:spPr>
          <a:xfrm>
            <a:off x="20124823" y="7941469"/>
            <a:ext cx="114646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11" name="TextBox 510">
            <a:extLst>
              <a:ext uri="{FF2B5EF4-FFF2-40B4-BE49-F238E27FC236}">
                <a16:creationId xmlns:a16="http://schemas.microsoft.com/office/drawing/2014/main" id="{2850E30B-F77E-7347-15C0-FAF718BB27C7}"/>
              </a:ext>
            </a:extLst>
          </p:cNvPr>
          <p:cNvSpPr txBox="1"/>
          <p:nvPr/>
        </p:nvSpPr>
        <p:spPr>
          <a:xfrm>
            <a:off x="18501391" y="9828746"/>
            <a:ext cx="46833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source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error)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5B2AD93B-2603-8685-9FCF-3CB21EC37F45}"/>
              </a:ext>
            </a:extLst>
          </p:cNvPr>
          <p:cNvSpPr txBox="1"/>
          <p:nvPr/>
        </p:nvSpPr>
        <p:spPr>
          <a:xfrm>
            <a:off x="7127221" y="14899609"/>
            <a:ext cx="27350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unit</a:t>
            </a:r>
          </a:p>
        </p:txBody>
      </p:sp>
      <p:sp>
        <p:nvSpPr>
          <p:cNvPr id="513" name="Oval 512">
            <a:extLst>
              <a:ext uri="{FF2B5EF4-FFF2-40B4-BE49-F238E27FC236}">
                <a16:creationId xmlns:a16="http://schemas.microsoft.com/office/drawing/2014/main" id="{89B2A0DA-CAC6-F7C7-4C79-61EF68E0280D}"/>
              </a:ext>
            </a:extLst>
          </p:cNvPr>
          <p:cNvSpPr/>
          <p:nvPr/>
        </p:nvSpPr>
        <p:spPr>
          <a:xfrm>
            <a:off x="10078073" y="14983039"/>
            <a:ext cx="529735" cy="5297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5B61BFC3-FA7D-53F8-DB86-FB1F3261C32B}"/>
              </a:ext>
            </a:extLst>
          </p:cNvPr>
          <p:cNvSpPr txBox="1"/>
          <p:nvPr/>
        </p:nvSpPr>
        <p:spPr>
          <a:xfrm>
            <a:off x="10622646" y="14772376"/>
            <a:ext cx="65966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unit correctly activated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(i.e., matches targets</a:t>
            </a:r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254CF155-D0F2-C6A7-789A-ADF495605CB3}"/>
              </a:ext>
            </a:extLst>
          </p:cNvPr>
          <p:cNvSpPr/>
          <p:nvPr/>
        </p:nvSpPr>
        <p:spPr>
          <a:xfrm>
            <a:off x="17184697" y="14983039"/>
            <a:ext cx="529735" cy="52973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EDC3C1EC-1C9A-B704-D91A-E7876096C682}"/>
              </a:ext>
            </a:extLst>
          </p:cNvPr>
          <p:cNvSpPr txBox="1"/>
          <p:nvPr/>
        </p:nvSpPr>
        <p:spPr>
          <a:xfrm>
            <a:off x="17650045" y="14780398"/>
            <a:ext cx="699582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unit incorrectly activated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(i.e., mismatches targets)</a:t>
            </a:r>
          </a:p>
        </p:txBody>
      </p:sp>
      <p:sp>
        <p:nvSpPr>
          <p:cNvPr id="517" name="Rectangle: Rounded Corners 516">
            <a:extLst>
              <a:ext uri="{FF2B5EF4-FFF2-40B4-BE49-F238E27FC236}">
                <a16:creationId xmlns:a16="http://schemas.microsoft.com/office/drawing/2014/main" id="{66AB882D-2910-21BD-2EC2-05C9D859DAC7}"/>
              </a:ext>
            </a:extLst>
          </p:cNvPr>
          <p:cNvSpPr/>
          <p:nvPr/>
        </p:nvSpPr>
        <p:spPr>
          <a:xfrm>
            <a:off x="9360565" y="13138483"/>
            <a:ext cx="6545178" cy="1275355"/>
          </a:xfrm>
          <a:prstGeom prst="roundRect">
            <a:avLst>
              <a:gd name="adj" fmla="val 2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9" name="Rectangle: Rounded Corners 518">
            <a:extLst>
              <a:ext uri="{FF2B5EF4-FFF2-40B4-BE49-F238E27FC236}">
                <a16:creationId xmlns:a16="http://schemas.microsoft.com/office/drawing/2014/main" id="{14986EBE-840A-A639-06BB-4CF7011A1162}"/>
              </a:ext>
            </a:extLst>
          </p:cNvPr>
          <p:cNvSpPr/>
          <p:nvPr/>
        </p:nvSpPr>
        <p:spPr>
          <a:xfrm>
            <a:off x="490107" y="360396"/>
            <a:ext cx="24030250" cy="12531176"/>
          </a:xfrm>
          <a:prstGeom prst="roundRect">
            <a:avLst>
              <a:gd name="adj" fmla="val 2706"/>
            </a:avLst>
          </a:prstGeom>
          <a:noFill/>
          <a:ln w="57150">
            <a:solidFill>
              <a:srgbClr val="98A2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419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779A6-5B5A-92E9-92B9-6C675783E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0" name="Straight Arrow Connector 329">
            <a:extLst>
              <a:ext uri="{FF2B5EF4-FFF2-40B4-BE49-F238E27FC236}">
                <a16:creationId xmlns:a16="http://schemas.microsoft.com/office/drawing/2014/main" id="{88244D14-FFD8-A23A-FDC5-BC03D198E2AA}"/>
              </a:ext>
            </a:extLst>
          </p:cNvPr>
          <p:cNvCxnSpPr>
            <a:cxnSpLocks/>
            <a:stCxn id="282" idx="3"/>
          </p:cNvCxnSpPr>
          <p:nvPr/>
        </p:nvCxnSpPr>
        <p:spPr>
          <a:xfrm>
            <a:off x="9141186" y="3782159"/>
            <a:ext cx="2545504" cy="9143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F57C301A-B09F-1390-3462-20143389586C}"/>
              </a:ext>
            </a:extLst>
          </p:cNvPr>
          <p:cNvCxnSpPr>
            <a:cxnSpLocks/>
            <a:stCxn id="100" idx="6"/>
            <a:endCxn id="121" idx="2"/>
          </p:cNvCxnSpPr>
          <p:nvPr/>
        </p:nvCxnSpPr>
        <p:spPr>
          <a:xfrm flipV="1">
            <a:off x="6985779" y="2910033"/>
            <a:ext cx="1701159" cy="37666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628F1282-DE83-7C90-2098-A7FAEDA38C20}"/>
              </a:ext>
            </a:extLst>
          </p:cNvPr>
          <p:cNvCxnSpPr>
            <a:cxnSpLocks/>
            <a:stCxn id="101" idx="6"/>
            <a:endCxn id="122" idx="2"/>
          </p:cNvCxnSpPr>
          <p:nvPr/>
        </p:nvCxnSpPr>
        <p:spPr>
          <a:xfrm flipV="1">
            <a:off x="6993801" y="3832496"/>
            <a:ext cx="1665938" cy="34537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E7D04A7-EE4C-6113-6EB4-BB9846048FC0}"/>
              </a:ext>
            </a:extLst>
          </p:cNvPr>
          <p:cNvSpPr/>
          <p:nvPr/>
        </p:nvSpPr>
        <p:spPr>
          <a:xfrm>
            <a:off x="697832" y="1366970"/>
            <a:ext cx="5334011" cy="9185993"/>
          </a:xfrm>
          <a:prstGeom prst="roundRect">
            <a:avLst>
              <a:gd name="adj" fmla="val 2706"/>
            </a:avLst>
          </a:prstGeom>
          <a:noFill/>
          <a:ln>
            <a:solidFill>
              <a:srgbClr val="4667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29616C-F97D-39FC-209E-0478BFDA68D6}"/>
              </a:ext>
            </a:extLst>
          </p:cNvPr>
          <p:cNvSpPr txBox="1"/>
          <p:nvPr/>
        </p:nvSpPr>
        <p:spPr>
          <a:xfrm>
            <a:off x="7602337" y="341536"/>
            <a:ext cx="7290778" cy="86177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Inconsistent test event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ACDC4-534D-FEDE-E20B-A44303B3A757}"/>
              </a:ext>
            </a:extLst>
          </p:cNvPr>
          <p:cNvSpPr txBox="1"/>
          <p:nvPr/>
        </p:nvSpPr>
        <p:spPr>
          <a:xfrm>
            <a:off x="848777" y="1382384"/>
            <a:ext cx="51244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input features (at test)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2662E1-308B-04B7-A0BE-CC0D738CB1C5}"/>
              </a:ext>
            </a:extLst>
          </p:cNvPr>
          <p:cNvSpPr txBox="1"/>
          <p:nvPr/>
        </p:nvSpPr>
        <p:spPr>
          <a:xfrm>
            <a:off x="1308634" y="3243117"/>
            <a:ext cx="47115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Horizontal Position:</a:t>
            </a:r>
          </a:p>
          <a:p>
            <a:pPr algn="ctr"/>
            <a:r>
              <a:rPr lang="en-US" sz="28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02107CF5-AFDD-4FB7-7BFE-9CB0A0B1E0D9}"/>
              </a:ext>
            </a:extLst>
          </p:cNvPr>
          <p:cNvSpPr/>
          <p:nvPr/>
        </p:nvSpPr>
        <p:spPr>
          <a:xfrm>
            <a:off x="6376754" y="1909326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107B4A3-116E-7196-C626-AC8F23680DFD}"/>
              </a:ext>
            </a:extLst>
          </p:cNvPr>
          <p:cNvSpPr/>
          <p:nvPr/>
        </p:nvSpPr>
        <p:spPr>
          <a:xfrm>
            <a:off x="6384776" y="2518926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442AF0E7-2710-1DD3-0572-D7E586880F2C}"/>
              </a:ext>
            </a:extLst>
          </p:cNvPr>
          <p:cNvSpPr/>
          <p:nvPr/>
        </p:nvSpPr>
        <p:spPr>
          <a:xfrm>
            <a:off x="6403953" y="3191850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8E3A000-FDEF-C405-9786-133F0B598E96}"/>
              </a:ext>
            </a:extLst>
          </p:cNvPr>
          <p:cNvSpPr/>
          <p:nvPr/>
        </p:nvSpPr>
        <p:spPr>
          <a:xfrm>
            <a:off x="6411975" y="3801450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287461A9-4F2B-A012-3CB0-EC17F436AED5}"/>
              </a:ext>
            </a:extLst>
          </p:cNvPr>
          <p:cNvSpPr/>
          <p:nvPr/>
        </p:nvSpPr>
        <p:spPr>
          <a:xfrm>
            <a:off x="6432902" y="4423658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B49FAEA8-F84F-0063-B17E-5F490D290525}"/>
              </a:ext>
            </a:extLst>
          </p:cNvPr>
          <p:cNvSpPr/>
          <p:nvPr/>
        </p:nvSpPr>
        <p:spPr>
          <a:xfrm>
            <a:off x="6440924" y="5033258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199DE1B-CCF4-9476-E359-8B8C2DAB6E09}"/>
              </a:ext>
            </a:extLst>
          </p:cNvPr>
          <p:cNvSpPr/>
          <p:nvPr/>
        </p:nvSpPr>
        <p:spPr>
          <a:xfrm>
            <a:off x="6456044" y="6411813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EDC5D1F6-2162-294C-9207-F042B8AD3FDD}"/>
              </a:ext>
            </a:extLst>
          </p:cNvPr>
          <p:cNvSpPr/>
          <p:nvPr/>
        </p:nvSpPr>
        <p:spPr>
          <a:xfrm>
            <a:off x="6464066" y="7021413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CD3DFE41-4428-207B-A84F-13A39FFBD9B3}"/>
              </a:ext>
            </a:extLst>
          </p:cNvPr>
          <p:cNvSpPr/>
          <p:nvPr/>
        </p:nvSpPr>
        <p:spPr>
          <a:xfrm>
            <a:off x="6483243" y="7694337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9215B4E2-38AA-1CE9-173D-08257010477E}"/>
              </a:ext>
            </a:extLst>
          </p:cNvPr>
          <p:cNvSpPr/>
          <p:nvPr/>
        </p:nvSpPr>
        <p:spPr>
          <a:xfrm>
            <a:off x="6491265" y="8303937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35F4DC9-067A-A47F-7A02-7C0FD7D85AC4}"/>
              </a:ext>
            </a:extLst>
          </p:cNvPr>
          <p:cNvSpPr/>
          <p:nvPr/>
        </p:nvSpPr>
        <p:spPr>
          <a:xfrm>
            <a:off x="6512192" y="8926145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87F7BD2-F5B3-548E-A25C-C887586EF06C}"/>
              </a:ext>
            </a:extLst>
          </p:cNvPr>
          <p:cNvSpPr txBox="1"/>
          <p:nvPr/>
        </p:nvSpPr>
        <p:spPr>
          <a:xfrm rot="5400000">
            <a:off x="6549070" y="5413701"/>
            <a:ext cx="714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…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2D6651C8-6BA2-1D54-A756-94CA4C9C25BB}"/>
              </a:ext>
            </a:extLst>
          </p:cNvPr>
          <p:cNvSpPr/>
          <p:nvPr/>
        </p:nvSpPr>
        <p:spPr>
          <a:xfrm>
            <a:off x="8686938" y="2645165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D2B265D1-8EA1-A787-7349-E7A0B6A3A1A9}"/>
              </a:ext>
            </a:extLst>
          </p:cNvPr>
          <p:cNvSpPr/>
          <p:nvPr/>
        </p:nvSpPr>
        <p:spPr>
          <a:xfrm>
            <a:off x="8659739" y="3567628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63545C79-3817-447F-F988-9BE8DFFD9D22}"/>
              </a:ext>
            </a:extLst>
          </p:cNvPr>
          <p:cNvSpPr/>
          <p:nvPr/>
        </p:nvSpPr>
        <p:spPr>
          <a:xfrm>
            <a:off x="8650743" y="4175575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75F2B9AD-4436-CDFD-CBE7-8CC08519EB90}"/>
              </a:ext>
            </a:extLst>
          </p:cNvPr>
          <p:cNvSpPr/>
          <p:nvPr/>
        </p:nvSpPr>
        <p:spPr>
          <a:xfrm>
            <a:off x="8646834" y="5600385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A8FADC06-79A1-F7EF-EDB3-39CDA6D37BB3}"/>
              </a:ext>
            </a:extLst>
          </p:cNvPr>
          <p:cNvSpPr/>
          <p:nvPr/>
        </p:nvSpPr>
        <p:spPr>
          <a:xfrm>
            <a:off x="8595572" y="6222593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1512CDE2-578D-2FF1-B9F2-26037D00C941}"/>
              </a:ext>
            </a:extLst>
          </p:cNvPr>
          <p:cNvSpPr/>
          <p:nvPr/>
        </p:nvSpPr>
        <p:spPr>
          <a:xfrm>
            <a:off x="8610639" y="6830540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00E1C14-6F51-386C-B667-FF530D46458A}"/>
              </a:ext>
            </a:extLst>
          </p:cNvPr>
          <p:cNvSpPr txBox="1"/>
          <p:nvPr/>
        </p:nvSpPr>
        <p:spPr>
          <a:xfrm rot="5400000">
            <a:off x="8706732" y="4635662"/>
            <a:ext cx="714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…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85970D9E-3F14-899B-F77C-4753F9E6DBA2}"/>
              </a:ext>
            </a:extLst>
          </p:cNvPr>
          <p:cNvCxnSpPr>
            <a:stCxn id="92" idx="6"/>
            <a:endCxn id="121" idx="2"/>
          </p:cNvCxnSpPr>
          <p:nvPr/>
        </p:nvCxnSpPr>
        <p:spPr>
          <a:xfrm>
            <a:off x="6906489" y="2174194"/>
            <a:ext cx="1780449" cy="7358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70D7664B-CF1E-0778-FE8B-27E16AE2121B}"/>
              </a:ext>
            </a:extLst>
          </p:cNvPr>
          <p:cNvCxnSpPr>
            <a:cxnSpLocks/>
            <a:stCxn id="92" idx="6"/>
            <a:endCxn id="122" idx="2"/>
          </p:cNvCxnSpPr>
          <p:nvPr/>
        </p:nvCxnSpPr>
        <p:spPr>
          <a:xfrm>
            <a:off x="6906489" y="2174194"/>
            <a:ext cx="1753250" cy="16583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9BFE606E-0DD6-2F52-DE0E-B3B343C5BDA1}"/>
              </a:ext>
            </a:extLst>
          </p:cNvPr>
          <p:cNvCxnSpPr>
            <a:cxnSpLocks/>
            <a:stCxn id="92" idx="6"/>
            <a:endCxn id="123" idx="2"/>
          </p:cNvCxnSpPr>
          <p:nvPr/>
        </p:nvCxnSpPr>
        <p:spPr>
          <a:xfrm>
            <a:off x="6906489" y="2174194"/>
            <a:ext cx="1744254" cy="22662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C6201727-F2BD-1FF8-CE98-EB7AC582CB42}"/>
              </a:ext>
            </a:extLst>
          </p:cNvPr>
          <p:cNvCxnSpPr>
            <a:cxnSpLocks/>
            <a:stCxn id="92" idx="6"/>
            <a:endCxn id="125" idx="2"/>
          </p:cNvCxnSpPr>
          <p:nvPr/>
        </p:nvCxnSpPr>
        <p:spPr>
          <a:xfrm>
            <a:off x="6906489" y="2174194"/>
            <a:ext cx="1740345" cy="36910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6190B4C4-2AC4-044D-7120-1FF1B73FBC2B}"/>
              </a:ext>
            </a:extLst>
          </p:cNvPr>
          <p:cNvCxnSpPr>
            <a:cxnSpLocks/>
            <a:stCxn id="92" idx="6"/>
            <a:endCxn id="126" idx="2"/>
          </p:cNvCxnSpPr>
          <p:nvPr/>
        </p:nvCxnSpPr>
        <p:spPr>
          <a:xfrm>
            <a:off x="6906489" y="2174194"/>
            <a:ext cx="1689083" cy="43132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61853D48-9A93-C937-8FCE-FE23654EEF48}"/>
              </a:ext>
            </a:extLst>
          </p:cNvPr>
          <p:cNvCxnSpPr>
            <a:cxnSpLocks/>
            <a:stCxn id="92" idx="6"/>
            <a:endCxn id="127" idx="2"/>
          </p:cNvCxnSpPr>
          <p:nvPr/>
        </p:nvCxnSpPr>
        <p:spPr>
          <a:xfrm>
            <a:off x="6906489" y="2174194"/>
            <a:ext cx="1704150" cy="49212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A68AD730-2458-5F41-E4BF-21D3AB36B9FC}"/>
              </a:ext>
            </a:extLst>
          </p:cNvPr>
          <p:cNvCxnSpPr>
            <a:cxnSpLocks/>
            <a:stCxn id="94" idx="6"/>
            <a:endCxn id="121" idx="2"/>
          </p:cNvCxnSpPr>
          <p:nvPr/>
        </p:nvCxnSpPr>
        <p:spPr>
          <a:xfrm flipV="1">
            <a:off x="6933688" y="2910033"/>
            <a:ext cx="1753250" cy="546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2875343E-B4A9-8987-CE58-B7A7CDBC8E90}"/>
              </a:ext>
            </a:extLst>
          </p:cNvPr>
          <p:cNvCxnSpPr>
            <a:cxnSpLocks/>
            <a:stCxn id="94" idx="6"/>
            <a:endCxn id="122" idx="2"/>
          </p:cNvCxnSpPr>
          <p:nvPr/>
        </p:nvCxnSpPr>
        <p:spPr>
          <a:xfrm>
            <a:off x="6933688" y="3456718"/>
            <a:ext cx="1726051" cy="3757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CCA14FBD-8254-26D0-1B91-9EFC3AB543AC}"/>
              </a:ext>
            </a:extLst>
          </p:cNvPr>
          <p:cNvCxnSpPr>
            <a:cxnSpLocks/>
            <a:stCxn id="94" idx="6"/>
            <a:endCxn id="123" idx="2"/>
          </p:cNvCxnSpPr>
          <p:nvPr/>
        </p:nvCxnSpPr>
        <p:spPr>
          <a:xfrm>
            <a:off x="6933688" y="3456718"/>
            <a:ext cx="1717055" cy="983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414810A9-0F00-B7EE-FC4F-FDE5A9DD2EBF}"/>
              </a:ext>
            </a:extLst>
          </p:cNvPr>
          <p:cNvCxnSpPr>
            <a:cxnSpLocks/>
            <a:stCxn id="94" idx="6"/>
            <a:endCxn id="125" idx="2"/>
          </p:cNvCxnSpPr>
          <p:nvPr/>
        </p:nvCxnSpPr>
        <p:spPr>
          <a:xfrm>
            <a:off x="6933688" y="3456718"/>
            <a:ext cx="1713146" cy="24085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A67E2A7-8BA9-95C3-AF46-7FD01BA077B1}"/>
              </a:ext>
            </a:extLst>
          </p:cNvPr>
          <p:cNvCxnSpPr>
            <a:cxnSpLocks/>
            <a:stCxn id="94" idx="6"/>
            <a:endCxn id="126" idx="2"/>
          </p:cNvCxnSpPr>
          <p:nvPr/>
        </p:nvCxnSpPr>
        <p:spPr>
          <a:xfrm>
            <a:off x="6933688" y="3456718"/>
            <a:ext cx="1661884" cy="30307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4C3DEEFC-5AAF-2B14-E40B-1C4EDE334AB9}"/>
              </a:ext>
            </a:extLst>
          </p:cNvPr>
          <p:cNvCxnSpPr>
            <a:cxnSpLocks/>
            <a:stCxn id="94" idx="6"/>
            <a:endCxn id="127" idx="2"/>
          </p:cNvCxnSpPr>
          <p:nvPr/>
        </p:nvCxnSpPr>
        <p:spPr>
          <a:xfrm>
            <a:off x="6933688" y="3456718"/>
            <a:ext cx="1676951" cy="36386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1CD02DDA-13F1-B69D-24D8-DCC00125FCE1}"/>
              </a:ext>
            </a:extLst>
          </p:cNvPr>
          <p:cNvCxnSpPr>
            <a:cxnSpLocks/>
            <a:stCxn id="96" idx="6"/>
            <a:endCxn id="121" idx="2"/>
          </p:cNvCxnSpPr>
          <p:nvPr/>
        </p:nvCxnSpPr>
        <p:spPr>
          <a:xfrm flipV="1">
            <a:off x="6962637" y="2910033"/>
            <a:ext cx="1724301" cy="17784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F0B3B517-B9A7-641A-EA2E-F8C219415D4A}"/>
              </a:ext>
            </a:extLst>
          </p:cNvPr>
          <p:cNvCxnSpPr>
            <a:cxnSpLocks/>
            <a:stCxn id="96" idx="6"/>
            <a:endCxn id="122" idx="2"/>
          </p:cNvCxnSpPr>
          <p:nvPr/>
        </p:nvCxnSpPr>
        <p:spPr>
          <a:xfrm flipV="1">
            <a:off x="6962637" y="3832496"/>
            <a:ext cx="1697102" cy="8560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DD35C97B-3C3B-26C1-4681-CFAD9D629F6B}"/>
              </a:ext>
            </a:extLst>
          </p:cNvPr>
          <p:cNvCxnSpPr>
            <a:cxnSpLocks/>
            <a:stCxn id="96" idx="6"/>
            <a:endCxn id="123" idx="2"/>
          </p:cNvCxnSpPr>
          <p:nvPr/>
        </p:nvCxnSpPr>
        <p:spPr>
          <a:xfrm flipV="1">
            <a:off x="6962637" y="4440443"/>
            <a:ext cx="1688106" cy="2480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31E36F75-C5C3-ABCD-CDA6-EE06AF51B60A}"/>
              </a:ext>
            </a:extLst>
          </p:cNvPr>
          <p:cNvCxnSpPr>
            <a:cxnSpLocks/>
            <a:stCxn id="96" idx="6"/>
            <a:endCxn id="125" idx="2"/>
          </p:cNvCxnSpPr>
          <p:nvPr/>
        </p:nvCxnSpPr>
        <p:spPr>
          <a:xfrm>
            <a:off x="6962637" y="4688526"/>
            <a:ext cx="1684197" cy="11767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FB3E969F-955E-A192-AED1-4CDADC0CDF76}"/>
              </a:ext>
            </a:extLst>
          </p:cNvPr>
          <p:cNvCxnSpPr>
            <a:cxnSpLocks/>
            <a:stCxn id="96" idx="6"/>
            <a:endCxn id="126" idx="2"/>
          </p:cNvCxnSpPr>
          <p:nvPr/>
        </p:nvCxnSpPr>
        <p:spPr>
          <a:xfrm>
            <a:off x="6962637" y="4688526"/>
            <a:ext cx="1632935" cy="17989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113B1D91-9112-DA18-B920-3A247498F9C0}"/>
              </a:ext>
            </a:extLst>
          </p:cNvPr>
          <p:cNvCxnSpPr>
            <a:cxnSpLocks/>
            <a:stCxn id="96" idx="6"/>
            <a:endCxn id="127" idx="2"/>
          </p:cNvCxnSpPr>
          <p:nvPr/>
        </p:nvCxnSpPr>
        <p:spPr>
          <a:xfrm>
            <a:off x="6962637" y="4688526"/>
            <a:ext cx="1648002" cy="24068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784908CA-290B-C2DF-2C8F-D789F9B89F07}"/>
              </a:ext>
            </a:extLst>
          </p:cNvPr>
          <p:cNvCxnSpPr>
            <a:cxnSpLocks/>
            <a:stCxn id="100" idx="6"/>
            <a:endCxn id="121" idx="2"/>
          </p:cNvCxnSpPr>
          <p:nvPr/>
        </p:nvCxnSpPr>
        <p:spPr>
          <a:xfrm flipV="1">
            <a:off x="6985779" y="2910033"/>
            <a:ext cx="1701159" cy="37666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2A393F89-FE2E-4AA7-55B5-6AF061E72BE2}"/>
              </a:ext>
            </a:extLst>
          </p:cNvPr>
          <p:cNvCxnSpPr>
            <a:cxnSpLocks/>
            <a:stCxn id="100" idx="6"/>
            <a:endCxn id="122" idx="2"/>
          </p:cNvCxnSpPr>
          <p:nvPr/>
        </p:nvCxnSpPr>
        <p:spPr>
          <a:xfrm flipV="1">
            <a:off x="6985779" y="3832496"/>
            <a:ext cx="1673960" cy="28441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56F7940E-FE0C-422B-79A5-076BC27D424A}"/>
              </a:ext>
            </a:extLst>
          </p:cNvPr>
          <p:cNvCxnSpPr>
            <a:cxnSpLocks/>
            <a:stCxn id="100" idx="6"/>
            <a:endCxn id="123" idx="2"/>
          </p:cNvCxnSpPr>
          <p:nvPr/>
        </p:nvCxnSpPr>
        <p:spPr>
          <a:xfrm flipV="1">
            <a:off x="6985779" y="4440443"/>
            <a:ext cx="1664964" cy="22362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616AB3DB-59A8-9C50-CDBD-E6EE53C6621E}"/>
              </a:ext>
            </a:extLst>
          </p:cNvPr>
          <p:cNvCxnSpPr>
            <a:cxnSpLocks/>
            <a:stCxn id="100" idx="6"/>
            <a:endCxn id="125" idx="2"/>
          </p:cNvCxnSpPr>
          <p:nvPr/>
        </p:nvCxnSpPr>
        <p:spPr>
          <a:xfrm flipV="1">
            <a:off x="6985779" y="5865253"/>
            <a:ext cx="1661055" cy="8114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4C3301EA-ED21-A732-8A0C-770BFE188954}"/>
              </a:ext>
            </a:extLst>
          </p:cNvPr>
          <p:cNvCxnSpPr>
            <a:cxnSpLocks/>
            <a:stCxn id="100" idx="6"/>
            <a:endCxn id="126" idx="2"/>
          </p:cNvCxnSpPr>
          <p:nvPr/>
        </p:nvCxnSpPr>
        <p:spPr>
          <a:xfrm flipV="1">
            <a:off x="6985779" y="6487461"/>
            <a:ext cx="1609793" cy="1892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0D6DD316-6EDD-56F1-4A03-2654DD6AF2D3}"/>
              </a:ext>
            </a:extLst>
          </p:cNvPr>
          <p:cNvCxnSpPr>
            <a:cxnSpLocks/>
            <a:stCxn id="100" idx="6"/>
            <a:endCxn id="127" idx="2"/>
          </p:cNvCxnSpPr>
          <p:nvPr/>
        </p:nvCxnSpPr>
        <p:spPr>
          <a:xfrm>
            <a:off x="6985779" y="6676681"/>
            <a:ext cx="1624860" cy="4187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4D6425D1-9990-6F25-BC28-E08926ACC014}"/>
              </a:ext>
            </a:extLst>
          </p:cNvPr>
          <p:cNvCxnSpPr>
            <a:cxnSpLocks/>
            <a:stCxn id="101" idx="6"/>
            <a:endCxn id="123" idx="2"/>
          </p:cNvCxnSpPr>
          <p:nvPr/>
        </p:nvCxnSpPr>
        <p:spPr>
          <a:xfrm flipV="1">
            <a:off x="6993801" y="4440443"/>
            <a:ext cx="1656942" cy="28458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3318563B-3E61-FADE-1D3F-3E55F9581E27}"/>
              </a:ext>
            </a:extLst>
          </p:cNvPr>
          <p:cNvCxnSpPr>
            <a:cxnSpLocks/>
            <a:stCxn id="101" idx="6"/>
            <a:endCxn id="125" idx="2"/>
          </p:cNvCxnSpPr>
          <p:nvPr/>
        </p:nvCxnSpPr>
        <p:spPr>
          <a:xfrm flipV="1">
            <a:off x="6993801" y="5865253"/>
            <a:ext cx="1653033" cy="14210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D7537B4C-5253-6054-2FE1-6C863FD246D9}"/>
              </a:ext>
            </a:extLst>
          </p:cNvPr>
          <p:cNvCxnSpPr>
            <a:cxnSpLocks/>
            <a:stCxn id="101" idx="6"/>
            <a:endCxn id="126" idx="2"/>
          </p:cNvCxnSpPr>
          <p:nvPr/>
        </p:nvCxnSpPr>
        <p:spPr>
          <a:xfrm flipV="1">
            <a:off x="6993801" y="6487461"/>
            <a:ext cx="1601771" cy="798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27C1D658-9024-06CF-EB8A-E1494B25F98C}"/>
              </a:ext>
            </a:extLst>
          </p:cNvPr>
          <p:cNvCxnSpPr>
            <a:cxnSpLocks/>
            <a:stCxn id="101" idx="6"/>
            <a:endCxn id="127" idx="2"/>
          </p:cNvCxnSpPr>
          <p:nvPr/>
        </p:nvCxnSpPr>
        <p:spPr>
          <a:xfrm flipV="1">
            <a:off x="6993801" y="7095408"/>
            <a:ext cx="1616838" cy="1908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46C59939-E61C-9B4D-ADC6-58587F9AD2D3}"/>
              </a:ext>
            </a:extLst>
          </p:cNvPr>
          <p:cNvCxnSpPr>
            <a:cxnSpLocks/>
            <a:stCxn id="103" idx="6"/>
            <a:endCxn id="121" idx="2"/>
          </p:cNvCxnSpPr>
          <p:nvPr/>
        </p:nvCxnSpPr>
        <p:spPr>
          <a:xfrm flipV="1">
            <a:off x="7021000" y="2910033"/>
            <a:ext cx="1665938" cy="56587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F40713A8-23FC-0060-3BD0-6A1AE5171342}"/>
              </a:ext>
            </a:extLst>
          </p:cNvPr>
          <p:cNvCxnSpPr>
            <a:cxnSpLocks/>
            <a:stCxn id="103" idx="6"/>
            <a:endCxn id="122" idx="2"/>
          </p:cNvCxnSpPr>
          <p:nvPr/>
        </p:nvCxnSpPr>
        <p:spPr>
          <a:xfrm flipV="1">
            <a:off x="7021000" y="3832496"/>
            <a:ext cx="1638739" cy="47363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5B733027-E694-29EB-0F7B-246DFDD3B99E}"/>
              </a:ext>
            </a:extLst>
          </p:cNvPr>
          <p:cNvCxnSpPr>
            <a:cxnSpLocks/>
            <a:stCxn id="103" idx="6"/>
            <a:endCxn id="123" idx="2"/>
          </p:cNvCxnSpPr>
          <p:nvPr/>
        </p:nvCxnSpPr>
        <p:spPr>
          <a:xfrm flipV="1">
            <a:off x="7021000" y="4440443"/>
            <a:ext cx="1629743" cy="41283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A18345A3-BB1D-5D89-3318-9EFA9C6F22CA}"/>
              </a:ext>
            </a:extLst>
          </p:cNvPr>
          <p:cNvCxnSpPr>
            <a:cxnSpLocks/>
            <a:stCxn id="103" idx="6"/>
            <a:endCxn id="125" idx="2"/>
          </p:cNvCxnSpPr>
          <p:nvPr/>
        </p:nvCxnSpPr>
        <p:spPr>
          <a:xfrm flipV="1">
            <a:off x="7021000" y="5865253"/>
            <a:ext cx="1625834" cy="27035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530EEB2A-A1E5-6135-248D-0BD1E2422C10}"/>
              </a:ext>
            </a:extLst>
          </p:cNvPr>
          <p:cNvCxnSpPr>
            <a:cxnSpLocks/>
            <a:stCxn id="103" idx="6"/>
            <a:endCxn id="126" idx="2"/>
          </p:cNvCxnSpPr>
          <p:nvPr/>
        </p:nvCxnSpPr>
        <p:spPr>
          <a:xfrm flipV="1">
            <a:off x="7021000" y="6487461"/>
            <a:ext cx="1574572" cy="20813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80CE6582-DA55-76B3-7840-99271549419A}"/>
              </a:ext>
            </a:extLst>
          </p:cNvPr>
          <p:cNvCxnSpPr>
            <a:cxnSpLocks/>
            <a:stCxn id="103" idx="6"/>
            <a:endCxn id="127" idx="2"/>
          </p:cNvCxnSpPr>
          <p:nvPr/>
        </p:nvCxnSpPr>
        <p:spPr>
          <a:xfrm flipV="1">
            <a:off x="7021000" y="7095408"/>
            <a:ext cx="1589639" cy="14733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26406010-B4A9-2299-CAA5-0C210820E1E2}"/>
              </a:ext>
            </a:extLst>
          </p:cNvPr>
          <p:cNvCxnSpPr>
            <a:cxnSpLocks/>
            <a:stCxn id="104" idx="6"/>
            <a:endCxn id="121" idx="2"/>
          </p:cNvCxnSpPr>
          <p:nvPr/>
        </p:nvCxnSpPr>
        <p:spPr>
          <a:xfrm flipV="1">
            <a:off x="7041927" y="2910033"/>
            <a:ext cx="1645011" cy="62809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9C901BE5-4D4A-BC2F-36B9-D032756C2B75}"/>
              </a:ext>
            </a:extLst>
          </p:cNvPr>
          <p:cNvCxnSpPr>
            <a:cxnSpLocks/>
            <a:stCxn id="104" idx="6"/>
            <a:endCxn id="122" idx="2"/>
          </p:cNvCxnSpPr>
          <p:nvPr/>
        </p:nvCxnSpPr>
        <p:spPr>
          <a:xfrm flipV="1">
            <a:off x="7041927" y="3832496"/>
            <a:ext cx="1617812" cy="53585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B4AFE526-9F06-D9BE-C492-25D7E4DB56D3}"/>
              </a:ext>
            </a:extLst>
          </p:cNvPr>
          <p:cNvCxnSpPr>
            <a:cxnSpLocks/>
            <a:stCxn id="104" idx="6"/>
            <a:endCxn id="123" idx="2"/>
          </p:cNvCxnSpPr>
          <p:nvPr/>
        </p:nvCxnSpPr>
        <p:spPr>
          <a:xfrm flipV="1">
            <a:off x="7041927" y="4440443"/>
            <a:ext cx="1608816" cy="47505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EC232DF3-9842-1374-9AAD-19A576704619}"/>
              </a:ext>
            </a:extLst>
          </p:cNvPr>
          <p:cNvCxnSpPr>
            <a:cxnSpLocks/>
          </p:cNvCxnSpPr>
          <p:nvPr/>
        </p:nvCxnSpPr>
        <p:spPr>
          <a:xfrm flipV="1">
            <a:off x="7072926" y="6041598"/>
            <a:ext cx="1299428" cy="30388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93458502-6F7A-8004-7EB4-B0BE4ADE2C52}"/>
              </a:ext>
            </a:extLst>
          </p:cNvPr>
          <p:cNvCxnSpPr>
            <a:cxnSpLocks/>
            <a:stCxn id="104" idx="6"/>
          </p:cNvCxnSpPr>
          <p:nvPr/>
        </p:nvCxnSpPr>
        <p:spPr>
          <a:xfrm flipV="1">
            <a:off x="7041922" y="6612980"/>
            <a:ext cx="1357982" cy="2578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B668E993-823F-D44E-1A38-B4CA013994F8}"/>
              </a:ext>
            </a:extLst>
          </p:cNvPr>
          <p:cNvCxnSpPr>
            <a:cxnSpLocks/>
            <a:stCxn id="104" idx="6"/>
            <a:endCxn id="127" idx="2"/>
          </p:cNvCxnSpPr>
          <p:nvPr/>
        </p:nvCxnSpPr>
        <p:spPr>
          <a:xfrm flipV="1">
            <a:off x="7041927" y="7095408"/>
            <a:ext cx="1568712" cy="20956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3E50F1A2-490B-1635-C1C7-AFB7E3230457}"/>
              </a:ext>
            </a:extLst>
          </p:cNvPr>
          <p:cNvSpPr txBox="1"/>
          <p:nvPr/>
        </p:nvSpPr>
        <p:spPr>
          <a:xfrm rot="5400000">
            <a:off x="8783766" y="2916907"/>
            <a:ext cx="714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..</a:t>
            </a:r>
          </a:p>
        </p:txBody>
      </p: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336BE33F-8EB5-C9EF-FE34-5B73AD86D909}"/>
              </a:ext>
            </a:extLst>
          </p:cNvPr>
          <p:cNvCxnSpPr>
            <a:cxnSpLocks/>
          </p:cNvCxnSpPr>
          <p:nvPr/>
        </p:nvCxnSpPr>
        <p:spPr>
          <a:xfrm flipV="1">
            <a:off x="9986437" y="2182211"/>
            <a:ext cx="1644094" cy="6989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F78BCD5D-8873-4E9D-6035-25E76EA5775B}"/>
              </a:ext>
            </a:extLst>
          </p:cNvPr>
          <p:cNvCxnSpPr>
            <a:cxnSpLocks/>
            <a:stCxn id="121" idx="6"/>
          </p:cNvCxnSpPr>
          <p:nvPr/>
        </p:nvCxnSpPr>
        <p:spPr>
          <a:xfrm flipV="1">
            <a:off x="9216673" y="2791816"/>
            <a:ext cx="2421885" cy="1182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D667A525-FE62-735A-B1CB-46EBACE0DED1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441062" cy="5547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6FC5459E-8D95-DA6D-DC48-C321C3D2F290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438062" cy="11643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7BC0F691-7EFD-B356-75DE-BFC0F6E8E36A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470017" cy="17865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1DF38563-8972-10E6-7405-9616130E2632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478033" cy="23961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AF786C1E-BF65-CBA1-3964-ECCCE656CB1D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475003" cy="37746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621E5B88-6E45-3752-1815-AA3965CDFEEB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501175" cy="43842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6E9E761F-1515-4D95-D817-CE8099580A85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520352" cy="50571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3617715C-78E0-4FF2-C882-4377382B7162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528374" cy="56667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7307AFCC-FB2A-8945-9B6C-6C7E3435757E}"/>
              </a:ext>
            </a:extLst>
          </p:cNvPr>
          <p:cNvCxnSpPr>
            <a:cxnSpLocks/>
            <a:stCxn id="121" idx="6"/>
          </p:cNvCxnSpPr>
          <p:nvPr/>
        </p:nvCxnSpPr>
        <p:spPr>
          <a:xfrm>
            <a:off x="9216673" y="2910033"/>
            <a:ext cx="2549301" cy="62890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C01C03DB-EC30-38B6-2C17-E8F6E57747A2}"/>
              </a:ext>
            </a:extLst>
          </p:cNvPr>
          <p:cNvCxnSpPr>
            <a:cxnSpLocks/>
            <a:stCxn id="122" idx="6"/>
          </p:cNvCxnSpPr>
          <p:nvPr/>
        </p:nvCxnSpPr>
        <p:spPr>
          <a:xfrm flipV="1">
            <a:off x="9189474" y="2182216"/>
            <a:ext cx="2441062" cy="16502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82821953-9FC8-3162-AE17-0FCA69FD5AA2}"/>
              </a:ext>
            </a:extLst>
          </p:cNvPr>
          <p:cNvCxnSpPr>
            <a:cxnSpLocks/>
            <a:stCxn id="122" idx="6"/>
          </p:cNvCxnSpPr>
          <p:nvPr/>
        </p:nvCxnSpPr>
        <p:spPr>
          <a:xfrm flipV="1">
            <a:off x="9189474" y="2791816"/>
            <a:ext cx="2449084" cy="10406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Arrow Connector 323">
            <a:extLst>
              <a:ext uri="{FF2B5EF4-FFF2-40B4-BE49-F238E27FC236}">
                <a16:creationId xmlns:a16="http://schemas.microsoft.com/office/drawing/2014/main" id="{F3F0DAFE-D2F0-FA8D-1711-65C1C2CD90CB}"/>
              </a:ext>
            </a:extLst>
          </p:cNvPr>
          <p:cNvCxnSpPr>
            <a:cxnSpLocks/>
            <a:stCxn id="122" idx="6"/>
          </p:cNvCxnSpPr>
          <p:nvPr/>
        </p:nvCxnSpPr>
        <p:spPr>
          <a:xfrm flipV="1">
            <a:off x="9189474" y="3464740"/>
            <a:ext cx="2468261" cy="3677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Arrow Connector 326">
            <a:extLst>
              <a:ext uri="{FF2B5EF4-FFF2-40B4-BE49-F238E27FC236}">
                <a16:creationId xmlns:a16="http://schemas.microsoft.com/office/drawing/2014/main" id="{1DA61006-3DCB-23EF-7861-76A8CFE5F3C4}"/>
              </a:ext>
            </a:extLst>
          </p:cNvPr>
          <p:cNvCxnSpPr>
            <a:cxnSpLocks/>
            <a:stCxn id="122" idx="6"/>
          </p:cNvCxnSpPr>
          <p:nvPr/>
        </p:nvCxnSpPr>
        <p:spPr>
          <a:xfrm>
            <a:off x="9189474" y="3832496"/>
            <a:ext cx="2465261" cy="2418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C00E89EE-DB73-9925-BAE7-3178C5D8A6C5}"/>
              </a:ext>
            </a:extLst>
          </p:cNvPr>
          <p:cNvCxnSpPr>
            <a:cxnSpLocks/>
            <a:stCxn id="122" idx="6"/>
          </p:cNvCxnSpPr>
          <p:nvPr/>
        </p:nvCxnSpPr>
        <p:spPr>
          <a:xfrm>
            <a:off x="9189474" y="3832496"/>
            <a:ext cx="2505232" cy="14736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Arrow Connector 336">
            <a:extLst>
              <a:ext uri="{FF2B5EF4-FFF2-40B4-BE49-F238E27FC236}">
                <a16:creationId xmlns:a16="http://schemas.microsoft.com/office/drawing/2014/main" id="{BCCCE1E5-A974-AB0F-F3D5-70CBAA9795C9}"/>
              </a:ext>
            </a:extLst>
          </p:cNvPr>
          <p:cNvCxnSpPr>
            <a:cxnSpLocks/>
          </p:cNvCxnSpPr>
          <p:nvPr/>
        </p:nvCxnSpPr>
        <p:spPr>
          <a:xfrm>
            <a:off x="10033123" y="3845324"/>
            <a:ext cx="1658553" cy="28393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CD9B2C66-B089-D135-0858-6CA4F33BA928}"/>
              </a:ext>
            </a:extLst>
          </p:cNvPr>
          <p:cNvCxnSpPr>
            <a:cxnSpLocks/>
            <a:stCxn id="122" idx="6"/>
          </p:cNvCxnSpPr>
          <p:nvPr/>
        </p:nvCxnSpPr>
        <p:spPr>
          <a:xfrm>
            <a:off x="9189474" y="3832496"/>
            <a:ext cx="2528374" cy="34618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1EEC7AA5-CAE2-83FD-E01A-B29949B20784}"/>
              </a:ext>
            </a:extLst>
          </p:cNvPr>
          <p:cNvCxnSpPr>
            <a:cxnSpLocks/>
            <a:stCxn id="122" idx="6"/>
          </p:cNvCxnSpPr>
          <p:nvPr/>
        </p:nvCxnSpPr>
        <p:spPr>
          <a:xfrm>
            <a:off x="9189474" y="3832496"/>
            <a:ext cx="2547551" cy="41347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Arrow Connector 345">
            <a:extLst>
              <a:ext uri="{FF2B5EF4-FFF2-40B4-BE49-F238E27FC236}">
                <a16:creationId xmlns:a16="http://schemas.microsoft.com/office/drawing/2014/main" id="{C98CD384-6473-3DBE-4979-92CE23014778}"/>
              </a:ext>
            </a:extLst>
          </p:cNvPr>
          <p:cNvCxnSpPr>
            <a:cxnSpLocks/>
            <a:stCxn id="122" idx="6"/>
          </p:cNvCxnSpPr>
          <p:nvPr/>
        </p:nvCxnSpPr>
        <p:spPr>
          <a:xfrm>
            <a:off x="9189474" y="3832496"/>
            <a:ext cx="2555573" cy="47443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Arrow Connector 348">
            <a:extLst>
              <a:ext uri="{FF2B5EF4-FFF2-40B4-BE49-F238E27FC236}">
                <a16:creationId xmlns:a16="http://schemas.microsoft.com/office/drawing/2014/main" id="{050192A9-3ACA-E0BF-F2CA-5C77B67B1F8D}"/>
              </a:ext>
            </a:extLst>
          </p:cNvPr>
          <p:cNvCxnSpPr>
            <a:cxnSpLocks/>
            <a:stCxn id="122" idx="6"/>
          </p:cNvCxnSpPr>
          <p:nvPr/>
        </p:nvCxnSpPr>
        <p:spPr>
          <a:xfrm>
            <a:off x="9189474" y="3832496"/>
            <a:ext cx="2576500" cy="53665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Arrow Connector 351">
            <a:extLst>
              <a:ext uri="{FF2B5EF4-FFF2-40B4-BE49-F238E27FC236}">
                <a16:creationId xmlns:a16="http://schemas.microsoft.com/office/drawing/2014/main" id="{F94C1869-5484-2361-F3B1-0C4D93DE2954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9176569" y="2182216"/>
            <a:ext cx="2453967" cy="36830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Arrow Connector 354">
            <a:extLst>
              <a:ext uri="{FF2B5EF4-FFF2-40B4-BE49-F238E27FC236}">
                <a16:creationId xmlns:a16="http://schemas.microsoft.com/office/drawing/2014/main" id="{860A9318-7EEE-E088-A366-2FE0D336D4A9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9176569" y="2791816"/>
            <a:ext cx="2461989" cy="30734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Arrow Connector 357">
            <a:extLst>
              <a:ext uri="{FF2B5EF4-FFF2-40B4-BE49-F238E27FC236}">
                <a16:creationId xmlns:a16="http://schemas.microsoft.com/office/drawing/2014/main" id="{6619D70C-16B9-F4A0-D139-A19D327BCC69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9176569" y="3464740"/>
            <a:ext cx="2481166" cy="24005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434D1AB3-B691-FDEF-0624-96B6BA214A77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9176569" y="4074340"/>
            <a:ext cx="2478166" cy="17909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1B01200B-4859-462D-247F-12816B51505E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9176569" y="4696548"/>
            <a:ext cx="2510121" cy="1168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Arrow Connector 366">
            <a:extLst>
              <a:ext uri="{FF2B5EF4-FFF2-40B4-BE49-F238E27FC236}">
                <a16:creationId xmlns:a16="http://schemas.microsoft.com/office/drawing/2014/main" id="{2E97C829-607D-82E3-7259-CC1BCE253031}"/>
              </a:ext>
            </a:extLst>
          </p:cNvPr>
          <p:cNvCxnSpPr>
            <a:cxnSpLocks/>
            <a:stCxn id="125" idx="6"/>
          </p:cNvCxnSpPr>
          <p:nvPr/>
        </p:nvCxnSpPr>
        <p:spPr>
          <a:xfrm flipV="1">
            <a:off x="9176569" y="5306148"/>
            <a:ext cx="2518137" cy="5591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Arrow Connector 369">
            <a:extLst>
              <a:ext uri="{FF2B5EF4-FFF2-40B4-BE49-F238E27FC236}">
                <a16:creationId xmlns:a16="http://schemas.microsoft.com/office/drawing/2014/main" id="{214DC5CF-5F2D-9C5A-E418-993EE5641E13}"/>
              </a:ext>
            </a:extLst>
          </p:cNvPr>
          <p:cNvCxnSpPr>
            <a:cxnSpLocks/>
            <a:stCxn id="125" idx="6"/>
          </p:cNvCxnSpPr>
          <p:nvPr/>
        </p:nvCxnSpPr>
        <p:spPr>
          <a:xfrm>
            <a:off x="9176569" y="5865253"/>
            <a:ext cx="2515107" cy="8194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Arrow Connector 372">
            <a:extLst>
              <a:ext uri="{FF2B5EF4-FFF2-40B4-BE49-F238E27FC236}">
                <a16:creationId xmlns:a16="http://schemas.microsoft.com/office/drawing/2014/main" id="{53C4BA0A-7EEA-6361-7B6F-88C70F97EE0A}"/>
              </a:ext>
            </a:extLst>
          </p:cNvPr>
          <p:cNvCxnSpPr>
            <a:cxnSpLocks/>
            <a:stCxn id="125" idx="6"/>
          </p:cNvCxnSpPr>
          <p:nvPr/>
        </p:nvCxnSpPr>
        <p:spPr>
          <a:xfrm>
            <a:off x="9176569" y="5865253"/>
            <a:ext cx="2541279" cy="14290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4BC3AAC1-7C4E-5F87-8C0F-D6FBA0B141DF}"/>
              </a:ext>
            </a:extLst>
          </p:cNvPr>
          <p:cNvCxnSpPr>
            <a:cxnSpLocks/>
            <a:stCxn id="125" idx="6"/>
          </p:cNvCxnSpPr>
          <p:nvPr/>
        </p:nvCxnSpPr>
        <p:spPr>
          <a:xfrm>
            <a:off x="9176569" y="5865253"/>
            <a:ext cx="2560456" cy="21019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Arrow Connector 378">
            <a:extLst>
              <a:ext uri="{FF2B5EF4-FFF2-40B4-BE49-F238E27FC236}">
                <a16:creationId xmlns:a16="http://schemas.microsoft.com/office/drawing/2014/main" id="{8C0922A0-2D8C-3509-B0D3-3F4B9F1864C6}"/>
              </a:ext>
            </a:extLst>
          </p:cNvPr>
          <p:cNvCxnSpPr>
            <a:cxnSpLocks/>
            <a:stCxn id="125" idx="6"/>
          </p:cNvCxnSpPr>
          <p:nvPr/>
        </p:nvCxnSpPr>
        <p:spPr>
          <a:xfrm>
            <a:off x="9176569" y="5865253"/>
            <a:ext cx="2568478" cy="27115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Arrow Connector 381">
            <a:extLst>
              <a:ext uri="{FF2B5EF4-FFF2-40B4-BE49-F238E27FC236}">
                <a16:creationId xmlns:a16="http://schemas.microsoft.com/office/drawing/2014/main" id="{D1727EBD-CE9D-2C8E-F0D9-74538248028A}"/>
              </a:ext>
            </a:extLst>
          </p:cNvPr>
          <p:cNvCxnSpPr>
            <a:cxnSpLocks/>
            <a:stCxn id="125" idx="6"/>
          </p:cNvCxnSpPr>
          <p:nvPr/>
        </p:nvCxnSpPr>
        <p:spPr>
          <a:xfrm>
            <a:off x="9176569" y="5865253"/>
            <a:ext cx="2589405" cy="33337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35A570CE-AEC7-CE41-8FCB-85837B124915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2182216"/>
            <a:ext cx="2490162" cy="49131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A1F9FFA7-BBA9-75AA-08F9-57339C60936E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2791816"/>
            <a:ext cx="2498184" cy="43035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Arrow Connector 390">
            <a:extLst>
              <a:ext uri="{FF2B5EF4-FFF2-40B4-BE49-F238E27FC236}">
                <a16:creationId xmlns:a16="http://schemas.microsoft.com/office/drawing/2014/main" id="{FEA982CF-E1C2-AAD4-C01A-1085CC656BB7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3464740"/>
            <a:ext cx="2517361" cy="36306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Arrow Connector 393">
            <a:extLst>
              <a:ext uri="{FF2B5EF4-FFF2-40B4-BE49-F238E27FC236}">
                <a16:creationId xmlns:a16="http://schemas.microsoft.com/office/drawing/2014/main" id="{1E24CCE2-7780-1301-5A6C-36EC32E731A7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4074340"/>
            <a:ext cx="2514361" cy="30210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Arrow Connector 396">
            <a:extLst>
              <a:ext uri="{FF2B5EF4-FFF2-40B4-BE49-F238E27FC236}">
                <a16:creationId xmlns:a16="http://schemas.microsoft.com/office/drawing/2014/main" id="{8A0D29D2-FBA7-C7AD-AC92-6FEFABAC959A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4696548"/>
            <a:ext cx="2546316" cy="23988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6E70E4DE-171F-E0DA-54E2-EF3064ED9C34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5306148"/>
            <a:ext cx="2554332" cy="17892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4E88276F-7CC6-ED5B-347E-7C73E17C44D7}"/>
              </a:ext>
            </a:extLst>
          </p:cNvPr>
          <p:cNvCxnSpPr>
            <a:cxnSpLocks/>
            <a:stCxn id="127" idx="6"/>
          </p:cNvCxnSpPr>
          <p:nvPr/>
        </p:nvCxnSpPr>
        <p:spPr>
          <a:xfrm flipV="1">
            <a:off x="9140374" y="6684703"/>
            <a:ext cx="2551302" cy="410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Arrow Connector 405">
            <a:extLst>
              <a:ext uri="{FF2B5EF4-FFF2-40B4-BE49-F238E27FC236}">
                <a16:creationId xmlns:a16="http://schemas.microsoft.com/office/drawing/2014/main" id="{8A87139B-0F36-594B-7449-9274194243A7}"/>
              </a:ext>
            </a:extLst>
          </p:cNvPr>
          <p:cNvCxnSpPr>
            <a:cxnSpLocks/>
            <a:stCxn id="127" idx="6"/>
          </p:cNvCxnSpPr>
          <p:nvPr/>
        </p:nvCxnSpPr>
        <p:spPr>
          <a:xfrm>
            <a:off x="9140374" y="7095408"/>
            <a:ext cx="2577474" cy="1988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Arrow Connector 408">
            <a:extLst>
              <a:ext uri="{FF2B5EF4-FFF2-40B4-BE49-F238E27FC236}">
                <a16:creationId xmlns:a16="http://schemas.microsoft.com/office/drawing/2014/main" id="{2087CB1D-8FA3-1807-AF3A-A03F56E4CD3F}"/>
              </a:ext>
            </a:extLst>
          </p:cNvPr>
          <p:cNvCxnSpPr>
            <a:cxnSpLocks/>
            <a:stCxn id="127" idx="6"/>
          </p:cNvCxnSpPr>
          <p:nvPr/>
        </p:nvCxnSpPr>
        <p:spPr>
          <a:xfrm>
            <a:off x="9140374" y="7095408"/>
            <a:ext cx="2596651" cy="8718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105234F3-64FF-7960-47AE-8F0B528A8C11}"/>
              </a:ext>
            </a:extLst>
          </p:cNvPr>
          <p:cNvCxnSpPr>
            <a:cxnSpLocks/>
            <a:stCxn id="127" idx="6"/>
          </p:cNvCxnSpPr>
          <p:nvPr/>
        </p:nvCxnSpPr>
        <p:spPr>
          <a:xfrm>
            <a:off x="9140374" y="7095408"/>
            <a:ext cx="2625600" cy="21036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Rectangle: Rounded Corners 418">
            <a:extLst>
              <a:ext uri="{FF2B5EF4-FFF2-40B4-BE49-F238E27FC236}">
                <a16:creationId xmlns:a16="http://schemas.microsoft.com/office/drawing/2014/main" id="{45793EF7-1CE6-1E25-4FC4-6557A22065B0}"/>
              </a:ext>
            </a:extLst>
          </p:cNvPr>
          <p:cNvSpPr/>
          <p:nvPr/>
        </p:nvSpPr>
        <p:spPr>
          <a:xfrm>
            <a:off x="8363876" y="9494427"/>
            <a:ext cx="710114" cy="2890214"/>
          </a:xfrm>
          <a:prstGeom prst="roundRect">
            <a:avLst>
              <a:gd name="adj" fmla="val 2706"/>
            </a:avLst>
          </a:prstGeom>
          <a:noFill/>
          <a:ln w="38100">
            <a:solidFill>
              <a:srgbClr val="8255A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0" name="Oval 419">
            <a:extLst>
              <a:ext uri="{FF2B5EF4-FFF2-40B4-BE49-F238E27FC236}">
                <a16:creationId xmlns:a16="http://schemas.microsoft.com/office/drawing/2014/main" id="{48DA921B-DAD8-2CB0-42A8-886E04D7AE3F}"/>
              </a:ext>
            </a:extLst>
          </p:cNvPr>
          <p:cNvSpPr/>
          <p:nvPr/>
        </p:nvSpPr>
        <p:spPr>
          <a:xfrm>
            <a:off x="8460542" y="9592582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30F215E9-48E9-699E-0668-35117C040B30}"/>
              </a:ext>
            </a:extLst>
          </p:cNvPr>
          <p:cNvSpPr/>
          <p:nvPr/>
        </p:nvSpPr>
        <p:spPr>
          <a:xfrm>
            <a:off x="8466766" y="10166371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2" name="Oval 421">
            <a:extLst>
              <a:ext uri="{FF2B5EF4-FFF2-40B4-BE49-F238E27FC236}">
                <a16:creationId xmlns:a16="http://schemas.microsoft.com/office/drawing/2014/main" id="{E87383AB-37B2-3E20-E85D-F0400C63AFF3}"/>
              </a:ext>
            </a:extLst>
          </p:cNvPr>
          <p:cNvSpPr/>
          <p:nvPr/>
        </p:nvSpPr>
        <p:spPr>
          <a:xfrm>
            <a:off x="8456415" y="11185802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3" name="Oval 422">
            <a:extLst>
              <a:ext uri="{FF2B5EF4-FFF2-40B4-BE49-F238E27FC236}">
                <a16:creationId xmlns:a16="http://schemas.microsoft.com/office/drawing/2014/main" id="{CF3F1C32-C4E5-6D7F-6A93-E0AD7490EA9D}"/>
              </a:ext>
            </a:extLst>
          </p:cNvPr>
          <p:cNvSpPr/>
          <p:nvPr/>
        </p:nvSpPr>
        <p:spPr>
          <a:xfrm>
            <a:off x="8462639" y="11759591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4076D4E2-EB87-00AF-E3AA-91B870D2A7FD}"/>
              </a:ext>
            </a:extLst>
          </p:cNvPr>
          <p:cNvSpPr txBox="1"/>
          <p:nvPr/>
        </p:nvSpPr>
        <p:spPr>
          <a:xfrm rot="5400000">
            <a:off x="8566020" y="10510699"/>
            <a:ext cx="714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8255AF"/>
                </a:solidFill>
              </a:rPr>
              <a:t>..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3EE67FFE-5168-3605-0505-DF2E9D443CB7}"/>
              </a:ext>
            </a:extLst>
          </p:cNvPr>
          <p:cNvSpPr txBox="1"/>
          <p:nvPr/>
        </p:nvSpPr>
        <p:spPr>
          <a:xfrm rot="5400000">
            <a:off x="8746931" y="10527453"/>
            <a:ext cx="27879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>
                <a:solidFill>
                  <a:srgbClr val="4E17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layer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03156C78-4312-5252-B891-304D54FF2A9B}"/>
              </a:ext>
            </a:extLst>
          </p:cNvPr>
          <p:cNvSpPr txBox="1"/>
          <p:nvPr/>
        </p:nvSpPr>
        <p:spPr>
          <a:xfrm rot="5400000">
            <a:off x="8558069" y="11032074"/>
            <a:ext cx="22268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4E17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 to 50 units)</a:t>
            </a: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2288C534-09F1-B971-8376-5026B4644FEB}"/>
              </a:ext>
            </a:extLst>
          </p:cNvPr>
          <p:cNvSpPr txBox="1"/>
          <p:nvPr/>
        </p:nvSpPr>
        <p:spPr>
          <a:xfrm>
            <a:off x="8817390" y="8258056"/>
            <a:ext cx="20489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4E17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Copied hidden activations from time </a:t>
            </a:r>
            <a:r>
              <a:rPr lang="en-US" sz="2200" i="1" dirty="0">
                <a:solidFill>
                  <a:srgbClr val="4E17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sz="2200" dirty="0">
              <a:solidFill>
                <a:srgbClr val="4E17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86618F93-3024-CAC6-AD3D-1BD72CC8CFA2}"/>
              </a:ext>
            </a:extLst>
          </p:cNvPr>
          <p:cNvCxnSpPr>
            <a:cxnSpLocks/>
          </p:cNvCxnSpPr>
          <p:nvPr/>
        </p:nvCxnSpPr>
        <p:spPr>
          <a:xfrm>
            <a:off x="8702264" y="7348031"/>
            <a:ext cx="0" cy="1970966"/>
          </a:xfrm>
          <a:prstGeom prst="straightConnector1">
            <a:avLst/>
          </a:prstGeom>
          <a:ln w="38100">
            <a:solidFill>
              <a:srgbClr val="8255AF"/>
            </a:solidFill>
            <a:prstDash val="lgDashDot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TextBox 445">
            <a:extLst>
              <a:ext uri="{FF2B5EF4-FFF2-40B4-BE49-F238E27FC236}">
                <a16:creationId xmlns:a16="http://schemas.microsoft.com/office/drawing/2014/main" id="{30FF55D6-0AA8-3524-DCC8-1AF3542883B7}"/>
              </a:ext>
            </a:extLst>
          </p:cNvPr>
          <p:cNvSpPr txBox="1"/>
          <p:nvPr/>
        </p:nvSpPr>
        <p:spPr>
          <a:xfrm>
            <a:off x="6649062" y="9903842"/>
            <a:ext cx="171254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8255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Provided as additional input at time </a:t>
            </a:r>
            <a:r>
              <a:rPr lang="en-US" sz="2200" i="1" dirty="0">
                <a:solidFill>
                  <a:srgbClr val="8255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2200" dirty="0">
                <a:solidFill>
                  <a:srgbClr val="8255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+ 1</a:t>
            </a:r>
          </a:p>
        </p:txBody>
      </p:sp>
      <p:sp>
        <p:nvSpPr>
          <p:cNvPr id="453" name="Freeform: Shape 452">
            <a:extLst>
              <a:ext uri="{FF2B5EF4-FFF2-40B4-BE49-F238E27FC236}">
                <a16:creationId xmlns:a16="http://schemas.microsoft.com/office/drawing/2014/main" id="{633D8F80-6927-DA86-A031-DCDC4CCEC261}"/>
              </a:ext>
            </a:extLst>
          </p:cNvPr>
          <p:cNvSpPr/>
          <p:nvPr/>
        </p:nvSpPr>
        <p:spPr>
          <a:xfrm>
            <a:off x="6357019" y="9601207"/>
            <a:ext cx="1836503" cy="1995958"/>
          </a:xfrm>
          <a:custGeom>
            <a:avLst/>
            <a:gdLst>
              <a:gd name="csX0" fmla="*/ 1836503 w 1836503"/>
              <a:gd name="csY0" fmla="*/ 1732547 h 1995958"/>
              <a:gd name="csX1" fmla="*/ 115987 w 1836503"/>
              <a:gd name="csY1" fmla="*/ 1852863 h 1995958"/>
              <a:gd name="csX2" fmla="*/ 296461 w 1836503"/>
              <a:gd name="csY2" fmla="*/ 0 h 1995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36503" h="1995958">
                <a:moveTo>
                  <a:pt x="1836503" y="1732547"/>
                </a:moveTo>
                <a:cubicBezTo>
                  <a:pt x="1104582" y="1937084"/>
                  <a:pt x="372661" y="2141621"/>
                  <a:pt x="115987" y="1852863"/>
                </a:cubicBezTo>
                <a:cubicBezTo>
                  <a:pt x="-140687" y="1564105"/>
                  <a:pt x="77887" y="782052"/>
                  <a:pt x="296461" y="0"/>
                </a:cubicBezTo>
              </a:path>
            </a:pathLst>
          </a:custGeom>
          <a:noFill/>
          <a:ln w="57150">
            <a:solidFill>
              <a:srgbClr val="8255AF"/>
            </a:solidFill>
            <a:prstDash val="sys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7" name="Rectangle: Rounded Corners 456">
            <a:extLst>
              <a:ext uri="{FF2B5EF4-FFF2-40B4-BE49-F238E27FC236}">
                <a16:creationId xmlns:a16="http://schemas.microsoft.com/office/drawing/2014/main" id="{A23BF480-3BFB-D6D4-02B1-362417F3886A}"/>
              </a:ext>
            </a:extLst>
          </p:cNvPr>
          <p:cNvSpPr/>
          <p:nvPr/>
        </p:nvSpPr>
        <p:spPr>
          <a:xfrm>
            <a:off x="17646337" y="1382383"/>
            <a:ext cx="6633389" cy="9373855"/>
          </a:xfrm>
          <a:prstGeom prst="roundRect">
            <a:avLst>
              <a:gd name="adj" fmla="val 2706"/>
            </a:avLst>
          </a:prstGeom>
          <a:noFill/>
          <a:ln w="57150">
            <a:solidFill>
              <a:srgbClr val="8255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F557046E-543E-03C3-1C7A-72CFD155EFBA}"/>
              </a:ext>
            </a:extLst>
          </p:cNvPr>
          <p:cNvSpPr txBox="1"/>
          <p:nvPr/>
        </p:nvSpPr>
        <p:spPr>
          <a:xfrm>
            <a:off x="18213828" y="1338816"/>
            <a:ext cx="55204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8255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Summary</a:t>
            </a:r>
          </a:p>
        </p:txBody>
      </p:sp>
      <p:sp>
        <p:nvSpPr>
          <p:cNvPr id="460" name="Rectangle: Rounded Corners 459">
            <a:extLst>
              <a:ext uri="{FF2B5EF4-FFF2-40B4-BE49-F238E27FC236}">
                <a16:creationId xmlns:a16="http://schemas.microsoft.com/office/drawing/2014/main" id="{9476E917-F588-AC03-56FB-173115E51D8C}"/>
              </a:ext>
            </a:extLst>
          </p:cNvPr>
          <p:cNvSpPr/>
          <p:nvPr/>
        </p:nvSpPr>
        <p:spPr>
          <a:xfrm>
            <a:off x="168442" y="14557442"/>
            <a:ext cx="24351915" cy="1733124"/>
          </a:xfrm>
          <a:prstGeom prst="roundRect">
            <a:avLst>
              <a:gd name="adj" fmla="val 2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1" name="Oval 460">
            <a:extLst>
              <a:ext uri="{FF2B5EF4-FFF2-40B4-BE49-F238E27FC236}">
                <a16:creationId xmlns:a16="http://schemas.microsoft.com/office/drawing/2014/main" id="{F9217831-9D35-F51E-1C7A-1C0DD820C64B}"/>
              </a:ext>
            </a:extLst>
          </p:cNvPr>
          <p:cNvSpPr/>
          <p:nvPr/>
        </p:nvSpPr>
        <p:spPr>
          <a:xfrm>
            <a:off x="273576" y="15014693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68790D5F-5BC3-4B1D-A840-0A43E6FD331E}"/>
              </a:ext>
            </a:extLst>
          </p:cNvPr>
          <p:cNvSpPr/>
          <p:nvPr/>
        </p:nvSpPr>
        <p:spPr>
          <a:xfrm>
            <a:off x="3161162" y="14990630"/>
            <a:ext cx="529735" cy="52973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3" name="Oval 462">
            <a:extLst>
              <a:ext uri="{FF2B5EF4-FFF2-40B4-BE49-F238E27FC236}">
                <a16:creationId xmlns:a16="http://schemas.microsoft.com/office/drawing/2014/main" id="{A8B40122-FD94-9E25-3634-D259D0499065}"/>
              </a:ext>
            </a:extLst>
          </p:cNvPr>
          <p:cNvSpPr/>
          <p:nvPr/>
        </p:nvSpPr>
        <p:spPr>
          <a:xfrm>
            <a:off x="6455882" y="15017314"/>
            <a:ext cx="529735" cy="529735"/>
          </a:xfrm>
          <a:prstGeom prst="ellipse">
            <a:avLst/>
          </a:prstGeom>
          <a:solidFill>
            <a:srgbClr val="8255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90711769-CC66-C5AA-645B-E1BBF5FF093F}"/>
              </a:ext>
            </a:extLst>
          </p:cNvPr>
          <p:cNvSpPr txBox="1"/>
          <p:nvPr/>
        </p:nvSpPr>
        <p:spPr>
          <a:xfrm>
            <a:off x="817602" y="14918789"/>
            <a:ext cx="21948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unit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05FF4B0F-3CE3-4C1A-AF8D-88B6A72E122C}"/>
              </a:ext>
            </a:extLst>
          </p:cNvPr>
          <p:cNvSpPr txBox="1"/>
          <p:nvPr/>
        </p:nvSpPr>
        <p:spPr>
          <a:xfrm>
            <a:off x="3732561" y="14908732"/>
            <a:ext cx="2621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unit</a:t>
            </a:r>
          </a:p>
        </p:txBody>
      </p: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A439FF80-7263-0853-F22B-16B98F4BCEAE}"/>
              </a:ext>
            </a:extLst>
          </p:cNvPr>
          <p:cNvCxnSpPr>
            <a:cxnSpLocks/>
          </p:cNvCxnSpPr>
          <p:nvPr/>
        </p:nvCxnSpPr>
        <p:spPr>
          <a:xfrm>
            <a:off x="9577136" y="13528200"/>
            <a:ext cx="1371599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0" name="TextBox 469">
            <a:extLst>
              <a:ext uri="{FF2B5EF4-FFF2-40B4-BE49-F238E27FC236}">
                <a16:creationId xmlns:a16="http://schemas.microsoft.com/office/drawing/2014/main" id="{E73E747D-C2F1-3859-3E57-BBFDE9BB8D47}"/>
              </a:ext>
            </a:extLst>
          </p:cNvPr>
          <p:cNvSpPr txBox="1"/>
          <p:nvPr/>
        </p:nvSpPr>
        <p:spPr>
          <a:xfrm>
            <a:off x="11208170" y="13214954"/>
            <a:ext cx="45165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connection</a:t>
            </a:r>
          </a:p>
        </p:txBody>
      </p:sp>
      <p:cxnSp>
        <p:nvCxnSpPr>
          <p:cNvPr id="471" name="Straight Arrow Connector 470">
            <a:extLst>
              <a:ext uri="{FF2B5EF4-FFF2-40B4-BE49-F238E27FC236}">
                <a16:creationId xmlns:a16="http://schemas.microsoft.com/office/drawing/2014/main" id="{215FABB8-52A5-88F4-A4D6-204629459AFE}"/>
              </a:ext>
            </a:extLst>
          </p:cNvPr>
          <p:cNvCxnSpPr>
            <a:cxnSpLocks/>
          </p:cNvCxnSpPr>
          <p:nvPr/>
        </p:nvCxnSpPr>
        <p:spPr>
          <a:xfrm>
            <a:off x="9609220" y="14155675"/>
            <a:ext cx="1363578" cy="0"/>
          </a:xfrm>
          <a:prstGeom prst="straightConnector1">
            <a:avLst/>
          </a:prstGeom>
          <a:ln w="76200">
            <a:solidFill>
              <a:srgbClr val="8255AF"/>
            </a:solidFill>
            <a:prstDash val="lgDashDot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81FFF8E4-8394-E555-B9AB-17375D79CFCA}"/>
              </a:ext>
            </a:extLst>
          </p:cNvPr>
          <p:cNvSpPr txBox="1"/>
          <p:nvPr/>
        </p:nvSpPr>
        <p:spPr>
          <a:xfrm>
            <a:off x="11155559" y="13747419"/>
            <a:ext cx="45865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Recurrent connection</a:t>
            </a: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97B2F73B-E4EF-B6B3-D500-378C6B61FB30}"/>
              </a:ext>
            </a:extLst>
          </p:cNvPr>
          <p:cNvSpPr txBox="1"/>
          <p:nvPr/>
        </p:nvSpPr>
        <p:spPr>
          <a:xfrm>
            <a:off x="1968209" y="4427634"/>
            <a:ext cx="27671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Height:</a:t>
            </a:r>
          </a:p>
          <a:p>
            <a:pPr algn="ctr"/>
            <a:r>
              <a:rPr lang="en-US" sz="28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Obstacle</a:t>
            </a: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2965D614-AEBB-9EC6-4911-497C455FE16E}"/>
              </a:ext>
            </a:extLst>
          </p:cNvPr>
          <p:cNvSpPr txBox="1"/>
          <p:nvPr/>
        </p:nvSpPr>
        <p:spPr>
          <a:xfrm>
            <a:off x="1449160" y="5697581"/>
            <a:ext cx="40681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Apex-Obstacle Gap:</a:t>
            </a:r>
          </a:p>
          <a:p>
            <a:pPr algn="ctr"/>
            <a:r>
              <a:rPr lang="en-US" sz="28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Separation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5505486C-54CC-5EBA-8583-E1373FEADC63}"/>
              </a:ext>
            </a:extLst>
          </p:cNvPr>
          <p:cNvSpPr txBox="1"/>
          <p:nvPr/>
        </p:nvSpPr>
        <p:spPr>
          <a:xfrm>
            <a:off x="2057993" y="7101263"/>
            <a:ext cx="285039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Peak Height:</a:t>
            </a:r>
          </a:p>
          <a:p>
            <a:pPr algn="ctr"/>
            <a:r>
              <a:rPr lang="en-US" sz="28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 0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1265057F-C33C-BE28-3365-1E5AEC7BD016}"/>
              </a:ext>
            </a:extLst>
          </p:cNvPr>
          <p:cNvSpPr txBox="1"/>
          <p:nvPr/>
        </p:nvSpPr>
        <p:spPr>
          <a:xfrm>
            <a:off x="1441141" y="8336502"/>
            <a:ext cx="40612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Kinematic Motion Type:</a:t>
            </a:r>
          </a:p>
          <a:p>
            <a:pPr algn="ctr"/>
            <a:r>
              <a:rPr lang="en-US" sz="28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7FC6CE87-2090-4F61-408F-37C4C52E7897}"/>
              </a:ext>
            </a:extLst>
          </p:cNvPr>
          <p:cNvSpPr/>
          <p:nvPr/>
        </p:nvSpPr>
        <p:spPr>
          <a:xfrm>
            <a:off x="824945" y="3261524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0" name="Oval 479">
            <a:extLst>
              <a:ext uri="{FF2B5EF4-FFF2-40B4-BE49-F238E27FC236}">
                <a16:creationId xmlns:a16="http://schemas.microsoft.com/office/drawing/2014/main" id="{78BB191F-3287-E4B4-1F60-83D0E9A75B96}"/>
              </a:ext>
            </a:extLst>
          </p:cNvPr>
          <p:cNvSpPr/>
          <p:nvPr/>
        </p:nvSpPr>
        <p:spPr>
          <a:xfrm>
            <a:off x="808904" y="4472700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" name="Oval 480">
            <a:extLst>
              <a:ext uri="{FF2B5EF4-FFF2-40B4-BE49-F238E27FC236}">
                <a16:creationId xmlns:a16="http://schemas.microsoft.com/office/drawing/2014/main" id="{55220C68-1516-626E-2258-9A48E843C9C2}"/>
              </a:ext>
            </a:extLst>
          </p:cNvPr>
          <p:cNvSpPr/>
          <p:nvPr/>
        </p:nvSpPr>
        <p:spPr>
          <a:xfrm>
            <a:off x="840989" y="5732005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2" name="Oval 481">
            <a:extLst>
              <a:ext uri="{FF2B5EF4-FFF2-40B4-BE49-F238E27FC236}">
                <a16:creationId xmlns:a16="http://schemas.microsoft.com/office/drawing/2014/main" id="{1003755E-E62D-7A52-CF99-959D15CC5E4D}"/>
              </a:ext>
            </a:extLst>
          </p:cNvPr>
          <p:cNvSpPr/>
          <p:nvPr/>
        </p:nvSpPr>
        <p:spPr>
          <a:xfrm>
            <a:off x="849011" y="7207877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Oval 482">
            <a:extLst>
              <a:ext uri="{FF2B5EF4-FFF2-40B4-BE49-F238E27FC236}">
                <a16:creationId xmlns:a16="http://schemas.microsoft.com/office/drawing/2014/main" id="{610C12D6-5760-3AC6-46FC-7D54372DD2D7}"/>
              </a:ext>
            </a:extLst>
          </p:cNvPr>
          <p:cNvSpPr/>
          <p:nvPr/>
        </p:nvSpPr>
        <p:spPr>
          <a:xfrm>
            <a:off x="849010" y="8411031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E81668B6-448D-04D5-797B-CE2CD6DE7461}"/>
              </a:ext>
            </a:extLst>
          </p:cNvPr>
          <p:cNvSpPr txBox="1"/>
          <p:nvPr/>
        </p:nvSpPr>
        <p:spPr>
          <a:xfrm>
            <a:off x="1857926" y="9542081"/>
            <a:ext cx="329288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Adjacency:</a:t>
            </a:r>
          </a:p>
          <a:p>
            <a:pPr algn="ctr"/>
            <a:r>
              <a:rPr lang="en-US" sz="2800" dirty="0">
                <a:solidFill>
                  <a:srgbClr val="466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Spatially Contiguous </a:t>
            </a:r>
          </a:p>
        </p:txBody>
      </p:sp>
      <p:sp>
        <p:nvSpPr>
          <p:cNvPr id="485" name="Oval 484">
            <a:extLst>
              <a:ext uri="{FF2B5EF4-FFF2-40B4-BE49-F238E27FC236}">
                <a16:creationId xmlns:a16="http://schemas.microsoft.com/office/drawing/2014/main" id="{6D721FD7-8457-847D-B9B7-F56031CAAD85}"/>
              </a:ext>
            </a:extLst>
          </p:cNvPr>
          <p:cNvSpPr/>
          <p:nvPr/>
        </p:nvSpPr>
        <p:spPr>
          <a:xfrm>
            <a:off x="832969" y="9814714"/>
            <a:ext cx="529735" cy="529735"/>
          </a:xfrm>
          <a:prstGeom prst="ellipse">
            <a:avLst/>
          </a:prstGeom>
          <a:solidFill>
            <a:srgbClr val="4667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Rectangle: Rounded Corners 485">
            <a:extLst>
              <a:ext uri="{FF2B5EF4-FFF2-40B4-BE49-F238E27FC236}">
                <a16:creationId xmlns:a16="http://schemas.microsoft.com/office/drawing/2014/main" id="{37F90FEF-0703-9683-48C9-4D10C1D880AF}"/>
              </a:ext>
            </a:extLst>
          </p:cNvPr>
          <p:cNvSpPr/>
          <p:nvPr/>
        </p:nvSpPr>
        <p:spPr>
          <a:xfrm>
            <a:off x="11664836" y="1401905"/>
            <a:ext cx="5334011" cy="1164307"/>
          </a:xfrm>
          <a:prstGeom prst="roundRect">
            <a:avLst>
              <a:gd name="adj" fmla="val 270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70A87AA1-AA4B-258C-1875-F61323FB3B22}"/>
              </a:ext>
            </a:extLst>
          </p:cNvPr>
          <p:cNvSpPr txBox="1"/>
          <p:nvPr/>
        </p:nvSpPr>
        <p:spPr>
          <a:xfrm>
            <a:off x="12267511" y="1535699"/>
            <a:ext cx="47115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Horizontal Position:</a:t>
            </a: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990288EB-B442-D9B5-4D67-4A9B723B9E80}"/>
              </a:ext>
            </a:extLst>
          </p:cNvPr>
          <p:cNvSpPr/>
          <p:nvPr/>
        </p:nvSpPr>
        <p:spPr>
          <a:xfrm>
            <a:off x="11774308" y="1741712"/>
            <a:ext cx="529735" cy="5297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9" name="Rectangle: Rounded Corners 488">
            <a:extLst>
              <a:ext uri="{FF2B5EF4-FFF2-40B4-BE49-F238E27FC236}">
                <a16:creationId xmlns:a16="http://schemas.microsoft.com/office/drawing/2014/main" id="{F06EABED-953B-D6EE-1532-F9AF42529971}"/>
              </a:ext>
            </a:extLst>
          </p:cNvPr>
          <p:cNvSpPr/>
          <p:nvPr/>
        </p:nvSpPr>
        <p:spPr>
          <a:xfrm>
            <a:off x="11672858" y="2637147"/>
            <a:ext cx="5334011" cy="1164307"/>
          </a:xfrm>
          <a:prstGeom prst="roundRect">
            <a:avLst>
              <a:gd name="adj" fmla="val 270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16436ABA-10AF-A440-587A-8EEB1BD6B212}"/>
              </a:ext>
            </a:extLst>
          </p:cNvPr>
          <p:cNvSpPr txBox="1"/>
          <p:nvPr/>
        </p:nvSpPr>
        <p:spPr>
          <a:xfrm>
            <a:off x="13271817" y="2770941"/>
            <a:ext cx="27671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Height:</a:t>
            </a: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Obstacle</a:t>
            </a:r>
          </a:p>
        </p:txBody>
      </p:sp>
      <p:sp>
        <p:nvSpPr>
          <p:cNvPr id="491" name="Oval 490">
            <a:extLst>
              <a:ext uri="{FF2B5EF4-FFF2-40B4-BE49-F238E27FC236}">
                <a16:creationId xmlns:a16="http://schemas.microsoft.com/office/drawing/2014/main" id="{E957B956-FF04-5F94-8895-5421F07C4B8F}"/>
              </a:ext>
            </a:extLst>
          </p:cNvPr>
          <p:cNvSpPr/>
          <p:nvPr/>
        </p:nvSpPr>
        <p:spPr>
          <a:xfrm>
            <a:off x="11782330" y="2976954"/>
            <a:ext cx="529735" cy="5297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" name="Rectangle: Rounded Corners 491">
            <a:extLst>
              <a:ext uri="{FF2B5EF4-FFF2-40B4-BE49-F238E27FC236}">
                <a16:creationId xmlns:a16="http://schemas.microsoft.com/office/drawing/2014/main" id="{1F162983-40AA-7597-E82B-05982D69FB37}"/>
              </a:ext>
            </a:extLst>
          </p:cNvPr>
          <p:cNvSpPr/>
          <p:nvPr/>
        </p:nvSpPr>
        <p:spPr>
          <a:xfrm>
            <a:off x="11696921" y="3864365"/>
            <a:ext cx="5334011" cy="1164307"/>
          </a:xfrm>
          <a:prstGeom prst="roundRect">
            <a:avLst>
              <a:gd name="adj" fmla="val 270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D4AA7D00-8920-7547-1D41-92FEBF88F94C}"/>
              </a:ext>
            </a:extLst>
          </p:cNvPr>
          <p:cNvSpPr txBox="1"/>
          <p:nvPr/>
        </p:nvSpPr>
        <p:spPr>
          <a:xfrm>
            <a:off x="12729559" y="3998159"/>
            <a:ext cx="39478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Apex-Obstacle Gap:</a:t>
            </a: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Separation</a:t>
            </a:r>
          </a:p>
        </p:txBody>
      </p:sp>
      <p:sp>
        <p:nvSpPr>
          <p:cNvPr id="494" name="Oval 493">
            <a:extLst>
              <a:ext uri="{FF2B5EF4-FFF2-40B4-BE49-F238E27FC236}">
                <a16:creationId xmlns:a16="http://schemas.microsoft.com/office/drawing/2014/main" id="{B0A1F0C7-D3B3-7783-41A3-E5E3A2F34BE8}"/>
              </a:ext>
            </a:extLst>
          </p:cNvPr>
          <p:cNvSpPr/>
          <p:nvPr/>
        </p:nvSpPr>
        <p:spPr>
          <a:xfrm>
            <a:off x="11782330" y="4204172"/>
            <a:ext cx="529735" cy="5297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" name="Rectangle: Rounded Corners 494">
            <a:extLst>
              <a:ext uri="{FF2B5EF4-FFF2-40B4-BE49-F238E27FC236}">
                <a16:creationId xmlns:a16="http://schemas.microsoft.com/office/drawing/2014/main" id="{54DF5F56-BCC7-307C-4C22-8096471E5409}"/>
              </a:ext>
            </a:extLst>
          </p:cNvPr>
          <p:cNvSpPr/>
          <p:nvPr/>
        </p:nvSpPr>
        <p:spPr>
          <a:xfrm>
            <a:off x="11696921" y="5091588"/>
            <a:ext cx="5334011" cy="1164307"/>
          </a:xfrm>
          <a:prstGeom prst="roundRect">
            <a:avLst>
              <a:gd name="adj" fmla="val 270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D1D90281-1A74-EE93-A59E-96A3F4759F8C}"/>
              </a:ext>
            </a:extLst>
          </p:cNvPr>
          <p:cNvSpPr txBox="1"/>
          <p:nvPr/>
        </p:nvSpPr>
        <p:spPr>
          <a:xfrm>
            <a:off x="13290284" y="5225382"/>
            <a:ext cx="27301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Peak Height</a:t>
            </a: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 4</a:t>
            </a:r>
          </a:p>
        </p:txBody>
      </p:sp>
      <p:sp>
        <p:nvSpPr>
          <p:cNvPr id="497" name="Oval 496">
            <a:extLst>
              <a:ext uri="{FF2B5EF4-FFF2-40B4-BE49-F238E27FC236}">
                <a16:creationId xmlns:a16="http://schemas.microsoft.com/office/drawing/2014/main" id="{1817D6E6-4BB5-3D88-F799-83D23168CA59}"/>
              </a:ext>
            </a:extLst>
          </p:cNvPr>
          <p:cNvSpPr/>
          <p:nvPr/>
        </p:nvSpPr>
        <p:spPr>
          <a:xfrm>
            <a:off x="11782330" y="5431395"/>
            <a:ext cx="529735" cy="5297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8" name="Rectangle: Rounded Corners 497">
            <a:extLst>
              <a:ext uri="{FF2B5EF4-FFF2-40B4-BE49-F238E27FC236}">
                <a16:creationId xmlns:a16="http://schemas.microsoft.com/office/drawing/2014/main" id="{02803529-AE48-D35F-BA40-FB1B41217C26}"/>
              </a:ext>
            </a:extLst>
          </p:cNvPr>
          <p:cNvSpPr/>
          <p:nvPr/>
        </p:nvSpPr>
        <p:spPr>
          <a:xfrm>
            <a:off x="11717848" y="7562287"/>
            <a:ext cx="5334011" cy="1164307"/>
          </a:xfrm>
          <a:prstGeom prst="roundRect">
            <a:avLst>
              <a:gd name="adj" fmla="val 2706"/>
            </a:avLst>
          </a:prstGeom>
          <a:solidFill>
            <a:srgbClr val="FEE7E5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D7D53AE8-40BE-7D7D-55D3-B852C73FF9A4}"/>
              </a:ext>
            </a:extLst>
          </p:cNvPr>
          <p:cNvSpPr txBox="1"/>
          <p:nvPr/>
        </p:nvSpPr>
        <p:spPr>
          <a:xfrm>
            <a:off x="13292744" y="7647955"/>
            <a:ext cx="27671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Height: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 4</a:t>
            </a:r>
          </a:p>
        </p:txBody>
      </p:sp>
      <p:sp>
        <p:nvSpPr>
          <p:cNvPr id="500" name="Oval 499">
            <a:extLst>
              <a:ext uri="{FF2B5EF4-FFF2-40B4-BE49-F238E27FC236}">
                <a16:creationId xmlns:a16="http://schemas.microsoft.com/office/drawing/2014/main" id="{37047789-BED3-F4B8-A640-2CB08190C5FE}"/>
              </a:ext>
            </a:extLst>
          </p:cNvPr>
          <p:cNvSpPr/>
          <p:nvPr/>
        </p:nvSpPr>
        <p:spPr>
          <a:xfrm>
            <a:off x="11827320" y="7853968"/>
            <a:ext cx="529735" cy="52973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1" name="Rectangle: Rounded Corners 500">
            <a:extLst>
              <a:ext uri="{FF2B5EF4-FFF2-40B4-BE49-F238E27FC236}">
                <a16:creationId xmlns:a16="http://schemas.microsoft.com/office/drawing/2014/main" id="{EA7BF179-1EB6-AA86-2702-A1704DD79AA0}"/>
              </a:ext>
            </a:extLst>
          </p:cNvPr>
          <p:cNvSpPr/>
          <p:nvPr/>
        </p:nvSpPr>
        <p:spPr>
          <a:xfrm>
            <a:off x="11717848" y="8820121"/>
            <a:ext cx="5334011" cy="1164307"/>
          </a:xfrm>
          <a:prstGeom prst="roundRect">
            <a:avLst>
              <a:gd name="adj" fmla="val 2706"/>
            </a:avLst>
          </a:prstGeom>
          <a:solidFill>
            <a:srgbClr val="FEE7E5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2" name="TextBox 501">
            <a:extLst>
              <a:ext uri="{FF2B5EF4-FFF2-40B4-BE49-F238E27FC236}">
                <a16:creationId xmlns:a16="http://schemas.microsoft.com/office/drawing/2014/main" id="{047022AF-4EC2-6EF7-87AD-1461E7A98C53}"/>
              </a:ext>
            </a:extLst>
          </p:cNvPr>
          <p:cNvSpPr txBox="1"/>
          <p:nvPr/>
        </p:nvSpPr>
        <p:spPr>
          <a:xfrm>
            <a:off x="13251097" y="8953915"/>
            <a:ext cx="285039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Peak Height: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 0</a:t>
            </a:r>
          </a:p>
        </p:txBody>
      </p:sp>
      <p:sp>
        <p:nvSpPr>
          <p:cNvPr id="503" name="Oval 502">
            <a:extLst>
              <a:ext uri="{FF2B5EF4-FFF2-40B4-BE49-F238E27FC236}">
                <a16:creationId xmlns:a16="http://schemas.microsoft.com/office/drawing/2014/main" id="{0A64D3CC-43A8-210C-87E6-DA302D1AB33C}"/>
              </a:ext>
            </a:extLst>
          </p:cNvPr>
          <p:cNvSpPr/>
          <p:nvPr/>
        </p:nvSpPr>
        <p:spPr>
          <a:xfrm>
            <a:off x="11827320" y="9111797"/>
            <a:ext cx="529735" cy="52973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43ED067D-5259-C7BC-A98E-3C51EA52B9B0}"/>
              </a:ext>
            </a:extLst>
          </p:cNvPr>
          <p:cNvSpPr txBox="1"/>
          <p:nvPr/>
        </p:nvSpPr>
        <p:spPr>
          <a:xfrm>
            <a:off x="18711686" y="2491634"/>
            <a:ext cx="423064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Correctly activated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(expected)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units: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A66C3E20-A6CF-522F-3A76-6DC7CA36DD1F}"/>
              </a:ext>
            </a:extLst>
          </p:cNvPr>
          <p:cNvSpPr txBox="1"/>
          <p:nvPr/>
        </p:nvSpPr>
        <p:spPr>
          <a:xfrm>
            <a:off x="20140864" y="3818652"/>
            <a:ext cx="114646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8320DB31-ADB3-0645-94D9-9AB565F8496E}"/>
              </a:ext>
            </a:extLst>
          </p:cNvPr>
          <p:cNvSpPr txBox="1"/>
          <p:nvPr/>
        </p:nvSpPr>
        <p:spPr>
          <a:xfrm>
            <a:off x="18562614" y="6470080"/>
            <a:ext cx="454483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Incorrectly activated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(unexpected)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units:</a:t>
            </a: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0D2F9666-2C32-E257-176A-6F2A544ADD8E}"/>
              </a:ext>
            </a:extLst>
          </p:cNvPr>
          <p:cNvSpPr txBox="1"/>
          <p:nvPr/>
        </p:nvSpPr>
        <p:spPr>
          <a:xfrm>
            <a:off x="20124823" y="7941469"/>
            <a:ext cx="114646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11" name="TextBox 510">
            <a:extLst>
              <a:ext uri="{FF2B5EF4-FFF2-40B4-BE49-F238E27FC236}">
                <a16:creationId xmlns:a16="http://schemas.microsoft.com/office/drawing/2014/main" id="{9122032C-2D5D-EA5D-BCA4-518AF04486E5}"/>
              </a:ext>
            </a:extLst>
          </p:cNvPr>
          <p:cNvSpPr txBox="1"/>
          <p:nvPr/>
        </p:nvSpPr>
        <p:spPr>
          <a:xfrm>
            <a:off x="18220705" y="9828746"/>
            <a:ext cx="52447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(three sources of error)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9C9BBFFD-9B16-8008-2C9B-B1D7198F2E8C}"/>
              </a:ext>
            </a:extLst>
          </p:cNvPr>
          <p:cNvSpPr txBox="1"/>
          <p:nvPr/>
        </p:nvSpPr>
        <p:spPr>
          <a:xfrm>
            <a:off x="7127221" y="14899609"/>
            <a:ext cx="27350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unit</a:t>
            </a:r>
          </a:p>
        </p:txBody>
      </p:sp>
      <p:sp>
        <p:nvSpPr>
          <p:cNvPr id="513" name="Oval 512">
            <a:extLst>
              <a:ext uri="{FF2B5EF4-FFF2-40B4-BE49-F238E27FC236}">
                <a16:creationId xmlns:a16="http://schemas.microsoft.com/office/drawing/2014/main" id="{B3B69D9A-1154-6251-D5F2-028E9B383E52}"/>
              </a:ext>
            </a:extLst>
          </p:cNvPr>
          <p:cNvSpPr/>
          <p:nvPr/>
        </p:nvSpPr>
        <p:spPr>
          <a:xfrm>
            <a:off x="10078073" y="14983039"/>
            <a:ext cx="529735" cy="5297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9AD08802-DDA9-95F0-FB3C-F17620557302}"/>
              </a:ext>
            </a:extLst>
          </p:cNvPr>
          <p:cNvSpPr txBox="1"/>
          <p:nvPr/>
        </p:nvSpPr>
        <p:spPr>
          <a:xfrm>
            <a:off x="10622646" y="14772376"/>
            <a:ext cx="65966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unit correctly activated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(i.e., matches targets</a:t>
            </a:r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8F7434E7-AE87-E8E0-68CE-42187FEDE1DF}"/>
              </a:ext>
            </a:extLst>
          </p:cNvPr>
          <p:cNvSpPr/>
          <p:nvPr/>
        </p:nvSpPr>
        <p:spPr>
          <a:xfrm>
            <a:off x="17184697" y="14983039"/>
            <a:ext cx="529735" cy="52973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5E365A03-10BD-2D6F-C240-1A2C40FB6661}"/>
              </a:ext>
            </a:extLst>
          </p:cNvPr>
          <p:cNvSpPr txBox="1"/>
          <p:nvPr/>
        </p:nvSpPr>
        <p:spPr>
          <a:xfrm>
            <a:off x="17650045" y="14780398"/>
            <a:ext cx="699582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unit incorrectly activated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(i.e., mismatches targets)</a:t>
            </a:r>
          </a:p>
        </p:txBody>
      </p:sp>
      <p:sp>
        <p:nvSpPr>
          <p:cNvPr id="517" name="Rectangle: Rounded Corners 516">
            <a:extLst>
              <a:ext uri="{FF2B5EF4-FFF2-40B4-BE49-F238E27FC236}">
                <a16:creationId xmlns:a16="http://schemas.microsoft.com/office/drawing/2014/main" id="{F2430A04-234D-4D5A-640D-7848BA5400FD}"/>
              </a:ext>
            </a:extLst>
          </p:cNvPr>
          <p:cNvSpPr/>
          <p:nvPr/>
        </p:nvSpPr>
        <p:spPr>
          <a:xfrm>
            <a:off x="9360565" y="13138483"/>
            <a:ext cx="6545178" cy="1275355"/>
          </a:xfrm>
          <a:prstGeom prst="roundRect">
            <a:avLst>
              <a:gd name="adj" fmla="val 2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9" name="Rectangle: Rounded Corners 518">
            <a:extLst>
              <a:ext uri="{FF2B5EF4-FFF2-40B4-BE49-F238E27FC236}">
                <a16:creationId xmlns:a16="http://schemas.microsoft.com/office/drawing/2014/main" id="{3A81852D-326B-E28A-6B62-FBC11B546D84}"/>
              </a:ext>
            </a:extLst>
          </p:cNvPr>
          <p:cNvSpPr/>
          <p:nvPr/>
        </p:nvSpPr>
        <p:spPr>
          <a:xfrm>
            <a:off x="490107" y="360396"/>
            <a:ext cx="24030250" cy="12531176"/>
          </a:xfrm>
          <a:prstGeom prst="roundRect">
            <a:avLst>
              <a:gd name="adj" fmla="val 2706"/>
            </a:avLst>
          </a:prstGeom>
          <a:noFill/>
          <a:ln w="57150">
            <a:solidFill>
              <a:srgbClr val="98A2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4D251BF-DDB4-1640-E146-3687B4A3031A}"/>
              </a:ext>
            </a:extLst>
          </p:cNvPr>
          <p:cNvSpPr/>
          <p:nvPr/>
        </p:nvSpPr>
        <p:spPr>
          <a:xfrm>
            <a:off x="11738778" y="10091124"/>
            <a:ext cx="5334011" cy="1164307"/>
          </a:xfrm>
          <a:prstGeom prst="roundRect">
            <a:avLst>
              <a:gd name="adj" fmla="val 2706"/>
            </a:avLst>
          </a:prstGeom>
          <a:solidFill>
            <a:srgbClr val="FEE7E5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99DC24-030A-6252-651A-CB81FE585AB9}"/>
              </a:ext>
            </a:extLst>
          </p:cNvPr>
          <p:cNvSpPr txBox="1"/>
          <p:nvPr/>
        </p:nvSpPr>
        <p:spPr>
          <a:xfrm>
            <a:off x="12726725" y="10224918"/>
            <a:ext cx="394101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Kinematic Motion Type: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FD01D19-5392-63B7-ED01-B56F57321686}"/>
              </a:ext>
            </a:extLst>
          </p:cNvPr>
          <p:cNvSpPr/>
          <p:nvPr/>
        </p:nvSpPr>
        <p:spPr>
          <a:xfrm>
            <a:off x="11824187" y="10430931"/>
            <a:ext cx="529735" cy="52973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9F89F3-D64B-16C6-0456-657A8C579C67}"/>
              </a:ext>
            </a:extLst>
          </p:cNvPr>
          <p:cNvSpPr/>
          <p:nvPr/>
        </p:nvSpPr>
        <p:spPr>
          <a:xfrm>
            <a:off x="11717848" y="6321830"/>
            <a:ext cx="5334011" cy="1164307"/>
          </a:xfrm>
          <a:prstGeom prst="roundRect">
            <a:avLst>
              <a:gd name="adj" fmla="val 270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0D9B31-3FF3-7143-0EC1-E6AC62F29A88}"/>
              </a:ext>
            </a:extLst>
          </p:cNvPr>
          <p:cNvSpPr txBox="1"/>
          <p:nvPr/>
        </p:nvSpPr>
        <p:spPr>
          <a:xfrm>
            <a:off x="13074744" y="6455624"/>
            <a:ext cx="32031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Adjacency</a:t>
            </a: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Spatially Contiguous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13AAAB4-2C87-EE70-F8AF-B48D360B3486}"/>
              </a:ext>
            </a:extLst>
          </p:cNvPr>
          <p:cNvSpPr/>
          <p:nvPr/>
        </p:nvSpPr>
        <p:spPr>
          <a:xfrm>
            <a:off x="11803257" y="6661637"/>
            <a:ext cx="529735" cy="5297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73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639</TotalTime>
  <Words>502</Words>
  <Application>Microsoft Office PowerPoint</Application>
  <PresentationFormat>Custom</PresentationFormat>
  <Paragraphs>165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21</cp:revision>
  <dcterms:created xsi:type="dcterms:W3CDTF">2026-06-21T16:20:02Z</dcterms:created>
  <dcterms:modified xsi:type="dcterms:W3CDTF">2026-06-30T19:43:45Z</dcterms:modified>
</cp:coreProperties>
</file>