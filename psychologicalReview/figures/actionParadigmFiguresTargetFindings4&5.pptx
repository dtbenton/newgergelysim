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4"/>
  </p:sldMasterIdLst>
  <p:notesMasterIdLst>
    <p:notesMasterId r:id="rId8"/>
  </p:notesMasterIdLst>
  <p:sldIdLst>
    <p:sldId id="256" r:id="rId5"/>
    <p:sldId id="257" r:id="rId6"/>
    <p:sldId id="258" r:id="rId7"/>
  </p:sldIdLst>
  <p:sldSz cx="50399950" cy="156368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30" d="100"/>
          <a:sy n="30" d="100"/>
        </p:scale>
        <p:origin x="-6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03B432-A659-47A9-A622-F1F1FE223EE8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543050" y="1143000"/>
            <a:ext cx="9944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6B36E3-9AF0-421E-9CBA-97F4E57A36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29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1pPr>
    <a:lvl2pPr marL="53785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2pPr>
    <a:lvl3pPr marL="107570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3pPr>
    <a:lvl4pPr marL="161355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4pPr>
    <a:lvl5pPr marL="215140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5pPr>
    <a:lvl6pPr marL="268925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6pPr>
    <a:lvl7pPr marL="3227100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7pPr>
    <a:lvl8pPr marL="3764951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8pPr>
    <a:lvl9pPr marL="4302801" algn="l" defTabSz="1075700" rtl="0" eaLnBrk="1" latinLnBrk="0" hangingPunct="1">
      <a:defRPr sz="141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543050" y="1143000"/>
            <a:ext cx="9944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131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44F6B-956D-5BAA-B0C2-CD55DB35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223AD-FC95-65B8-A2FA-DD7ADEF4C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543050" y="1143000"/>
            <a:ext cx="99441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016EA-271D-92B6-D5DA-422F4DA5D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59783-0ADE-E09C-E6D0-63B52126B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6B36E3-9AF0-421E-9CBA-97F4E57A36B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800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99994" y="2559092"/>
            <a:ext cx="37799963" cy="5443949"/>
          </a:xfrm>
        </p:spPr>
        <p:txBody>
          <a:bodyPr anchor="b"/>
          <a:lstStyle>
            <a:lvl1pPr algn="ctr">
              <a:defRPr sz="136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99994" y="8212980"/>
            <a:ext cx="37799963" cy="3775291"/>
          </a:xfrm>
        </p:spPr>
        <p:txBody>
          <a:bodyPr/>
          <a:lstStyle>
            <a:lvl1pPr marL="0" indent="0" algn="ctr">
              <a:buNone/>
              <a:defRPr sz="5472"/>
            </a:lvl1pPr>
            <a:lvl2pPr marL="1042462" indent="0" algn="ctr">
              <a:buNone/>
              <a:defRPr sz="4560"/>
            </a:lvl2pPr>
            <a:lvl3pPr marL="2084923" indent="0" algn="ctr">
              <a:buNone/>
              <a:defRPr sz="4104"/>
            </a:lvl3pPr>
            <a:lvl4pPr marL="3127385" indent="0" algn="ctr">
              <a:buNone/>
              <a:defRPr sz="3648"/>
            </a:lvl4pPr>
            <a:lvl5pPr marL="4169847" indent="0" algn="ctr">
              <a:buNone/>
              <a:defRPr sz="3648"/>
            </a:lvl5pPr>
            <a:lvl6pPr marL="5212309" indent="0" algn="ctr">
              <a:buNone/>
              <a:defRPr sz="3648"/>
            </a:lvl6pPr>
            <a:lvl7pPr marL="6254770" indent="0" algn="ctr">
              <a:buNone/>
              <a:defRPr sz="3648"/>
            </a:lvl7pPr>
            <a:lvl8pPr marL="7297232" indent="0" algn="ctr">
              <a:buNone/>
              <a:defRPr sz="3648"/>
            </a:lvl8pPr>
            <a:lvl9pPr marL="8339694" indent="0" algn="ctr">
              <a:buNone/>
              <a:defRPr sz="36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148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856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8747" y="3898362"/>
            <a:ext cx="43469957" cy="6504505"/>
          </a:xfrm>
        </p:spPr>
        <p:txBody>
          <a:bodyPr anchor="b"/>
          <a:lstStyle>
            <a:lvl1pPr>
              <a:defRPr sz="1368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8747" y="10464402"/>
            <a:ext cx="43469957" cy="3420565"/>
          </a:xfrm>
        </p:spPr>
        <p:txBody>
          <a:bodyPr/>
          <a:lstStyle>
            <a:lvl1pPr marL="0" indent="0">
              <a:buNone/>
              <a:defRPr sz="5472">
                <a:solidFill>
                  <a:schemeClr val="tx1">
                    <a:tint val="82000"/>
                  </a:schemeClr>
                </a:solidFill>
              </a:defRPr>
            </a:lvl1pPr>
            <a:lvl2pPr marL="1042462" indent="0">
              <a:buNone/>
              <a:defRPr sz="4560">
                <a:solidFill>
                  <a:schemeClr val="tx1">
                    <a:tint val="82000"/>
                  </a:schemeClr>
                </a:solidFill>
              </a:defRPr>
            </a:lvl2pPr>
            <a:lvl3pPr marL="2084923" indent="0">
              <a:buNone/>
              <a:defRPr sz="4104">
                <a:solidFill>
                  <a:schemeClr val="tx1">
                    <a:tint val="82000"/>
                  </a:schemeClr>
                </a:solidFill>
              </a:defRPr>
            </a:lvl3pPr>
            <a:lvl4pPr marL="3127385" indent="0">
              <a:buNone/>
              <a:defRPr sz="3648">
                <a:solidFill>
                  <a:schemeClr val="tx1">
                    <a:tint val="82000"/>
                  </a:schemeClr>
                </a:solidFill>
              </a:defRPr>
            </a:lvl4pPr>
            <a:lvl5pPr marL="4169847" indent="0">
              <a:buNone/>
              <a:defRPr sz="3648">
                <a:solidFill>
                  <a:schemeClr val="tx1">
                    <a:tint val="82000"/>
                  </a:schemeClr>
                </a:solidFill>
              </a:defRPr>
            </a:lvl5pPr>
            <a:lvl6pPr marL="5212309" indent="0">
              <a:buNone/>
              <a:defRPr sz="3648">
                <a:solidFill>
                  <a:schemeClr val="tx1">
                    <a:tint val="82000"/>
                  </a:schemeClr>
                </a:solidFill>
              </a:defRPr>
            </a:lvl6pPr>
            <a:lvl7pPr marL="6254770" indent="0">
              <a:buNone/>
              <a:defRPr sz="3648">
                <a:solidFill>
                  <a:schemeClr val="tx1">
                    <a:tint val="82000"/>
                  </a:schemeClr>
                </a:solidFill>
              </a:defRPr>
            </a:lvl7pPr>
            <a:lvl8pPr marL="7297232" indent="0">
              <a:buNone/>
              <a:defRPr sz="3648">
                <a:solidFill>
                  <a:schemeClr val="tx1">
                    <a:tint val="82000"/>
                  </a:schemeClr>
                </a:solidFill>
              </a:defRPr>
            </a:lvl8pPr>
            <a:lvl9pPr marL="8339694" indent="0">
              <a:buNone/>
              <a:defRPr sz="36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959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64996" y="4162594"/>
            <a:ext cx="21419979" cy="99214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514975" y="4162594"/>
            <a:ext cx="21419979" cy="99214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08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561" y="832520"/>
            <a:ext cx="43469957" cy="302240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71563" y="3833207"/>
            <a:ext cx="21321539" cy="1878596"/>
          </a:xfrm>
        </p:spPr>
        <p:txBody>
          <a:bodyPr anchor="b"/>
          <a:lstStyle>
            <a:lvl1pPr marL="0" indent="0">
              <a:buNone/>
              <a:defRPr sz="5472" b="1"/>
            </a:lvl1pPr>
            <a:lvl2pPr marL="1042462" indent="0">
              <a:buNone/>
              <a:defRPr sz="4560" b="1"/>
            </a:lvl2pPr>
            <a:lvl3pPr marL="2084923" indent="0">
              <a:buNone/>
              <a:defRPr sz="4104" b="1"/>
            </a:lvl3pPr>
            <a:lvl4pPr marL="3127385" indent="0">
              <a:buNone/>
              <a:defRPr sz="3648" b="1"/>
            </a:lvl4pPr>
            <a:lvl5pPr marL="4169847" indent="0">
              <a:buNone/>
              <a:defRPr sz="3648" b="1"/>
            </a:lvl5pPr>
            <a:lvl6pPr marL="5212309" indent="0">
              <a:buNone/>
              <a:defRPr sz="3648" b="1"/>
            </a:lvl6pPr>
            <a:lvl7pPr marL="6254770" indent="0">
              <a:buNone/>
              <a:defRPr sz="3648" b="1"/>
            </a:lvl7pPr>
            <a:lvl8pPr marL="7297232" indent="0">
              <a:buNone/>
              <a:defRPr sz="3648" b="1"/>
            </a:lvl8pPr>
            <a:lvl9pPr marL="8339694" indent="0">
              <a:buNone/>
              <a:defRPr sz="36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563" y="5711803"/>
            <a:ext cx="21321539" cy="84012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514975" y="3833207"/>
            <a:ext cx="21426543" cy="1878596"/>
          </a:xfrm>
        </p:spPr>
        <p:txBody>
          <a:bodyPr anchor="b"/>
          <a:lstStyle>
            <a:lvl1pPr marL="0" indent="0">
              <a:buNone/>
              <a:defRPr sz="5472" b="1"/>
            </a:lvl1pPr>
            <a:lvl2pPr marL="1042462" indent="0">
              <a:buNone/>
              <a:defRPr sz="4560" b="1"/>
            </a:lvl2pPr>
            <a:lvl3pPr marL="2084923" indent="0">
              <a:buNone/>
              <a:defRPr sz="4104" b="1"/>
            </a:lvl3pPr>
            <a:lvl4pPr marL="3127385" indent="0">
              <a:buNone/>
              <a:defRPr sz="3648" b="1"/>
            </a:lvl4pPr>
            <a:lvl5pPr marL="4169847" indent="0">
              <a:buNone/>
              <a:defRPr sz="3648" b="1"/>
            </a:lvl5pPr>
            <a:lvl6pPr marL="5212309" indent="0">
              <a:buNone/>
              <a:defRPr sz="3648" b="1"/>
            </a:lvl6pPr>
            <a:lvl7pPr marL="6254770" indent="0">
              <a:buNone/>
              <a:defRPr sz="3648" b="1"/>
            </a:lvl7pPr>
            <a:lvl8pPr marL="7297232" indent="0">
              <a:buNone/>
              <a:defRPr sz="3648" b="1"/>
            </a:lvl8pPr>
            <a:lvl9pPr marL="8339694" indent="0">
              <a:buNone/>
              <a:defRPr sz="36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514975" y="5711803"/>
            <a:ext cx="21426543" cy="84012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957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104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400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563" y="1042458"/>
            <a:ext cx="16255294" cy="3648604"/>
          </a:xfrm>
        </p:spPr>
        <p:txBody>
          <a:bodyPr anchor="b"/>
          <a:lstStyle>
            <a:lvl1pPr>
              <a:defRPr sz="72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426543" y="2251422"/>
            <a:ext cx="25514975" cy="11112316"/>
          </a:xfrm>
        </p:spPr>
        <p:txBody>
          <a:bodyPr/>
          <a:lstStyle>
            <a:lvl1pPr>
              <a:defRPr sz="7296"/>
            </a:lvl1pPr>
            <a:lvl2pPr>
              <a:defRPr sz="6384"/>
            </a:lvl2pPr>
            <a:lvl3pPr>
              <a:defRPr sz="5472"/>
            </a:lvl3pPr>
            <a:lvl4pPr>
              <a:defRPr sz="4560"/>
            </a:lvl4pPr>
            <a:lvl5pPr>
              <a:defRPr sz="4560"/>
            </a:lvl5pPr>
            <a:lvl6pPr>
              <a:defRPr sz="4560"/>
            </a:lvl6pPr>
            <a:lvl7pPr>
              <a:defRPr sz="4560"/>
            </a:lvl7pPr>
            <a:lvl8pPr>
              <a:defRPr sz="4560"/>
            </a:lvl8pPr>
            <a:lvl9pPr>
              <a:defRPr sz="45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563" y="4691062"/>
            <a:ext cx="16255294" cy="8690774"/>
          </a:xfrm>
        </p:spPr>
        <p:txBody>
          <a:bodyPr/>
          <a:lstStyle>
            <a:lvl1pPr marL="0" indent="0">
              <a:buNone/>
              <a:defRPr sz="3648"/>
            </a:lvl1pPr>
            <a:lvl2pPr marL="1042462" indent="0">
              <a:buNone/>
              <a:defRPr sz="3192"/>
            </a:lvl2pPr>
            <a:lvl3pPr marL="2084923" indent="0">
              <a:buNone/>
              <a:defRPr sz="2736"/>
            </a:lvl3pPr>
            <a:lvl4pPr marL="3127385" indent="0">
              <a:buNone/>
              <a:defRPr sz="2280"/>
            </a:lvl4pPr>
            <a:lvl5pPr marL="4169847" indent="0">
              <a:buNone/>
              <a:defRPr sz="2280"/>
            </a:lvl5pPr>
            <a:lvl6pPr marL="5212309" indent="0">
              <a:buNone/>
              <a:defRPr sz="2280"/>
            </a:lvl6pPr>
            <a:lvl7pPr marL="6254770" indent="0">
              <a:buNone/>
              <a:defRPr sz="2280"/>
            </a:lvl7pPr>
            <a:lvl8pPr marL="7297232" indent="0">
              <a:buNone/>
              <a:defRPr sz="2280"/>
            </a:lvl8pPr>
            <a:lvl9pPr marL="8339694" indent="0">
              <a:buNone/>
              <a:defRPr sz="22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3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1563" y="1042458"/>
            <a:ext cx="16255294" cy="3648604"/>
          </a:xfrm>
        </p:spPr>
        <p:txBody>
          <a:bodyPr anchor="b"/>
          <a:lstStyle>
            <a:lvl1pPr>
              <a:defRPr sz="72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426543" y="2251422"/>
            <a:ext cx="25514975" cy="11112316"/>
          </a:xfrm>
        </p:spPr>
        <p:txBody>
          <a:bodyPr anchor="t"/>
          <a:lstStyle>
            <a:lvl1pPr marL="0" indent="0">
              <a:buNone/>
              <a:defRPr sz="7296"/>
            </a:lvl1pPr>
            <a:lvl2pPr marL="1042462" indent="0">
              <a:buNone/>
              <a:defRPr sz="6384"/>
            </a:lvl2pPr>
            <a:lvl3pPr marL="2084923" indent="0">
              <a:buNone/>
              <a:defRPr sz="5472"/>
            </a:lvl3pPr>
            <a:lvl4pPr marL="3127385" indent="0">
              <a:buNone/>
              <a:defRPr sz="4560"/>
            </a:lvl4pPr>
            <a:lvl5pPr marL="4169847" indent="0">
              <a:buNone/>
              <a:defRPr sz="4560"/>
            </a:lvl5pPr>
            <a:lvl6pPr marL="5212309" indent="0">
              <a:buNone/>
              <a:defRPr sz="4560"/>
            </a:lvl6pPr>
            <a:lvl7pPr marL="6254770" indent="0">
              <a:buNone/>
              <a:defRPr sz="4560"/>
            </a:lvl7pPr>
            <a:lvl8pPr marL="7297232" indent="0">
              <a:buNone/>
              <a:defRPr sz="4560"/>
            </a:lvl8pPr>
            <a:lvl9pPr marL="8339694" indent="0">
              <a:buNone/>
              <a:defRPr sz="45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71563" y="4691062"/>
            <a:ext cx="16255294" cy="8690774"/>
          </a:xfrm>
        </p:spPr>
        <p:txBody>
          <a:bodyPr/>
          <a:lstStyle>
            <a:lvl1pPr marL="0" indent="0">
              <a:buNone/>
              <a:defRPr sz="3648"/>
            </a:lvl1pPr>
            <a:lvl2pPr marL="1042462" indent="0">
              <a:buNone/>
              <a:defRPr sz="3192"/>
            </a:lvl2pPr>
            <a:lvl3pPr marL="2084923" indent="0">
              <a:buNone/>
              <a:defRPr sz="2736"/>
            </a:lvl3pPr>
            <a:lvl4pPr marL="3127385" indent="0">
              <a:buNone/>
              <a:defRPr sz="2280"/>
            </a:lvl4pPr>
            <a:lvl5pPr marL="4169847" indent="0">
              <a:buNone/>
              <a:defRPr sz="2280"/>
            </a:lvl5pPr>
            <a:lvl6pPr marL="5212309" indent="0">
              <a:buNone/>
              <a:defRPr sz="2280"/>
            </a:lvl6pPr>
            <a:lvl7pPr marL="6254770" indent="0">
              <a:buNone/>
              <a:defRPr sz="2280"/>
            </a:lvl7pPr>
            <a:lvl8pPr marL="7297232" indent="0">
              <a:buNone/>
              <a:defRPr sz="2280"/>
            </a:lvl8pPr>
            <a:lvl9pPr marL="8339694" indent="0">
              <a:buNone/>
              <a:defRPr sz="22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8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36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067464" y="832519"/>
            <a:ext cx="10867489" cy="132515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64997" y="832519"/>
            <a:ext cx="31972468" cy="132515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868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64997" y="832520"/>
            <a:ext cx="43469957" cy="3022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4997" y="4162594"/>
            <a:ext cx="43469957" cy="99214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64996" y="14493068"/>
            <a:ext cx="11339989" cy="8325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44C1DF-C9B9-4C32-9FF4-A604B0E589B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94984" y="14493068"/>
            <a:ext cx="17009983" cy="8325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7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94965" y="14493068"/>
            <a:ext cx="11339989" cy="8325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7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DD0944-61CD-48DC-B776-6C19018D0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098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2084923" rtl="0" eaLnBrk="1" latinLnBrk="0" hangingPunct="1">
        <a:lnSpc>
          <a:spcPct val="90000"/>
        </a:lnSpc>
        <a:spcBef>
          <a:spcPct val="0"/>
        </a:spcBef>
        <a:buNone/>
        <a:defRPr sz="1003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21231" indent="-521231" algn="l" defTabSz="2084923" rtl="0" eaLnBrk="1" latinLnBrk="0" hangingPunct="1">
        <a:lnSpc>
          <a:spcPct val="90000"/>
        </a:lnSpc>
        <a:spcBef>
          <a:spcPts val="2280"/>
        </a:spcBef>
        <a:buFont typeface="Arial" panose="020B0604020202020204" pitchFamily="34" charset="0"/>
        <a:buChar char="•"/>
        <a:defRPr sz="6384" kern="1200">
          <a:solidFill>
            <a:schemeClr val="tx1"/>
          </a:solidFill>
          <a:latin typeface="+mn-lt"/>
          <a:ea typeface="+mn-ea"/>
          <a:cs typeface="+mn-cs"/>
        </a:defRPr>
      </a:lvl1pPr>
      <a:lvl2pPr marL="1563693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5472" kern="1200">
          <a:solidFill>
            <a:schemeClr val="tx1"/>
          </a:solidFill>
          <a:latin typeface="+mn-lt"/>
          <a:ea typeface="+mn-ea"/>
          <a:cs typeface="+mn-cs"/>
        </a:defRPr>
      </a:lvl2pPr>
      <a:lvl3pPr marL="2606154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560" kern="1200">
          <a:solidFill>
            <a:schemeClr val="tx1"/>
          </a:solidFill>
          <a:latin typeface="+mn-lt"/>
          <a:ea typeface="+mn-ea"/>
          <a:cs typeface="+mn-cs"/>
        </a:defRPr>
      </a:lvl3pPr>
      <a:lvl4pPr marL="3648616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104" kern="1200">
          <a:solidFill>
            <a:schemeClr val="tx1"/>
          </a:solidFill>
          <a:latin typeface="+mn-lt"/>
          <a:ea typeface="+mn-ea"/>
          <a:cs typeface="+mn-cs"/>
        </a:defRPr>
      </a:lvl4pPr>
      <a:lvl5pPr marL="4691078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104" kern="1200">
          <a:solidFill>
            <a:schemeClr val="tx1"/>
          </a:solidFill>
          <a:latin typeface="+mn-lt"/>
          <a:ea typeface="+mn-ea"/>
          <a:cs typeface="+mn-cs"/>
        </a:defRPr>
      </a:lvl5pPr>
      <a:lvl6pPr marL="5733539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104" kern="1200">
          <a:solidFill>
            <a:schemeClr val="tx1"/>
          </a:solidFill>
          <a:latin typeface="+mn-lt"/>
          <a:ea typeface="+mn-ea"/>
          <a:cs typeface="+mn-cs"/>
        </a:defRPr>
      </a:lvl6pPr>
      <a:lvl7pPr marL="6776001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104" kern="1200">
          <a:solidFill>
            <a:schemeClr val="tx1"/>
          </a:solidFill>
          <a:latin typeface="+mn-lt"/>
          <a:ea typeface="+mn-ea"/>
          <a:cs typeface="+mn-cs"/>
        </a:defRPr>
      </a:lvl7pPr>
      <a:lvl8pPr marL="7818463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104" kern="1200">
          <a:solidFill>
            <a:schemeClr val="tx1"/>
          </a:solidFill>
          <a:latin typeface="+mn-lt"/>
          <a:ea typeface="+mn-ea"/>
          <a:cs typeface="+mn-cs"/>
        </a:defRPr>
      </a:lvl8pPr>
      <a:lvl9pPr marL="8860925" indent="-521231" algn="l" defTabSz="2084923" rtl="0" eaLnBrk="1" latinLnBrk="0" hangingPunct="1">
        <a:lnSpc>
          <a:spcPct val="90000"/>
        </a:lnSpc>
        <a:spcBef>
          <a:spcPts val="1140"/>
        </a:spcBef>
        <a:buFont typeface="Arial" panose="020B0604020202020204" pitchFamily="34" charset="0"/>
        <a:buChar char="•"/>
        <a:defRPr sz="410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1pPr>
      <a:lvl2pPr marL="1042462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2pPr>
      <a:lvl3pPr marL="2084923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3pPr>
      <a:lvl4pPr marL="3127385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4pPr>
      <a:lvl5pPr marL="4169847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5pPr>
      <a:lvl6pPr marL="5212309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6pPr>
      <a:lvl7pPr marL="6254770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7pPr>
      <a:lvl8pPr marL="7297232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8pPr>
      <a:lvl9pPr marL="8339694" algn="l" defTabSz="2084923" rtl="0" eaLnBrk="1" latinLnBrk="0" hangingPunct="1">
        <a:defRPr sz="41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3D6DA-701F-7B07-9B8F-0CE9E09C42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70F9A3-336F-9E8D-2B2C-C9F62C0BB3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6449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7AECEAA-D299-2AA3-72E0-A756F1895BCA}"/>
              </a:ext>
            </a:extLst>
          </p:cNvPr>
          <p:cNvCxnSpPr>
            <a:cxnSpLocks/>
          </p:cNvCxnSpPr>
          <p:nvPr/>
        </p:nvCxnSpPr>
        <p:spPr>
          <a:xfrm>
            <a:off x="10330387" y="441182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BCA2DEEC-F802-6F55-E0DC-F71A258EB7CA}"/>
              </a:ext>
            </a:extLst>
          </p:cNvPr>
          <p:cNvSpPr/>
          <p:nvPr/>
        </p:nvSpPr>
        <p:spPr>
          <a:xfrm>
            <a:off x="15447999" y="345556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6140C3-9A96-FFE5-38EC-DF18DB32FF8E}"/>
              </a:ext>
            </a:extLst>
          </p:cNvPr>
          <p:cNvCxnSpPr>
            <a:cxnSpLocks/>
          </p:cNvCxnSpPr>
          <p:nvPr/>
        </p:nvCxnSpPr>
        <p:spPr>
          <a:xfrm>
            <a:off x="14194893" y="419477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F7F529A3-A53F-4F6E-5C17-69EC27DDC49B}"/>
              </a:ext>
            </a:extLst>
          </p:cNvPr>
          <p:cNvSpPr/>
          <p:nvPr/>
        </p:nvSpPr>
        <p:spPr>
          <a:xfrm>
            <a:off x="15000464" y="4231365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54E737-58B0-11B1-A1A2-A92B9B0E8CB8}"/>
              </a:ext>
            </a:extLst>
          </p:cNvPr>
          <p:cNvSpPr/>
          <p:nvPr/>
        </p:nvSpPr>
        <p:spPr>
          <a:xfrm>
            <a:off x="10464472" y="3933300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2A4D49-0B42-DDA5-8771-6638C8D07EF3}"/>
              </a:ext>
            </a:extLst>
          </p:cNvPr>
          <p:cNvSpPr/>
          <p:nvPr/>
        </p:nvSpPr>
        <p:spPr>
          <a:xfrm>
            <a:off x="14900264" y="40400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61D11D-8526-AD67-4049-20DF580D67B6}"/>
              </a:ext>
            </a:extLst>
          </p:cNvPr>
          <p:cNvCxnSpPr>
            <a:cxnSpLocks/>
          </p:cNvCxnSpPr>
          <p:nvPr/>
        </p:nvCxnSpPr>
        <p:spPr>
          <a:xfrm flipV="1">
            <a:off x="15068566" y="4043968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D8E7A39-442A-2B10-169D-8A34CB19FF0E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4932478" y="4123885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DB1ED9C-5D6D-43FC-24ED-161A34DD2E26}"/>
              </a:ext>
            </a:extLst>
          </p:cNvPr>
          <p:cNvCxnSpPr>
            <a:cxnSpLocks/>
          </p:cNvCxnSpPr>
          <p:nvPr/>
        </p:nvCxnSpPr>
        <p:spPr>
          <a:xfrm rot="1200000" flipV="1">
            <a:off x="15173258" y="4088761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FBF2B73F-CE13-6971-D877-E2D07B496034}"/>
              </a:ext>
            </a:extLst>
          </p:cNvPr>
          <p:cNvSpPr/>
          <p:nvPr/>
        </p:nvSpPr>
        <p:spPr>
          <a:xfrm>
            <a:off x="13712444" y="40400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A64203D-5EC9-04F0-43AB-E0CA50F0600C}"/>
              </a:ext>
            </a:extLst>
          </p:cNvPr>
          <p:cNvSpPr/>
          <p:nvPr/>
        </p:nvSpPr>
        <p:spPr>
          <a:xfrm>
            <a:off x="10326587" y="3672536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4F12BAF-4185-E558-485C-E502D495B28A}"/>
              </a:ext>
            </a:extLst>
          </p:cNvPr>
          <p:cNvCxnSpPr>
            <a:cxnSpLocks/>
          </p:cNvCxnSpPr>
          <p:nvPr/>
        </p:nvCxnSpPr>
        <p:spPr>
          <a:xfrm flipH="1" flipV="1">
            <a:off x="10680330" y="3688437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D065686-8DFF-EF5A-F119-C9C716EA70C0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0928367" y="381190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5F2C-6C23-B5C6-0D69-6FB5A0397D7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0462265" y="3819855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C65B5D6-C897-F350-1EDB-D9BBF67D7B72}"/>
              </a:ext>
            </a:extLst>
          </p:cNvPr>
          <p:cNvCxnSpPr>
            <a:cxnSpLocks/>
          </p:cNvCxnSpPr>
          <p:nvPr/>
        </p:nvCxnSpPr>
        <p:spPr>
          <a:xfrm>
            <a:off x="10326581" y="621329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7B7D6628-3EDF-628E-B420-BBE027E85454}"/>
              </a:ext>
            </a:extLst>
          </p:cNvPr>
          <p:cNvSpPr/>
          <p:nvPr/>
        </p:nvSpPr>
        <p:spPr>
          <a:xfrm>
            <a:off x="15444191" y="525703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5CBE8CE8-5A25-FDC1-D251-EE1E9898B5E2}"/>
              </a:ext>
            </a:extLst>
          </p:cNvPr>
          <p:cNvSpPr/>
          <p:nvPr/>
        </p:nvSpPr>
        <p:spPr>
          <a:xfrm>
            <a:off x="12109059" y="502644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E79C62-5369-D850-02A8-09A5B267E020}"/>
              </a:ext>
            </a:extLst>
          </p:cNvPr>
          <p:cNvCxnSpPr>
            <a:cxnSpLocks/>
          </p:cNvCxnSpPr>
          <p:nvPr/>
        </p:nvCxnSpPr>
        <p:spPr>
          <a:xfrm>
            <a:off x="13896016" y="5996239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21C2573-4427-8DA0-59B6-E9F4B26B15B6}"/>
              </a:ext>
            </a:extLst>
          </p:cNvPr>
          <p:cNvCxnSpPr>
            <a:cxnSpLocks/>
          </p:cNvCxnSpPr>
          <p:nvPr/>
        </p:nvCxnSpPr>
        <p:spPr>
          <a:xfrm>
            <a:off x="14194885" y="590108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A0A9CC8-596B-C315-256F-CDA583D12442}"/>
              </a:ext>
            </a:extLst>
          </p:cNvPr>
          <p:cNvCxnSpPr>
            <a:cxnSpLocks/>
          </p:cNvCxnSpPr>
          <p:nvPr/>
        </p:nvCxnSpPr>
        <p:spPr>
          <a:xfrm rot="10800000">
            <a:off x="14194885" y="607808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EBFA3E5-B7A5-050A-9188-1EC83AE0AD93}"/>
              </a:ext>
            </a:extLst>
          </p:cNvPr>
          <p:cNvCxnSpPr>
            <a:cxnSpLocks/>
            <a:stCxn id="47" idx="0"/>
          </p:cNvCxnSpPr>
          <p:nvPr/>
        </p:nvCxnSpPr>
        <p:spPr>
          <a:xfrm flipH="1" flipV="1">
            <a:off x="11531209" y="599625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1608BD06-3A3F-EF19-0E82-24F5626CC030}"/>
              </a:ext>
            </a:extLst>
          </p:cNvPr>
          <p:cNvSpPr/>
          <p:nvPr/>
        </p:nvSpPr>
        <p:spPr>
          <a:xfrm>
            <a:off x="14896458" y="584145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375A2D62-A3B5-31A7-37D5-540752ABEB32}"/>
              </a:ext>
            </a:extLst>
          </p:cNvPr>
          <p:cNvSpPr/>
          <p:nvPr/>
        </p:nvSpPr>
        <p:spPr>
          <a:xfrm>
            <a:off x="13708638" y="58414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FF5BA909-3FAF-EEC1-1A56-D0B80923A0BF}"/>
              </a:ext>
            </a:extLst>
          </p:cNvPr>
          <p:cNvSpPr/>
          <p:nvPr/>
        </p:nvSpPr>
        <p:spPr>
          <a:xfrm>
            <a:off x="11165157" y="58414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3EA0F32-4727-4738-3032-CD06D3FC5F58}"/>
              </a:ext>
            </a:extLst>
          </p:cNvPr>
          <p:cNvSpPr/>
          <p:nvPr/>
        </p:nvSpPr>
        <p:spPr>
          <a:xfrm>
            <a:off x="10322779" y="5473994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10236EF-0218-9603-D098-A65AA623B3D6}"/>
              </a:ext>
            </a:extLst>
          </p:cNvPr>
          <p:cNvCxnSpPr>
            <a:cxnSpLocks/>
          </p:cNvCxnSpPr>
          <p:nvPr/>
        </p:nvCxnSpPr>
        <p:spPr>
          <a:xfrm>
            <a:off x="4517553" y="441182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05B2E6A4-9004-149C-3858-7D95375C44DB}"/>
              </a:ext>
            </a:extLst>
          </p:cNvPr>
          <p:cNvSpPr/>
          <p:nvPr/>
        </p:nvSpPr>
        <p:spPr>
          <a:xfrm>
            <a:off x="7019534" y="345556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068966E-740A-56E2-DD5F-C36FDA3DFF3C}"/>
              </a:ext>
            </a:extLst>
          </p:cNvPr>
          <p:cNvCxnSpPr>
            <a:cxnSpLocks/>
          </p:cNvCxnSpPr>
          <p:nvPr/>
        </p:nvCxnSpPr>
        <p:spPr>
          <a:xfrm>
            <a:off x="8382065" y="419477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CD01706-6939-1088-CF3A-A2AC45B85E7A}"/>
              </a:ext>
            </a:extLst>
          </p:cNvPr>
          <p:cNvSpPr/>
          <p:nvPr/>
        </p:nvSpPr>
        <p:spPr>
          <a:xfrm>
            <a:off x="9187622" y="4231365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01F174A-8EE9-A315-9F39-BB5D2DC31C90}"/>
              </a:ext>
            </a:extLst>
          </p:cNvPr>
          <p:cNvSpPr/>
          <p:nvPr/>
        </p:nvSpPr>
        <p:spPr>
          <a:xfrm>
            <a:off x="4651644" y="3933300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EFE43E12-90A0-58FA-F757-45677565F50C}"/>
              </a:ext>
            </a:extLst>
          </p:cNvPr>
          <p:cNvSpPr/>
          <p:nvPr/>
        </p:nvSpPr>
        <p:spPr>
          <a:xfrm>
            <a:off x="9087429" y="40400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E1BF94F-28EA-6AB2-6D04-DE55BA8E783F}"/>
              </a:ext>
            </a:extLst>
          </p:cNvPr>
          <p:cNvCxnSpPr>
            <a:cxnSpLocks/>
          </p:cNvCxnSpPr>
          <p:nvPr/>
        </p:nvCxnSpPr>
        <p:spPr>
          <a:xfrm flipV="1">
            <a:off x="9255724" y="4043968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225C6D4-64C1-12C7-4198-C627FBBE409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9119643" y="4123885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512E185-10EB-7E77-3B37-0B76ACEA57C4}"/>
              </a:ext>
            </a:extLst>
          </p:cNvPr>
          <p:cNvCxnSpPr>
            <a:cxnSpLocks/>
          </p:cNvCxnSpPr>
          <p:nvPr/>
        </p:nvCxnSpPr>
        <p:spPr>
          <a:xfrm rot="1200000" flipV="1">
            <a:off x="9360423" y="4088761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5DB42F32-4ADB-7DD7-15E6-79E8C41A3B92}"/>
              </a:ext>
            </a:extLst>
          </p:cNvPr>
          <p:cNvSpPr/>
          <p:nvPr/>
        </p:nvSpPr>
        <p:spPr>
          <a:xfrm>
            <a:off x="7899602" y="40400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B2D48DB-9299-21CB-A0A7-A4ACAD24E892}"/>
              </a:ext>
            </a:extLst>
          </p:cNvPr>
          <p:cNvSpPr/>
          <p:nvPr/>
        </p:nvSpPr>
        <p:spPr>
          <a:xfrm>
            <a:off x="4513751" y="3672536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AD168F-DFA9-AFBB-9661-709361AF04D5}"/>
              </a:ext>
            </a:extLst>
          </p:cNvPr>
          <p:cNvCxnSpPr>
            <a:cxnSpLocks/>
          </p:cNvCxnSpPr>
          <p:nvPr/>
        </p:nvCxnSpPr>
        <p:spPr>
          <a:xfrm flipH="1" flipV="1">
            <a:off x="4867488" y="3688437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C511BA6-6A03-C964-81D8-5FC927DD096C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5115539" y="381190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80A1E94-76A9-3C5E-165B-5338DE275A4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4649423" y="3819855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1DA6CE6-A6DF-1536-B78D-1C8663906CD2}"/>
              </a:ext>
            </a:extLst>
          </p:cNvPr>
          <p:cNvCxnSpPr>
            <a:cxnSpLocks/>
          </p:cNvCxnSpPr>
          <p:nvPr/>
        </p:nvCxnSpPr>
        <p:spPr>
          <a:xfrm>
            <a:off x="4513745" y="621329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B9F528E5-6751-86E9-2F22-CE760371FA96}"/>
              </a:ext>
            </a:extLst>
          </p:cNvPr>
          <p:cNvSpPr/>
          <p:nvPr/>
        </p:nvSpPr>
        <p:spPr>
          <a:xfrm>
            <a:off x="7015728" y="525703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A4FC2DB-D1F5-8BD9-952C-03FDC5CCD312}"/>
              </a:ext>
            </a:extLst>
          </p:cNvPr>
          <p:cNvSpPr/>
          <p:nvPr/>
        </p:nvSpPr>
        <p:spPr>
          <a:xfrm>
            <a:off x="6296217" y="502644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26A6E54-C179-F228-27EF-DFF4DD9FCABC}"/>
              </a:ext>
            </a:extLst>
          </p:cNvPr>
          <p:cNvCxnSpPr>
            <a:cxnSpLocks/>
          </p:cNvCxnSpPr>
          <p:nvPr/>
        </p:nvCxnSpPr>
        <p:spPr>
          <a:xfrm>
            <a:off x="8083175" y="5996239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670311EE-8E02-B76F-FD6F-EBF32B925692}"/>
              </a:ext>
            </a:extLst>
          </p:cNvPr>
          <p:cNvCxnSpPr>
            <a:cxnSpLocks/>
          </p:cNvCxnSpPr>
          <p:nvPr/>
        </p:nvCxnSpPr>
        <p:spPr>
          <a:xfrm>
            <a:off x="8382051" y="590108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68B2D73D-A907-80DF-CFD3-B3FC8C42A256}"/>
              </a:ext>
            </a:extLst>
          </p:cNvPr>
          <p:cNvCxnSpPr>
            <a:cxnSpLocks/>
          </p:cNvCxnSpPr>
          <p:nvPr/>
        </p:nvCxnSpPr>
        <p:spPr>
          <a:xfrm rot="10800000">
            <a:off x="8382051" y="607808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FB0377E-A0AA-522D-1724-513C2C57B22C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5718367" y="599625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75332DAF-A584-A78B-DBF0-8F5597920C90}"/>
              </a:ext>
            </a:extLst>
          </p:cNvPr>
          <p:cNvSpPr/>
          <p:nvPr/>
        </p:nvSpPr>
        <p:spPr>
          <a:xfrm>
            <a:off x="9083622" y="584145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A581177-D5E1-E13E-F30F-729A02F83DF6}"/>
              </a:ext>
            </a:extLst>
          </p:cNvPr>
          <p:cNvSpPr/>
          <p:nvPr/>
        </p:nvSpPr>
        <p:spPr>
          <a:xfrm>
            <a:off x="7895797" y="58414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C0AE97-0A18-6241-7E2C-0288DE87B626}"/>
              </a:ext>
            </a:extLst>
          </p:cNvPr>
          <p:cNvSpPr/>
          <p:nvPr/>
        </p:nvSpPr>
        <p:spPr>
          <a:xfrm>
            <a:off x="5352313" y="58414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80C1FD9B-217B-9075-FD4A-E69DA83B1387}"/>
              </a:ext>
            </a:extLst>
          </p:cNvPr>
          <p:cNvSpPr/>
          <p:nvPr/>
        </p:nvSpPr>
        <p:spPr>
          <a:xfrm>
            <a:off x="4509944" y="5473994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7E76B13C-ACCF-A949-5BD8-8990B1E99D4D}"/>
              </a:ext>
            </a:extLst>
          </p:cNvPr>
          <p:cNvCxnSpPr>
            <a:cxnSpLocks/>
          </p:cNvCxnSpPr>
          <p:nvPr/>
        </p:nvCxnSpPr>
        <p:spPr>
          <a:xfrm>
            <a:off x="4527517" y="1011979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CD5A0544-1A44-364C-C315-50AFBAC10AE9}"/>
              </a:ext>
            </a:extLst>
          </p:cNvPr>
          <p:cNvSpPr/>
          <p:nvPr/>
        </p:nvSpPr>
        <p:spPr>
          <a:xfrm>
            <a:off x="6309988" y="893295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659367E-0BC2-DB43-8FD1-533B2F94F1B3}"/>
              </a:ext>
            </a:extLst>
          </p:cNvPr>
          <p:cNvCxnSpPr>
            <a:cxnSpLocks/>
          </p:cNvCxnSpPr>
          <p:nvPr/>
        </p:nvCxnSpPr>
        <p:spPr>
          <a:xfrm>
            <a:off x="8096946" y="9902744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0FE3F9C-DFFC-4D0D-1673-AD480D3E81E1}"/>
              </a:ext>
            </a:extLst>
          </p:cNvPr>
          <p:cNvCxnSpPr>
            <a:cxnSpLocks/>
          </p:cNvCxnSpPr>
          <p:nvPr/>
        </p:nvCxnSpPr>
        <p:spPr>
          <a:xfrm>
            <a:off x="8395820" y="980758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7594382-C5D4-C9B1-3BCF-BE0DA3AD55BF}"/>
              </a:ext>
            </a:extLst>
          </p:cNvPr>
          <p:cNvCxnSpPr>
            <a:cxnSpLocks/>
          </p:cNvCxnSpPr>
          <p:nvPr/>
        </p:nvCxnSpPr>
        <p:spPr>
          <a:xfrm rot="10800000">
            <a:off x="8395820" y="9984589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F13F1D-7404-A974-1260-727042E80EE5}"/>
              </a:ext>
            </a:extLst>
          </p:cNvPr>
          <p:cNvCxnSpPr>
            <a:cxnSpLocks/>
            <a:stCxn id="112" idx="0"/>
          </p:cNvCxnSpPr>
          <p:nvPr/>
        </p:nvCxnSpPr>
        <p:spPr>
          <a:xfrm flipH="1" flipV="1">
            <a:off x="5732138" y="990275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583EBC0-221F-3AB9-5444-FB1972C13128}"/>
              </a:ext>
            </a:extLst>
          </p:cNvPr>
          <p:cNvSpPr/>
          <p:nvPr/>
        </p:nvSpPr>
        <p:spPr>
          <a:xfrm>
            <a:off x="9097393" y="974796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5024483F-B313-0DA3-9973-2487225BD912}"/>
              </a:ext>
            </a:extLst>
          </p:cNvPr>
          <p:cNvSpPr/>
          <p:nvPr/>
        </p:nvSpPr>
        <p:spPr>
          <a:xfrm>
            <a:off x="5366086" y="974796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97378F1D-FC0A-6127-F99A-45D2A7C73596}"/>
              </a:ext>
            </a:extLst>
          </p:cNvPr>
          <p:cNvSpPr/>
          <p:nvPr/>
        </p:nvSpPr>
        <p:spPr>
          <a:xfrm>
            <a:off x="4523716" y="938050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63FC03D-CB51-448E-C480-23EC2145EBB6}"/>
              </a:ext>
            </a:extLst>
          </p:cNvPr>
          <p:cNvCxnSpPr>
            <a:cxnSpLocks/>
          </p:cNvCxnSpPr>
          <p:nvPr/>
        </p:nvCxnSpPr>
        <p:spPr>
          <a:xfrm>
            <a:off x="4527517" y="812962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Oval 126">
            <a:extLst>
              <a:ext uri="{FF2B5EF4-FFF2-40B4-BE49-F238E27FC236}">
                <a16:creationId xmlns:a16="http://schemas.microsoft.com/office/drawing/2014/main" id="{D1430A90-AC5E-7A52-E62F-6834F53768D0}"/>
              </a:ext>
            </a:extLst>
          </p:cNvPr>
          <p:cNvSpPr/>
          <p:nvPr/>
        </p:nvSpPr>
        <p:spPr>
          <a:xfrm>
            <a:off x="9097393" y="775779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B8D6B9ED-2DEB-BF31-4CC6-123BED45A954}"/>
              </a:ext>
            </a:extLst>
          </p:cNvPr>
          <p:cNvSpPr/>
          <p:nvPr/>
        </p:nvSpPr>
        <p:spPr>
          <a:xfrm>
            <a:off x="5366086" y="775779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D3093D28-F6BE-444A-2925-10DDB67709A4}"/>
              </a:ext>
            </a:extLst>
          </p:cNvPr>
          <p:cNvSpPr/>
          <p:nvPr/>
        </p:nvSpPr>
        <p:spPr>
          <a:xfrm>
            <a:off x="4523716" y="739033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4074212-E083-C79C-BF3F-8483EA55AF91}"/>
              </a:ext>
            </a:extLst>
          </p:cNvPr>
          <p:cNvCxnSpPr>
            <a:cxnSpLocks/>
          </p:cNvCxnSpPr>
          <p:nvPr/>
        </p:nvCxnSpPr>
        <p:spPr>
          <a:xfrm flipH="1">
            <a:off x="5844758" y="7935630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910A694-0452-D890-2298-46E93A3FA6E6}"/>
              </a:ext>
            </a:extLst>
          </p:cNvPr>
          <p:cNvSpPr txBox="1"/>
          <p:nvPr/>
        </p:nvSpPr>
        <p:spPr>
          <a:xfrm>
            <a:off x="4866518" y="845423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3B3412-5331-59CE-2C13-AFEA26D1924A}"/>
              </a:ext>
            </a:extLst>
          </p:cNvPr>
          <p:cNvSpPr txBox="1"/>
          <p:nvPr/>
        </p:nvSpPr>
        <p:spPr>
          <a:xfrm>
            <a:off x="10815151" y="841790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268A1A-8883-D15F-EB50-0E4CEED89FE8}"/>
              </a:ext>
            </a:extLst>
          </p:cNvPr>
          <p:cNvSpPr txBox="1"/>
          <p:nvPr/>
        </p:nvSpPr>
        <p:spPr>
          <a:xfrm>
            <a:off x="4784532" y="1403877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038E604-13BB-CDAB-4266-50D9A6AB224B}"/>
              </a:ext>
            </a:extLst>
          </p:cNvPr>
          <p:cNvSpPr txBox="1"/>
          <p:nvPr/>
        </p:nvSpPr>
        <p:spPr>
          <a:xfrm>
            <a:off x="10446657" y="1399096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D44FB4-E070-8EC4-5821-BF1A141D571D}"/>
              </a:ext>
            </a:extLst>
          </p:cNvPr>
          <p:cNvSpPr txBox="1"/>
          <p:nvPr/>
        </p:nvSpPr>
        <p:spPr>
          <a:xfrm>
            <a:off x="18949232" y="-1227944"/>
            <a:ext cx="995022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Paradigms Underlying the Five Target Findings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F888E5-1EEF-20D6-EDBB-ADA88381C5C8}"/>
              </a:ext>
            </a:extLst>
          </p:cNvPr>
          <p:cNvSpPr txBox="1"/>
          <p:nvPr/>
        </p:nvSpPr>
        <p:spPr>
          <a:xfrm>
            <a:off x="5182866" y="-354997"/>
            <a:ext cx="1002159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1: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Longer Looking to Inefficient Actions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057A84-EBBF-6876-48ED-6A6536F54FEE}"/>
              </a:ext>
            </a:extLst>
          </p:cNvPr>
          <p:cNvCxnSpPr>
            <a:cxnSpLocks/>
          </p:cNvCxnSpPr>
          <p:nvPr/>
        </p:nvCxnSpPr>
        <p:spPr>
          <a:xfrm>
            <a:off x="22941266" y="447027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2FDE2742-B6C5-9A39-3F9E-D44979502174}"/>
              </a:ext>
            </a:extLst>
          </p:cNvPr>
          <p:cNvSpPr/>
          <p:nvPr/>
        </p:nvSpPr>
        <p:spPr>
          <a:xfrm>
            <a:off x="28058876" y="351401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121D8D-F09F-F643-AA03-F0DA7F7F322D}"/>
              </a:ext>
            </a:extLst>
          </p:cNvPr>
          <p:cNvCxnSpPr>
            <a:cxnSpLocks/>
          </p:cNvCxnSpPr>
          <p:nvPr/>
        </p:nvCxnSpPr>
        <p:spPr>
          <a:xfrm>
            <a:off x="26805779" y="4253221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34D586E-5209-2693-2BAF-8D1D12A86A88}"/>
              </a:ext>
            </a:extLst>
          </p:cNvPr>
          <p:cNvSpPr/>
          <p:nvPr/>
        </p:nvSpPr>
        <p:spPr>
          <a:xfrm>
            <a:off x="26323324" y="409844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642AA98-8D33-0C5A-2CA5-1FE42C01FC58}"/>
              </a:ext>
            </a:extLst>
          </p:cNvPr>
          <p:cNvCxnSpPr>
            <a:cxnSpLocks/>
          </p:cNvCxnSpPr>
          <p:nvPr/>
        </p:nvCxnSpPr>
        <p:spPr>
          <a:xfrm>
            <a:off x="22937460" y="627173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31404B3A-DB6E-0421-F38B-A2EB03C58D9A}"/>
              </a:ext>
            </a:extLst>
          </p:cNvPr>
          <p:cNvSpPr/>
          <p:nvPr/>
        </p:nvSpPr>
        <p:spPr>
          <a:xfrm>
            <a:off x="28055070" y="531547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74482F6E-0F53-C081-6951-EEE33FC970A1}"/>
              </a:ext>
            </a:extLst>
          </p:cNvPr>
          <p:cNvSpPr/>
          <p:nvPr/>
        </p:nvSpPr>
        <p:spPr>
          <a:xfrm>
            <a:off x="24719937" y="508489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0BDA6E0-10FB-6414-36BE-D82949F5E963}"/>
              </a:ext>
            </a:extLst>
          </p:cNvPr>
          <p:cNvCxnSpPr>
            <a:cxnSpLocks/>
          </p:cNvCxnSpPr>
          <p:nvPr/>
        </p:nvCxnSpPr>
        <p:spPr>
          <a:xfrm>
            <a:off x="26506896" y="6054685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2171ED95-20C8-7ECA-23E9-01A724B703B6}"/>
              </a:ext>
            </a:extLst>
          </p:cNvPr>
          <p:cNvCxnSpPr>
            <a:cxnSpLocks/>
            <a:stCxn id="82" idx="0"/>
          </p:cNvCxnSpPr>
          <p:nvPr/>
        </p:nvCxnSpPr>
        <p:spPr>
          <a:xfrm flipH="1" flipV="1">
            <a:off x="24142088" y="605469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8F70C28-B29B-41A1-6C1F-90BA9AB3DBC5}"/>
              </a:ext>
            </a:extLst>
          </p:cNvPr>
          <p:cNvSpPr/>
          <p:nvPr/>
        </p:nvSpPr>
        <p:spPr>
          <a:xfrm>
            <a:off x="27507336" y="589990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70F9A9C-059F-B6FC-CD39-0BD4F41F7743}"/>
              </a:ext>
            </a:extLst>
          </p:cNvPr>
          <p:cNvSpPr/>
          <p:nvPr/>
        </p:nvSpPr>
        <p:spPr>
          <a:xfrm>
            <a:off x="26319518" y="58999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52F7FA9-3ADC-6D14-5100-405A14C04959}"/>
              </a:ext>
            </a:extLst>
          </p:cNvPr>
          <p:cNvSpPr/>
          <p:nvPr/>
        </p:nvSpPr>
        <p:spPr>
          <a:xfrm>
            <a:off x="23776036" y="58999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F5F86ED4-7FD5-5BE7-7450-CBEEC772F97B}"/>
              </a:ext>
            </a:extLst>
          </p:cNvPr>
          <p:cNvSpPr/>
          <p:nvPr/>
        </p:nvSpPr>
        <p:spPr>
          <a:xfrm>
            <a:off x="22933659" y="553244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116D10A9-35DC-56A0-E794-95700D8E4D08}"/>
              </a:ext>
            </a:extLst>
          </p:cNvPr>
          <p:cNvCxnSpPr>
            <a:cxnSpLocks/>
          </p:cNvCxnSpPr>
          <p:nvPr/>
        </p:nvCxnSpPr>
        <p:spPr>
          <a:xfrm>
            <a:off x="17128430" y="447027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AB85B92-4BDD-9D0F-306E-E36314C89391}"/>
              </a:ext>
            </a:extLst>
          </p:cNvPr>
          <p:cNvSpPr/>
          <p:nvPr/>
        </p:nvSpPr>
        <p:spPr>
          <a:xfrm>
            <a:off x="19630414" y="351401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84F934BA-4C2A-6C16-AD42-685C31B452E5}"/>
              </a:ext>
            </a:extLst>
          </p:cNvPr>
          <p:cNvCxnSpPr>
            <a:cxnSpLocks/>
          </p:cNvCxnSpPr>
          <p:nvPr/>
        </p:nvCxnSpPr>
        <p:spPr>
          <a:xfrm>
            <a:off x="20992935" y="4253221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E7305ACB-27DF-6560-0EB7-073F0CFACB8D}"/>
              </a:ext>
            </a:extLst>
          </p:cNvPr>
          <p:cNvSpPr/>
          <p:nvPr/>
        </p:nvSpPr>
        <p:spPr>
          <a:xfrm>
            <a:off x="20510488" y="409844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984A4B3B-1708-C3DC-7334-5C25372C76D7}"/>
              </a:ext>
            </a:extLst>
          </p:cNvPr>
          <p:cNvCxnSpPr>
            <a:cxnSpLocks/>
          </p:cNvCxnSpPr>
          <p:nvPr/>
        </p:nvCxnSpPr>
        <p:spPr>
          <a:xfrm>
            <a:off x="17124624" y="627173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E7F1A34-F3E4-C58D-3654-E059DEF03945}"/>
              </a:ext>
            </a:extLst>
          </p:cNvPr>
          <p:cNvSpPr/>
          <p:nvPr/>
        </p:nvSpPr>
        <p:spPr>
          <a:xfrm>
            <a:off x="19626614" y="531547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1B8919A6-5529-70C3-B922-74FEDE71F3EB}"/>
              </a:ext>
            </a:extLst>
          </p:cNvPr>
          <p:cNvSpPr/>
          <p:nvPr/>
        </p:nvSpPr>
        <p:spPr>
          <a:xfrm>
            <a:off x="18907095" y="508489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99BEC867-5264-6458-A26D-F7765D22D509}"/>
              </a:ext>
            </a:extLst>
          </p:cNvPr>
          <p:cNvCxnSpPr>
            <a:cxnSpLocks/>
          </p:cNvCxnSpPr>
          <p:nvPr/>
        </p:nvCxnSpPr>
        <p:spPr>
          <a:xfrm>
            <a:off x="20694053" y="6054685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A524302-0595-9245-091E-9C009C7151CA}"/>
              </a:ext>
            </a:extLst>
          </p:cNvPr>
          <p:cNvCxnSpPr>
            <a:cxnSpLocks/>
            <a:stCxn id="146" idx="0"/>
          </p:cNvCxnSpPr>
          <p:nvPr/>
        </p:nvCxnSpPr>
        <p:spPr>
          <a:xfrm flipH="1" flipV="1">
            <a:off x="18329246" y="605469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3CECB18C-C12A-327B-88BA-64AC20DEC2CF}"/>
              </a:ext>
            </a:extLst>
          </p:cNvPr>
          <p:cNvSpPr/>
          <p:nvPr/>
        </p:nvSpPr>
        <p:spPr>
          <a:xfrm>
            <a:off x="21694500" y="589990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769C8F7E-8F67-2DD8-AF9F-649B91A73EA1}"/>
              </a:ext>
            </a:extLst>
          </p:cNvPr>
          <p:cNvSpPr/>
          <p:nvPr/>
        </p:nvSpPr>
        <p:spPr>
          <a:xfrm>
            <a:off x="20506682" y="58999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0237503-8A35-54A6-5208-B8A9CA7C2EDC}"/>
              </a:ext>
            </a:extLst>
          </p:cNvPr>
          <p:cNvSpPr/>
          <p:nvPr/>
        </p:nvSpPr>
        <p:spPr>
          <a:xfrm>
            <a:off x="17963193" y="58999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33B0DE4C-F494-707C-5A7D-A8C7072DE63B}"/>
              </a:ext>
            </a:extLst>
          </p:cNvPr>
          <p:cNvSpPr/>
          <p:nvPr/>
        </p:nvSpPr>
        <p:spPr>
          <a:xfrm>
            <a:off x="17120823" y="553244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7A06A7FE-840A-3844-BCAF-7090CABE0F96}"/>
              </a:ext>
            </a:extLst>
          </p:cNvPr>
          <p:cNvCxnSpPr>
            <a:cxnSpLocks/>
          </p:cNvCxnSpPr>
          <p:nvPr/>
        </p:nvCxnSpPr>
        <p:spPr>
          <a:xfrm>
            <a:off x="17156590" y="1046436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4026DCB8-EC68-B67C-0518-F42E1BB8884B}"/>
              </a:ext>
            </a:extLst>
          </p:cNvPr>
          <p:cNvSpPr/>
          <p:nvPr/>
        </p:nvSpPr>
        <p:spPr>
          <a:xfrm>
            <a:off x="18939060" y="9277524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8C54331E-8987-DBC6-A569-6D0A90D88F37}"/>
              </a:ext>
            </a:extLst>
          </p:cNvPr>
          <p:cNvCxnSpPr>
            <a:cxnSpLocks/>
          </p:cNvCxnSpPr>
          <p:nvPr/>
        </p:nvCxnSpPr>
        <p:spPr>
          <a:xfrm>
            <a:off x="20726026" y="10247316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A43AF2D1-EFB3-7EDC-6B8B-0735E30FF4EF}"/>
              </a:ext>
            </a:extLst>
          </p:cNvPr>
          <p:cNvCxnSpPr>
            <a:cxnSpLocks/>
            <a:stCxn id="156" idx="0"/>
          </p:cNvCxnSpPr>
          <p:nvPr/>
        </p:nvCxnSpPr>
        <p:spPr>
          <a:xfrm flipH="1" flipV="1">
            <a:off x="18361212" y="10247330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1FE3C393-85E0-3C59-08D3-5D98E7358BC6}"/>
              </a:ext>
            </a:extLst>
          </p:cNvPr>
          <p:cNvSpPr/>
          <p:nvPr/>
        </p:nvSpPr>
        <p:spPr>
          <a:xfrm>
            <a:off x="21726466" y="1009254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FC016609-4C7D-AF10-C7D3-B83BEFE55A3F}"/>
              </a:ext>
            </a:extLst>
          </p:cNvPr>
          <p:cNvSpPr/>
          <p:nvPr/>
        </p:nvSpPr>
        <p:spPr>
          <a:xfrm>
            <a:off x="17995164" y="1009253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DB8F56C-FD2B-5D5C-6FC7-2FF707EFA41D}"/>
              </a:ext>
            </a:extLst>
          </p:cNvPr>
          <p:cNvSpPr/>
          <p:nvPr/>
        </p:nvSpPr>
        <p:spPr>
          <a:xfrm>
            <a:off x="17152788" y="9725078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F7C610B-B81B-CA11-8BBD-DD57CF62F6EB}"/>
              </a:ext>
            </a:extLst>
          </p:cNvPr>
          <p:cNvCxnSpPr>
            <a:cxnSpLocks/>
          </p:cNvCxnSpPr>
          <p:nvPr/>
        </p:nvCxnSpPr>
        <p:spPr>
          <a:xfrm>
            <a:off x="17156590" y="847419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Oval 164">
            <a:extLst>
              <a:ext uri="{FF2B5EF4-FFF2-40B4-BE49-F238E27FC236}">
                <a16:creationId xmlns:a16="http://schemas.microsoft.com/office/drawing/2014/main" id="{8471D9F7-5D86-5AD3-D099-607449EB1356}"/>
              </a:ext>
            </a:extLst>
          </p:cNvPr>
          <p:cNvSpPr/>
          <p:nvPr/>
        </p:nvSpPr>
        <p:spPr>
          <a:xfrm>
            <a:off x="21726466" y="810237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90CDC45A-97E9-2447-5CFA-B368F9D51DD2}"/>
              </a:ext>
            </a:extLst>
          </p:cNvPr>
          <p:cNvSpPr/>
          <p:nvPr/>
        </p:nvSpPr>
        <p:spPr>
          <a:xfrm>
            <a:off x="17995164" y="810237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3C1A847-630B-71FC-78E2-A4469E9B7421}"/>
              </a:ext>
            </a:extLst>
          </p:cNvPr>
          <p:cNvSpPr/>
          <p:nvPr/>
        </p:nvSpPr>
        <p:spPr>
          <a:xfrm>
            <a:off x="17152788" y="7734909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B5965827-A1C8-F497-20CB-31EE5C01720B}"/>
              </a:ext>
            </a:extLst>
          </p:cNvPr>
          <p:cNvCxnSpPr>
            <a:cxnSpLocks/>
          </p:cNvCxnSpPr>
          <p:nvPr/>
        </p:nvCxnSpPr>
        <p:spPr>
          <a:xfrm flipH="1">
            <a:off x="18473837" y="8280206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5C57FC76-4C56-B395-9A70-A17ED64DBE25}"/>
              </a:ext>
            </a:extLst>
          </p:cNvPr>
          <p:cNvSpPr/>
          <p:nvPr/>
        </p:nvSpPr>
        <p:spPr>
          <a:xfrm>
            <a:off x="17130650" y="372622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7D6B9FDE-6728-BE52-F5C4-EBB504B6BCFE}"/>
              </a:ext>
            </a:extLst>
          </p:cNvPr>
          <p:cNvSpPr/>
          <p:nvPr/>
        </p:nvSpPr>
        <p:spPr>
          <a:xfrm>
            <a:off x="21688614" y="4112045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51C0A518-ED61-0D61-B937-623796D116B0}"/>
              </a:ext>
            </a:extLst>
          </p:cNvPr>
          <p:cNvSpPr/>
          <p:nvPr/>
        </p:nvSpPr>
        <p:spPr>
          <a:xfrm>
            <a:off x="22941271" y="372236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A3C74038-C822-5C54-F0BB-506964A2DBB1}"/>
              </a:ext>
            </a:extLst>
          </p:cNvPr>
          <p:cNvSpPr/>
          <p:nvPr/>
        </p:nvSpPr>
        <p:spPr>
          <a:xfrm>
            <a:off x="27506695" y="410315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4A5A051-25A0-D77D-6EF4-06DA594466AF}"/>
              </a:ext>
            </a:extLst>
          </p:cNvPr>
          <p:cNvSpPr txBox="1"/>
          <p:nvPr/>
        </p:nvSpPr>
        <p:spPr>
          <a:xfrm>
            <a:off x="20126024" y="-291337"/>
            <a:ext cx="72945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2: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Animacy Cues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608B37A-AB0F-DF34-53AA-D59C64255135}"/>
              </a:ext>
            </a:extLst>
          </p:cNvPr>
          <p:cNvSpPr txBox="1"/>
          <p:nvPr/>
        </p:nvSpPr>
        <p:spPr>
          <a:xfrm>
            <a:off x="17321592" y="972061"/>
            <a:ext cx="51283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Condition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B7C8AC0D-635F-2D73-C2EF-A03B8A77A2B5}"/>
              </a:ext>
            </a:extLst>
          </p:cNvPr>
          <p:cNvSpPr txBox="1"/>
          <p:nvPr/>
        </p:nvSpPr>
        <p:spPr>
          <a:xfrm>
            <a:off x="23270219" y="968428"/>
            <a:ext cx="393248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Condition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9D5E120D-3726-7D5B-D1F9-A644F9D19FDD}"/>
              </a:ext>
            </a:extLst>
          </p:cNvPr>
          <p:cNvSpPr txBox="1"/>
          <p:nvPr/>
        </p:nvSpPr>
        <p:spPr>
          <a:xfrm>
            <a:off x="17239600" y="1530515"/>
            <a:ext cx="54847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C1308B3-B63A-B7FB-CBF5-BE98EBFCD3B5}"/>
              </a:ext>
            </a:extLst>
          </p:cNvPr>
          <p:cNvSpPr txBox="1"/>
          <p:nvPr/>
        </p:nvSpPr>
        <p:spPr>
          <a:xfrm>
            <a:off x="22901723" y="1525728"/>
            <a:ext cx="59977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500EDAB-20EB-623B-9615-C0A88412BF94}"/>
              </a:ext>
            </a:extLst>
          </p:cNvPr>
          <p:cNvCxnSpPr>
            <a:cxnSpLocks/>
          </p:cNvCxnSpPr>
          <p:nvPr/>
        </p:nvCxnSpPr>
        <p:spPr>
          <a:xfrm>
            <a:off x="31325847" y="423141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2CFFE259-D7A7-0E08-44EE-C73302E15FC0}"/>
              </a:ext>
            </a:extLst>
          </p:cNvPr>
          <p:cNvSpPr/>
          <p:nvPr/>
        </p:nvSpPr>
        <p:spPr>
          <a:xfrm>
            <a:off x="33827829" y="327515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E04EBCD-699D-8392-960D-B7A753B1D5F4}"/>
              </a:ext>
            </a:extLst>
          </p:cNvPr>
          <p:cNvSpPr/>
          <p:nvPr/>
        </p:nvSpPr>
        <p:spPr>
          <a:xfrm>
            <a:off x="35995917" y="4050955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CF82B92B-39F1-5448-E7F8-559F895ACAE8}"/>
              </a:ext>
            </a:extLst>
          </p:cNvPr>
          <p:cNvSpPr/>
          <p:nvPr/>
        </p:nvSpPr>
        <p:spPr>
          <a:xfrm>
            <a:off x="31459932" y="3752890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1EF6AB17-361E-7AA7-DF6F-6168873DA6D7}"/>
              </a:ext>
            </a:extLst>
          </p:cNvPr>
          <p:cNvSpPr/>
          <p:nvPr/>
        </p:nvSpPr>
        <p:spPr>
          <a:xfrm>
            <a:off x="35895717" y="385958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27943083-D881-9DCF-D498-C389DC036A71}"/>
              </a:ext>
            </a:extLst>
          </p:cNvPr>
          <p:cNvCxnSpPr>
            <a:cxnSpLocks/>
          </p:cNvCxnSpPr>
          <p:nvPr/>
        </p:nvCxnSpPr>
        <p:spPr>
          <a:xfrm flipV="1">
            <a:off x="36064020" y="3863557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3CC0A23B-C51E-5734-89B0-E3C00659CC6B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5927939" y="3943475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3D02CE3C-977A-46E5-F397-198859976C17}"/>
              </a:ext>
            </a:extLst>
          </p:cNvPr>
          <p:cNvCxnSpPr>
            <a:cxnSpLocks/>
          </p:cNvCxnSpPr>
          <p:nvPr/>
        </p:nvCxnSpPr>
        <p:spPr>
          <a:xfrm rot="1200000" flipV="1">
            <a:off x="36168718" y="3908351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A89389D6-9810-EFB9-B651-612087672A21}"/>
              </a:ext>
            </a:extLst>
          </p:cNvPr>
          <p:cNvSpPr/>
          <p:nvPr/>
        </p:nvSpPr>
        <p:spPr>
          <a:xfrm>
            <a:off x="31322040" y="3492125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4BE19EC9-4FD4-2C79-7686-3D20674F28C8}"/>
              </a:ext>
            </a:extLst>
          </p:cNvPr>
          <p:cNvCxnSpPr>
            <a:cxnSpLocks/>
          </p:cNvCxnSpPr>
          <p:nvPr/>
        </p:nvCxnSpPr>
        <p:spPr>
          <a:xfrm flipH="1" flipV="1">
            <a:off x="31675789" y="3508019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28BB2CC7-50E6-5484-E184-D4B65DE8729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1923820" y="363149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8B5819E2-FDDC-5617-74CA-D9D1E6D7C87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1457720" y="3639444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4812C859-6E1A-2FBE-8F72-2DE635CC45ED}"/>
              </a:ext>
            </a:extLst>
          </p:cNvPr>
          <p:cNvCxnSpPr>
            <a:cxnSpLocks/>
          </p:cNvCxnSpPr>
          <p:nvPr/>
        </p:nvCxnSpPr>
        <p:spPr>
          <a:xfrm>
            <a:off x="31322041" y="603287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5655F57-1A7B-9A9B-26BD-17B9DC1FCAE8}"/>
              </a:ext>
            </a:extLst>
          </p:cNvPr>
          <p:cNvSpPr/>
          <p:nvPr/>
        </p:nvSpPr>
        <p:spPr>
          <a:xfrm>
            <a:off x="33824023" y="507662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D4ACBE29-9A04-8131-6000-E09686D5350B}"/>
              </a:ext>
            </a:extLst>
          </p:cNvPr>
          <p:cNvSpPr/>
          <p:nvPr/>
        </p:nvSpPr>
        <p:spPr>
          <a:xfrm>
            <a:off x="33104512" y="484602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D6303159-4618-F529-67BF-C5AF3FF381A8}"/>
              </a:ext>
            </a:extLst>
          </p:cNvPr>
          <p:cNvCxnSpPr>
            <a:cxnSpLocks/>
          </p:cNvCxnSpPr>
          <p:nvPr/>
        </p:nvCxnSpPr>
        <p:spPr>
          <a:xfrm>
            <a:off x="34891469" y="5815823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D259C0C2-D842-78C4-0703-79A50625BC95}"/>
              </a:ext>
            </a:extLst>
          </p:cNvPr>
          <p:cNvCxnSpPr>
            <a:cxnSpLocks/>
            <a:stCxn id="221" idx="0"/>
          </p:cNvCxnSpPr>
          <p:nvPr/>
        </p:nvCxnSpPr>
        <p:spPr>
          <a:xfrm flipH="1" flipV="1">
            <a:off x="32526662" y="581583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Oval 225">
            <a:extLst>
              <a:ext uri="{FF2B5EF4-FFF2-40B4-BE49-F238E27FC236}">
                <a16:creationId xmlns:a16="http://schemas.microsoft.com/office/drawing/2014/main" id="{9C8A02C1-B573-6D84-EB1E-1EA07A6ECC90}"/>
              </a:ext>
            </a:extLst>
          </p:cNvPr>
          <p:cNvSpPr/>
          <p:nvPr/>
        </p:nvSpPr>
        <p:spPr>
          <a:xfrm>
            <a:off x="35891917" y="566104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00689EA5-EA43-F51B-C9D2-BF0EB6F5F4EF}"/>
              </a:ext>
            </a:extLst>
          </p:cNvPr>
          <p:cNvSpPr/>
          <p:nvPr/>
        </p:nvSpPr>
        <p:spPr>
          <a:xfrm>
            <a:off x="32160610" y="566104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799B08F5-A478-D8EF-25E3-C2439E38459A}"/>
              </a:ext>
            </a:extLst>
          </p:cNvPr>
          <p:cNvSpPr/>
          <p:nvPr/>
        </p:nvSpPr>
        <p:spPr>
          <a:xfrm>
            <a:off x="31318232" y="529358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CAD6A43D-66A2-9B71-320A-F4E33B893D92}"/>
              </a:ext>
            </a:extLst>
          </p:cNvPr>
          <p:cNvCxnSpPr>
            <a:cxnSpLocks/>
          </p:cNvCxnSpPr>
          <p:nvPr/>
        </p:nvCxnSpPr>
        <p:spPr>
          <a:xfrm>
            <a:off x="31286122" y="1016011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: Shape 230">
            <a:extLst>
              <a:ext uri="{FF2B5EF4-FFF2-40B4-BE49-F238E27FC236}">
                <a16:creationId xmlns:a16="http://schemas.microsoft.com/office/drawing/2014/main" id="{DB2C6254-0196-2173-3837-7AD57BE9C615}"/>
              </a:ext>
            </a:extLst>
          </p:cNvPr>
          <p:cNvSpPr/>
          <p:nvPr/>
        </p:nvSpPr>
        <p:spPr>
          <a:xfrm>
            <a:off x="33068593" y="8973273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8C2993B2-8633-2ADB-A4E7-B5761E12466C}"/>
              </a:ext>
            </a:extLst>
          </p:cNvPr>
          <p:cNvCxnSpPr>
            <a:cxnSpLocks/>
          </p:cNvCxnSpPr>
          <p:nvPr/>
        </p:nvCxnSpPr>
        <p:spPr>
          <a:xfrm>
            <a:off x="34855550" y="9943064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C6A67D0E-5C99-CC30-2206-68E2AEA8A7A7}"/>
              </a:ext>
            </a:extLst>
          </p:cNvPr>
          <p:cNvCxnSpPr>
            <a:cxnSpLocks/>
            <a:stCxn id="231" idx="0"/>
          </p:cNvCxnSpPr>
          <p:nvPr/>
        </p:nvCxnSpPr>
        <p:spPr>
          <a:xfrm flipH="1" flipV="1">
            <a:off x="32490744" y="994307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Oval 235">
            <a:extLst>
              <a:ext uri="{FF2B5EF4-FFF2-40B4-BE49-F238E27FC236}">
                <a16:creationId xmlns:a16="http://schemas.microsoft.com/office/drawing/2014/main" id="{E16C909A-7707-2937-379A-9D1F6D2B6E21}"/>
              </a:ext>
            </a:extLst>
          </p:cNvPr>
          <p:cNvSpPr/>
          <p:nvPr/>
        </p:nvSpPr>
        <p:spPr>
          <a:xfrm>
            <a:off x="35855998" y="978828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09F71B0-9987-904F-247E-86D029952399}"/>
              </a:ext>
            </a:extLst>
          </p:cNvPr>
          <p:cNvSpPr/>
          <p:nvPr/>
        </p:nvSpPr>
        <p:spPr>
          <a:xfrm>
            <a:off x="32124690" y="978828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67200-D3A5-A785-D597-99DC3D187643}"/>
              </a:ext>
            </a:extLst>
          </p:cNvPr>
          <p:cNvSpPr/>
          <p:nvPr/>
        </p:nvSpPr>
        <p:spPr>
          <a:xfrm>
            <a:off x="31282319" y="9420826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01C9AA31-F098-6060-2068-6DBADAD43911}"/>
              </a:ext>
            </a:extLst>
          </p:cNvPr>
          <p:cNvSpPr/>
          <p:nvPr/>
        </p:nvSpPr>
        <p:spPr>
          <a:xfrm>
            <a:off x="33340945" y="5050954"/>
            <a:ext cx="1338189" cy="98582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DB9B4F4C-9744-1BD0-7679-30D20973A7C5}"/>
              </a:ext>
            </a:extLst>
          </p:cNvPr>
          <p:cNvSpPr txBox="1"/>
          <p:nvPr/>
        </p:nvSpPr>
        <p:spPr>
          <a:xfrm>
            <a:off x="29998843" y="1045148"/>
            <a:ext cx="6657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Constraints Condition</a:t>
            </a: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522BD94B-5183-E5D4-F4BC-3FD5EA6501D6}"/>
              </a:ext>
            </a:extLst>
          </p:cNvPr>
          <p:cNvCxnSpPr>
            <a:cxnSpLocks/>
          </p:cNvCxnSpPr>
          <p:nvPr/>
        </p:nvCxnSpPr>
        <p:spPr>
          <a:xfrm>
            <a:off x="31279495" y="830746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9" name="Freeform: Shape 248">
            <a:extLst>
              <a:ext uri="{FF2B5EF4-FFF2-40B4-BE49-F238E27FC236}">
                <a16:creationId xmlns:a16="http://schemas.microsoft.com/office/drawing/2014/main" id="{A2992998-511F-A7BE-87F4-6CFA3951E5A3}"/>
              </a:ext>
            </a:extLst>
          </p:cNvPr>
          <p:cNvSpPr/>
          <p:nvPr/>
        </p:nvSpPr>
        <p:spPr>
          <a:xfrm>
            <a:off x="33061965" y="7120622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A8AB2FC-7290-E7DC-A446-B33F3B3FC817}"/>
              </a:ext>
            </a:extLst>
          </p:cNvPr>
          <p:cNvCxnSpPr>
            <a:cxnSpLocks/>
          </p:cNvCxnSpPr>
          <p:nvPr/>
        </p:nvCxnSpPr>
        <p:spPr>
          <a:xfrm>
            <a:off x="34848923" y="8090414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Arrow Connector 252">
            <a:extLst>
              <a:ext uri="{FF2B5EF4-FFF2-40B4-BE49-F238E27FC236}">
                <a16:creationId xmlns:a16="http://schemas.microsoft.com/office/drawing/2014/main" id="{8857C0A4-6430-C235-D96B-C0DE3820771A}"/>
              </a:ext>
            </a:extLst>
          </p:cNvPr>
          <p:cNvCxnSpPr>
            <a:cxnSpLocks/>
            <a:stCxn id="249" idx="0"/>
          </p:cNvCxnSpPr>
          <p:nvPr/>
        </p:nvCxnSpPr>
        <p:spPr>
          <a:xfrm flipH="1" flipV="1">
            <a:off x="32484115" y="8090429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Oval 253">
            <a:extLst>
              <a:ext uri="{FF2B5EF4-FFF2-40B4-BE49-F238E27FC236}">
                <a16:creationId xmlns:a16="http://schemas.microsoft.com/office/drawing/2014/main" id="{9B9434D8-1EE7-8E08-9671-49095A94AF0F}"/>
              </a:ext>
            </a:extLst>
          </p:cNvPr>
          <p:cNvSpPr/>
          <p:nvPr/>
        </p:nvSpPr>
        <p:spPr>
          <a:xfrm>
            <a:off x="35849370" y="793563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138BD3E6-FE51-3E67-4710-8B42747499B9}"/>
              </a:ext>
            </a:extLst>
          </p:cNvPr>
          <p:cNvSpPr/>
          <p:nvPr/>
        </p:nvSpPr>
        <p:spPr>
          <a:xfrm>
            <a:off x="32118063" y="793563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C1724B39-B735-0D49-E3D0-81F8C6BF8F17}"/>
              </a:ext>
            </a:extLst>
          </p:cNvPr>
          <p:cNvSpPr/>
          <p:nvPr/>
        </p:nvSpPr>
        <p:spPr>
          <a:xfrm>
            <a:off x="31275693" y="7568176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8562B3F2-9AC5-C9BD-292B-3D3430AADFFF}"/>
              </a:ext>
            </a:extLst>
          </p:cNvPr>
          <p:cNvSpPr/>
          <p:nvPr/>
        </p:nvSpPr>
        <p:spPr>
          <a:xfrm>
            <a:off x="33780903" y="7367139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8" name="Straight Connector 257">
            <a:extLst>
              <a:ext uri="{FF2B5EF4-FFF2-40B4-BE49-F238E27FC236}">
                <a16:creationId xmlns:a16="http://schemas.microsoft.com/office/drawing/2014/main" id="{90F37305-2B9C-90A6-032C-A4B409220866}"/>
              </a:ext>
            </a:extLst>
          </p:cNvPr>
          <p:cNvCxnSpPr>
            <a:cxnSpLocks/>
          </p:cNvCxnSpPr>
          <p:nvPr/>
        </p:nvCxnSpPr>
        <p:spPr>
          <a:xfrm>
            <a:off x="38082160" y="4292333"/>
            <a:ext cx="68005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9" name="Rectangle 258">
            <a:extLst>
              <a:ext uri="{FF2B5EF4-FFF2-40B4-BE49-F238E27FC236}">
                <a16:creationId xmlns:a16="http://schemas.microsoft.com/office/drawing/2014/main" id="{CCE06B3C-D811-27C5-2D5C-B6D59E1C7236}"/>
              </a:ext>
            </a:extLst>
          </p:cNvPr>
          <p:cNvSpPr/>
          <p:nvPr/>
        </p:nvSpPr>
        <p:spPr>
          <a:xfrm>
            <a:off x="41782990" y="3336076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6297FA99-FEE3-A979-EB86-E99E6E6F27F5}"/>
              </a:ext>
            </a:extLst>
          </p:cNvPr>
          <p:cNvSpPr/>
          <p:nvPr/>
        </p:nvSpPr>
        <p:spPr>
          <a:xfrm>
            <a:off x="43951072" y="4111861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56B9055-B817-E7E4-FB4B-8128B3F214DA}"/>
              </a:ext>
            </a:extLst>
          </p:cNvPr>
          <p:cNvSpPr/>
          <p:nvPr/>
        </p:nvSpPr>
        <p:spPr>
          <a:xfrm>
            <a:off x="38139749" y="381381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D9811C96-9332-AEE1-C275-D3AA6DF38A43}"/>
              </a:ext>
            </a:extLst>
          </p:cNvPr>
          <p:cNvSpPr/>
          <p:nvPr/>
        </p:nvSpPr>
        <p:spPr>
          <a:xfrm>
            <a:off x="43850878" y="39205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A192415F-9450-5649-83E7-E04A66072051}"/>
              </a:ext>
            </a:extLst>
          </p:cNvPr>
          <p:cNvCxnSpPr>
            <a:cxnSpLocks/>
          </p:cNvCxnSpPr>
          <p:nvPr/>
        </p:nvCxnSpPr>
        <p:spPr>
          <a:xfrm flipV="1">
            <a:off x="44019174" y="3924478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ED1DAB49-B56B-41BD-C377-05FE79054FD9}"/>
              </a:ext>
            </a:extLst>
          </p:cNvPr>
          <p:cNvCxnSpPr>
            <a:cxnSpLocks/>
          </p:cNvCxnSpPr>
          <p:nvPr/>
        </p:nvCxnSpPr>
        <p:spPr>
          <a:xfrm flipH="1" flipV="1">
            <a:off x="43860840" y="4024517"/>
            <a:ext cx="136339" cy="1060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2863C08E-EE7A-BC52-95DD-7691A60232A9}"/>
              </a:ext>
            </a:extLst>
          </p:cNvPr>
          <p:cNvCxnSpPr>
            <a:cxnSpLocks/>
          </p:cNvCxnSpPr>
          <p:nvPr/>
        </p:nvCxnSpPr>
        <p:spPr>
          <a:xfrm flipV="1">
            <a:off x="44093301" y="3974662"/>
            <a:ext cx="61147" cy="16799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Oval 265">
            <a:extLst>
              <a:ext uri="{FF2B5EF4-FFF2-40B4-BE49-F238E27FC236}">
                <a16:creationId xmlns:a16="http://schemas.microsoft.com/office/drawing/2014/main" id="{E66C2745-9C67-C695-8DA5-5C9D1438D50B}"/>
              </a:ext>
            </a:extLst>
          </p:cNvPr>
          <p:cNvSpPr/>
          <p:nvPr/>
        </p:nvSpPr>
        <p:spPr>
          <a:xfrm>
            <a:off x="38001849" y="3553039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06FD384C-A4B7-377F-04B8-13F07267156D}"/>
              </a:ext>
            </a:extLst>
          </p:cNvPr>
          <p:cNvCxnSpPr>
            <a:cxnSpLocks/>
          </p:cNvCxnSpPr>
          <p:nvPr/>
        </p:nvCxnSpPr>
        <p:spPr>
          <a:xfrm flipH="1" flipV="1">
            <a:off x="38355592" y="3568939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4FD8F079-5CAC-7E0F-96F7-234BAE5F9580}"/>
              </a:ext>
            </a:extLst>
          </p:cNvPr>
          <p:cNvCxnSpPr>
            <a:cxnSpLocks/>
          </p:cNvCxnSpPr>
          <p:nvPr/>
        </p:nvCxnSpPr>
        <p:spPr>
          <a:xfrm flipV="1">
            <a:off x="38531420" y="3726078"/>
            <a:ext cx="148838" cy="13065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22698A5E-E3A3-B3B8-D015-8AE9189A168E}"/>
              </a:ext>
            </a:extLst>
          </p:cNvPr>
          <p:cNvCxnSpPr>
            <a:cxnSpLocks/>
          </p:cNvCxnSpPr>
          <p:nvPr/>
        </p:nvCxnSpPr>
        <p:spPr>
          <a:xfrm flipH="1" flipV="1">
            <a:off x="38062472" y="3737429"/>
            <a:ext cx="154518" cy="12388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8BBFB02A-8D4F-605A-CA07-4B75508FCB17}"/>
              </a:ext>
            </a:extLst>
          </p:cNvPr>
          <p:cNvCxnSpPr>
            <a:cxnSpLocks/>
          </p:cNvCxnSpPr>
          <p:nvPr/>
        </p:nvCxnSpPr>
        <p:spPr>
          <a:xfrm>
            <a:off x="38025333" y="6093791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620AB40F-BA45-8398-A317-35E1AC3E67EB}"/>
              </a:ext>
            </a:extLst>
          </p:cNvPr>
          <p:cNvSpPr/>
          <p:nvPr/>
        </p:nvSpPr>
        <p:spPr>
          <a:xfrm>
            <a:off x="41779183" y="5137533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2" name="Freeform: Shape 271">
            <a:extLst>
              <a:ext uri="{FF2B5EF4-FFF2-40B4-BE49-F238E27FC236}">
                <a16:creationId xmlns:a16="http://schemas.microsoft.com/office/drawing/2014/main" id="{0F08FA08-D880-E714-CF4B-940024D9A46B}"/>
              </a:ext>
            </a:extLst>
          </p:cNvPr>
          <p:cNvSpPr/>
          <p:nvPr/>
        </p:nvSpPr>
        <p:spPr>
          <a:xfrm>
            <a:off x="41059666" y="490694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441C8F37-F111-7474-EB28-0FBC4915FDD5}"/>
              </a:ext>
            </a:extLst>
          </p:cNvPr>
          <p:cNvCxnSpPr>
            <a:cxnSpLocks/>
          </p:cNvCxnSpPr>
          <p:nvPr/>
        </p:nvCxnSpPr>
        <p:spPr>
          <a:xfrm>
            <a:off x="42846623" y="5876741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920B3C0F-DD1F-9693-B01A-EBC589CB516F}"/>
              </a:ext>
            </a:extLst>
          </p:cNvPr>
          <p:cNvCxnSpPr>
            <a:cxnSpLocks/>
            <a:stCxn id="272" idx="0"/>
          </p:cNvCxnSpPr>
          <p:nvPr/>
        </p:nvCxnSpPr>
        <p:spPr>
          <a:xfrm flipH="1" flipV="1">
            <a:off x="40481817" y="587675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Oval 274">
            <a:extLst>
              <a:ext uri="{FF2B5EF4-FFF2-40B4-BE49-F238E27FC236}">
                <a16:creationId xmlns:a16="http://schemas.microsoft.com/office/drawing/2014/main" id="{2505E572-A8AC-4347-71D3-BD2E53AC2D96}"/>
              </a:ext>
            </a:extLst>
          </p:cNvPr>
          <p:cNvSpPr/>
          <p:nvPr/>
        </p:nvSpPr>
        <p:spPr>
          <a:xfrm>
            <a:off x="43847071" y="572196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B4E53940-ED22-0342-2EFA-27AE3ECCE744}"/>
              </a:ext>
            </a:extLst>
          </p:cNvPr>
          <p:cNvSpPr/>
          <p:nvPr/>
        </p:nvSpPr>
        <p:spPr>
          <a:xfrm>
            <a:off x="40115763" y="572195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BCC8FAD2-E329-36DF-9209-44EDB7D0A320}"/>
              </a:ext>
            </a:extLst>
          </p:cNvPr>
          <p:cNvSpPr/>
          <p:nvPr/>
        </p:nvSpPr>
        <p:spPr>
          <a:xfrm>
            <a:off x="38058202" y="5354502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12D2320-AADB-2E0D-2761-E745D9E8F17B}"/>
              </a:ext>
            </a:extLst>
          </p:cNvPr>
          <p:cNvSpPr/>
          <p:nvPr/>
        </p:nvSpPr>
        <p:spPr>
          <a:xfrm>
            <a:off x="38014787" y="5676103"/>
            <a:ext cx="2858698" cy="40198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E3B42647-D5CA-9CC9-A69C-D047C1711FEE}"/>
              </a:ext>
            </a:extLst>
          </p:cNvPr>
          <p:cNvCxnSpPr>
            <a:cxnSpLocks/>
          </p:cNvCxnSpPr>
          <p:nvPr/>
        </p:nvCxnSpPr>
        <p:spPr>
          <a:xfrm>
            <a:off x="37864914" y="8353324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5" name="Oval 294">
            <a:extLst>
              <a:ext uri="{FF2B5EF4-FFF2-40B4-BE49-F238E27FC236}">
                <a16:creationId xmlns:a16="http://schemas.microsoft.com/office/drawing/2014/main" id="{BC1FC30B-36BB-A012-0A20-A33557C4B10A}"/>
              </a:ext>
            </a:extLst>
          </p:cNvPr>
          <p:cNvSpPr/>
          <p:nvPr/>
        </p:nvSpPr>
        <p:spPr>
          <a:xfrm>
            <a:off x="43686653" y="798149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90F1128F-DDE0-F903-C5F4-04B7326BE60E}"/>
              </a:ext>
            </a:extLst>
          </p:cNvPr>
          <p:cNvSpPr/>
          <p:nvPr/>
        </p:nvSpPr>
        <p:spPr>
          <a:xfrm>
            <a:off x="38692027" y="798149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3457C597-B67E-C670-BAA9-6D1901474BA9}"/>
              </a:ext>
            </a:extLst>
          </p:cNvPr>
          <p:cNvSpPr/>
          <p:nvPr/>
        </p:nvSpPr>
        <p:spPr>
          <a:xfrm>
            <a:off x="37897776" y="7614035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3C36323-E46F-DF03-0C01-6E42DEE546D2}"/>
              </a:ext>
            </a:extLst>
          </p:cNvPr>
          <p:cNvCxnSpPr>
            <a:cxnSpLocks/>
          </p:cNvCxnSpPr>
          <p:nvPr/>
        </p:nvCxnSpPr>
        <p:spPr>
          <a:xfrm flipH="1">
            <a:off x="39200220" y="8129633"/>
            <a:ext cx="42119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6E795A84-84A9-2DC5-DC3B-7B8AAB0A0DDE}"/>
              </a:ext>
            </a:extLst>
          </p:cNvPr>
          <p:cNvCxnSpPr>
            <a:cxnSpLocks/>
          </p:cNvCxnSpPr>
          <p:nvPr/>
        </p:nvCxnSpPr>
        <p:spPr>
          <a:xfrm>
            <a:off x="37808076" y="10208288"/>
            <a:ext cx="685356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2" name="Oval 301">
            <a:extLst>
              <a:ext uri="{FF2B5EF4-FFF2-40B4-BE49-F238E27FC236}">
                <a16:creationId xmlns:a16="http://schemas.microsoft.com/office/drawing/2014/main" id="{3439BCE3-6B2B-156C-9EF7-9F8971FBD5E2}"/>
              </a:ext>
            </a:extLst>
          </p:cNvPr>
          <p:cNvSpPr/>
          <p:nvPr/>
        </p:nvSpPr>
        <p:spPr>
          <a:xfrm>
            <a:off x="43629813" y="983646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576248D3-95DF-12EA-1C0D-620F4B99CEF0}"/>
              </a:ext>
            </a:extLst>
          </p:cNvPr>
          <p:cNvSpPr/>
          <p:nvPr/>
        </p:nvSpPr>
        <p:spPr>
          <a:xfrm>
            <a:off x="40175236" y="983646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494EA55B-E5CD-5366-7690-0661D802983B}"/>
              </a:ext>
            </a:extLst>
          </p:cNvPr>
          <p:cNvSpPr/>
          <p:nvPr/>
        </p:nvSpPr>
        <p:spPr>
          <a:xfrm>
            <a:off x="37840944" y="9468999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D45B5769-39B9-6AC9-5A4E-A37CD3B8A55D}"/>
              </a:ext>
            </a:extLst>
          </p:cNvPr>
          <p:cNvCxnSpPr>
            <a:cxnSpLocks/>
          </p:cNvCxnSpPr>
          <p:nvPr/>
        </p:nvCxnSpPr>
        <p:spPr>
          <a:xfrm flipH="1">
            <a:off x="40608806" y="9984597"/>
            <a:ext cx="27465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7" name="TextBox 306">
            <a:extLst>
              <a:ext uri="{FF2B5EF4-FFF2-40B4-BE49-F238E27FC236}">
                <a16:creationId xmlns:a16="http://schemas.microsoft.com/office/drawing/2014/main" id="{F4C2BA63-9D74-C9AD-2F67-82F71AF7D124}"/>
              </a:ext>
            </a:extLst>
          </p:cNvPr>
          <p:cNvSpPr txBox="1"/>
          <p:nvPr/>
        </p:nvSpPr>
        <p:spPr>
          <a:xfrm>
            <a:off x="37502544" y="1045148"/>
            <a:ext cx="55162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Inferring Goals Condition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35A881EA-DA28-9FC6-5DDF-0E07339DCCCF}"/>
              </a:ext>
            </a:extLst>
          </p:cNvPr>
          <p:cNvSpPr txBox="1"/>
          <p:nvPr/>
        </p:nvSpPr>
        <p:spPr>
          <a:xfrm>
            <a:off x="30666227" y="-347589"/>
            <a:ext cx="1301247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Finding 3: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Bidirectional Inferences about Actions, Goals, and Constraints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44A9D0-D00F-E270-C11A-650CF4896FCA}"/>
              </a:ext>
            </a:extLst>
          </p:cNvPr>
          <p:cNvCxnSpPr>
            <a:cxnSpLocks/>
          </p:cNvCxnSpPr>
          <p:nvPr/>
        </p:nvCxnSpPr>
        <p:spPr>
          <a:xfrm>
            <a:off x="10252745" y="1024154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4EE539-791C-D9A3-7F05-6678F5CEE265}"/>
              </a:ext>
            </a:extLst>
          </p:cNvPr>
          <p:cNvSpPr/>
          <p:nvPr/>
        </p:nvSpPr>
        <p:spPr>
          <a:xfrm>
            <a:off x="12035216" y="9054705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F6D979-A454-7557-0B2F-929846B8246D}"/>
              </a:ext>
            </a:extLst>
          </p:cNvPr>
          <p:cNvCxnSpPr>
            <a:cxnSpLocks/>
          </p:cNvCxnSpPr>
          <p:nvPr/>
        </p:nvCxnSpPr>
        <p:spPr>
          <a:xfrm>
            <a:off x="13822175" y="10024497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CE078D5-C7DB-835C-2855-0D7A03EC21C2}"/>
              </a:ext>
            </a:extLst>
          </p:cNvPr>
          <p:cNvCxnSpPr>
            <a:cxnSpLocks/>
          </p:cNvCxnSpPr>
          <p:nvPr/>
        </p:nvCxnSpPr>
        <p:spPr>
          <a:xfrm>
            <a:off x="14121049" y="9929339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BE85925-24A2-7F42-0803-1AB3964F92F5}"/>
              </a:ext>
            </a:extLst>
          </p:cNvPr>
          <p:cNvCxnSpPr>
            <a:cxnSpLocks/>
          </p:cNvCxnSpPr>
          <p:nvPr/>
        </p:nvCxnSpPr>
        <p:spPr>
          <a:xfrm rot="10800000">
            <a:off x="14121049" y="10106343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2304DE-26C6-D9E9-9682-984BE5E4F897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11457367" y="10024512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7743314-3EAA-5EC6-DC1A-2A9F1455F277}"/>
              </a:ext>
            </a:extLst>
          </p:cNvPr>
          <p:cNvSpPr/>
          <p:nvPr/>
        </p:nvSpPr>
        <p:spPr>
          <a:xfrm>
            <a:off x="14822621" y="986971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8B728E5-C05A-234B-9D0A-B618FBA2027E}"/>
              </a:ext>
            </a:extLst>
          </p:cNvPr>
          <p:cNvSpPr/>
          <p:nvPr/>
        </p:nvSpPr>
        <p:spPr>
          <a:xfrm>
            <a:off x="11091315" y="986971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0C05822-4B00-139B-C8A3-1A18E1DD4129}"/>
              </a:ext>
            </a:extLst>
          </p:cNvPr>
          <p:cNvSpPr/>
          <p:nvPr/>
        </p:nvSpPr>
        <p:spPr>
          <a:xfrm>
            <a:off x="10248943" y="950225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7389B9-2586-7950-DA09-4EA5B84DB90A}"/>
              </a:ext>
            </a:extLst>
          </p:cNvPr>
          <p:cNvCxnSpPr>
            <a:cxnSpLocks/>
          </p:cNvCxnSpPr>
          <p:nvPr/>
        </p:nvCxnSpPr>
        <p:spPr>
          <a:xfrm>
            <a:off x="10252745" y="825137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2B4BCAC7-CE56-DD44-3905-FDB192A34BA9}"/>
              </a:ext>
            </a:extLst>
          </p:cNvPr>
          <p:cNvSpPr/>
          <p:nvPr/>
        </p:nvSpPr>
        <p:spPr>
          <a:xfrm>
            <a:off x="14822621" y="787954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7BE6D5-F2D9-82E6-0132-B3FC30E3E792}"/>
              </a:ext>
            </a:extLst>
          </p:cNvPr>
          <p:cNvSpPr/>
          <p:nvPr/>
        </p:nvSpPr>
        <p:spPr>
          <a:xfrm>
            <a:off x="11091315" y="787954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FCAD81B-5EE2-4971-D210-270EF99C97CC}"/>
              </a:ext>
            </a:extLst>
          </p:cNvPr>
          <p:cNvSpPr/>
          <p:nvPr/>
        </p:nvSpPr>
        <p:spPr>
          <a:xfrm>
            <a:off x="10248943" y="751209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AD185A-022A-2098-496D-607E418914E1}"/>
              </a:ext>
            </a:extLst>
          </p:cNvPr>
          <p:cNvCxnSpPr>
            <a:cxnSpLocks/>
          </p:cNvCxnSpPr>
          <p:nvPr/>
        </p:nvCxnSpPr>
        <p:spPr>
          <a:xfrm flipH="1">
            <a:off x="11569986" y="8057381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C93F0A8-0F71-9E5A-41F4-7B7542780201}"/>
              </a:ext>
            </a:extLst>
          </p:cNvPr>
          <p:cNvCxnSpPr>
            <a:cxnSpLocks/>
          </p:cNvCxnSpPr>
          <p:nvPr/>
        </p:nvCxnSpPr>
        <p:spPr>
          <a:xfrm>
            <a:off x="23129504" y="1054781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FC3EBE7-617F-A55B-3D97-A840356F6FB9}"/>
              </a:ext>
            </a:extLst>
          </p:cNvPr>
          <p:cNvSpPr/>
          <p:nvPr/>
        </p:nvSpPr>
        <p:spPr>
          <a:xfrm>
            <a:off x="24911977" y="9360976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0F21445-C99B-FBD0-5073-57297C9D415E}"/>
              </a:ext>
            </a:extLst>
          </p:cNvPr>
          <p:cNvCxnSpPr>
            <a:cxnSpLocks/>
          </p:cNvCxnSpPr>
          <p:nvPr/>
        </p:nvCxnSpPr>
        <p:spPr>
          <a:xfrm>
            <a:off x="26698934" y="10330768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8B26A69-7CF1-A8A6-8B0A-A5FB35DEFE95}"/>
              </a:ext>
            </a:extLst>
          </p:cNvPr>
          <p:cNvCxnSpPr>
            <a:cxnSpLocks/>
          </p:cNvCxnSpPr>
          <p:nvPr/>
        </p:nvCxnSpPr>
        <p:spPr>
          <a:xfrm>
            <a:off x="26997810" y="1023561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30D49CA-1857-38A4-768D-E9D4F427F981}"/>
              </a:ext>
            </a:extLst>
          </p:cNvPr>
          <p:cNvCxnSpPr>
            <a:cxnSpLocks/>
          </p:cNvCxnSpPr>
          <p:nvPr/>
        </p:nvCxnSpPr>
        <p:spPr>
          <a:xfrm rot="10800000">
            <a:off x="26997810" y="1041261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B1D4C6E-8279-CBBA-BAE9-5970E89D0F32}"/>
              </a:ext>
            </a:extLst>
          </p:cNvPr>
          <p:cNvCxnSpPr>
            <a:cxnSpLocks/>
            <a:stCxn id="44" idx="0"/>
          </p:cNvCxnSpPr>
          <p:nvPr/>
        </p:nvCxnSpPr>
        <p:spPr>
          <a:xfrm flipH="1" flipV="1">
            <a:off x="24334126" y="10330783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18327FA2-3BD8-74EC-B5AF-20FB33E60511}"/>
              </a:ext>
            </a:extLst>
          </p:cNvPr>
          <p:cNvSpPr/>
          <p:nvPr/>
        </p:nvSpPr>
        <p:spPr>
          <a:xfrm>
            <a:off x="27699381" y="1017598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743D919-04E9-5330-03CD-DC3503D880BE}"/>
              </a:ext>
            </a:extLst>
          </p:cNvPr>
          <p:cNvSpPr/>
          <p:nvPr/>
        </p:nvSpPr>
        <p:spPr>
          <a:xfrm>
            <a:off x="23968074" y="1017598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C0FF892-8DA4-A2B9-DC70-2084B0889BCD}"/>
              </a:ext>
            </a:extLst>
          </p:cNvPr>
          <p:cNvSpPr/>
          <p:nvPr/>
        </p:nvSpPr>
        <p:spPr>
          <a:xfrm>
            <a:off x="23125704" y="980852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FF92D5-0F37-DC3A-60C4-0FE68B6A805D}"/>
              </a:ext>
            </a:extLst>
          </p:cNvPr>
          <p:cNvCxnSpPr>
            <a:cxnSpLocks/>
          </p:cNvCxnSpPr>
          <p:nvPr/>
        </p:nvCxnSpPr>
        <p:spPr>
          <a:xfrm>
            <a:off x="23129504" y="855765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3FBB19C1-211B-B6E9-29DB-2E1936F06EAA}"/>
              </a:ext>
            </a:extLst>
          </p:cNvPr>
          <p:cNvSpPr/>
          <p:nvPr/>
        </p:nvSpPr>
        <p:spPr>
          <a:xfrm>
            <a:off x="27699381" y="818581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86187C3-AA12-3BB6-4BA0-ED223E388816}"/>
              </a:ext>
            </a:extLst>
          </p:cNvPr>
          <p:cNvSpPr/>
          <p:nvPr/>
        </p:nvSpPr>
        <p:spPr>
          <a:xfrm>
            <a:off x="23968074" y="818581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C4973FD4-C309-5D1A-C781-F28B42A90402}"/>
              </a:ext>
            </a:extLst>
          </p:cNvPr>
          <p:cNvSpPr/>
          <p:nvPr/>
        </p:nvSpPr>
        <p:spPr>
          <a:xfrm>
            <a:off x="23125704" y="7818361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CA6593B-4C4D-15E4-8901-5543CCBC9576}"/>
              </a:ext>
            </a:extLst>
          </p:cNvPr>
          <p:cNvCxnSpPr>
            <a:cxnSpLocks/>
          </p:cNvCxnSpPr>
          <p:nvPr/>
        </p:nvCxnSpPr>
        <p:spPr>
          <a:xfrm flipH="1">
            <a:off x="24446747" y="8363653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9" name="Picture 148">
            <a:extLst>
              <a:ext uri="{FF2B5EF4-FFF2-40B4-BE49-F238E27FC236}">
                <a16:creationId xmlns:a16="http://schemas.microsoft.com/office/drawing/2014/main" id="{1CBC79A5-101E-CFC8-3AAD-2309ECCCD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518" y="11295045"/>
            <a:ext cx="5316905" cy="5316905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9B991F9A-8CF1-8B64-DA7E-4100A73B43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8846" y="11225053"/>
            <a:ext cx="5349427" cy="5349427"/>
          </a:xfrm>
          <a:prstGeom prst="rect">
            <a:avLst/>
          </a:prstGeom>
        </p:spPr>
      </p:pic>
      <p:pic>
        <p:nvPicPr>
          <p:cNvPr id="173" name="Picture 172">
            <a:extLst>
              <a:ext uri="{FF2B5EF4-FFF2-40B4-BE49-F238E27FC236}">
                <a16:creationId xmlns:a16="http://schemas.microsoft.com/office/drawing/2014/main" id="{39D65ADB-25DE-1627-F364-FD40D0AA80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86132" y="11308007"/>
            <a:ext cx="5316905" cy="5316905"/>
          </a:xfrm>
          <a:prstGeom prst="rect">
            <a:avLst/>
          </a:prstGeom>
        </p:spPr>
      </p:pic>
      <p:pic>
        <p:nvPicPr>
          <p:cNvPr id="180" name="Picture 179">
            <a:extLst>
              <a:ext uri="{FF2B5EF4-FFF2-40B4-BE49-F238E27FC236}">
                <a16:creationId xmlns:a16="http://schemas.microsoft.com/office/drawing/2014/main" id="{793D0809-9688-A482-031C-72E4FAEA32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7461" y="11238015"/>
            <a:ext cx="5349427" cy="5349427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68EC5DA2-9E21-079A-1DD3-09890D505E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46915" y="11093633"/>
            <a:ext cx="5349248" cy="5349248"/>
          </a:xfrm>
          <a:prstGeom prst="rect">
            <a:avLst/>
          </a:prstGeom>
        </p:spPr>
      </p:pic>
      <p:pic>
        <p:nvPicPr>
          <p:cNvPr id="184" name="Picture 183">
            <a:extLst>
              <a:ext uri="{FF2B5EF4-FFF2-40B4-BE49-F238E27FC236}">
                <a16:creationId xmlns:a16="http://schemas.microsoft.com/office/drawing/2014/main" id="{B2099857-793B-29B3-C8B6-4A8F5C91F2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2187" y="11074788"/>
            <a:ext cx="5309427" cy="5309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103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4237-AA0E-04D4-2D58-51DD934E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Rectangle 1215">
            <a:extLst>
              <a:ext uri="{FF2B5EF4-FFF2-40B4-BE49-F238E27FC236}">
                <a16:creationId xmlns:a16="http://schemas.microsoft.com/office/drawing/2014/main" id="{FE33919C-DA2F-C182-D1B1-412A99642965}"/>
              </a:ext>
            </a:extLst>
          </p:cNvPr>
          <p:cNvSpPr/>
          <p:nvPr/>
        </p:nvSpPr>
        <p:spPr>
          <a:xfrm>
            <a:off x="41741316" y="4687821"/>
            <a:ext cx="7938917" cy="10205209"/>
          </a:xfrm>
          <a:prstGeom prst="rect">
            <a:avLst/>
          </a:prstGeom>
          <a:solidFill>
            <a:srgbClr val="F4E6F4"/>
          </a:solidFill>
          <a:ln w="952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18" name="Rectangle 1217">
            <a:extLst>
              <a:ext uri="{FF2B5EF4-FFF2-40B4-BE49-F238E27FC236}">
                <a16:creationId xmlns:a16="http://schemas.microsoft.com/office/drawing/2014/main" id="{AE21A0C6-C011-26B8-7FB3-D5199BA535D9}"/>
              </a:ext>
            </a:extLst>
          </p:cNvPr>
          <p:cNvSpPr/>
          <p:nvPr/>
        </p:nvSpPr>
        <p:spPr>
          <a:xfrm>
            <a:off x="33816516" y="4687820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20" name="Rectangle 1219">
            <a:extLst>
              <a:ext uri="{FF2B5EF4-FFF2-40B4-BE49-F238E27FC236}">
                <a16:creationId xmlns:a16="http://schemas.microsoft.com/office/drawing/2014/main" id="{45DEE4CC-53C8-1251-517B-1CBF698F95B4}"/>
              </a:ext>
            </a:extLst>
          </p:cNvPr>
          <p:cNvSpPr/>
          <p:nvPr/>
        </p:nvSpPr>
        <p:spPr>
          <a:xfrm>
            <a:off x="26477327" y="4687818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4" name="Rectangle 1193">
            <a:extLst>
              <a:ext uri="{FF2B5EF4-FFF2-40B4-BE49-F238E27FC236}">
                <a16:creationId xmlns:a16="http://schemas.microsoft.com/office/drawing/2014/main" id="{14E196CF-E7B0-05B5-542E-AFB6EBC411BB}"/>
              </a:ext>
            </a:extLst>
          </p:cNvPr>
          <p:cNvSpPr/>
          <p:nvPr/>
        </p:nvSpPr>
        <p:spPr>
          <a:xfrm>
            <a:off x="15539004" y="4687825"/>
            <a:ext cx="7938917" cy="10205209"/>
          </a:xfrm>
          <a:prstGeom prst="rect">
            <a:avLst/>
          </a:prstGeom>
          <a:solidFill>
            <a:srgbClr val="F4E6F4"/>
          </a:solidFill>
          <a:ln w="952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96" name="Rectangle 1195">
            <a:extLst>
              <a:ext uri="{FF2B5EF4-FFF2-40B4-BE49-F238E27FC236}">
                <a16:creationId xmlns:a16="http://schemas.microsoft.com/office/drawing/2014/main" id="{89198F9A-99CD-5DCB-91CC-4B84E9C8F399}"/>
              </a:ext>
            </a:extLst>
          </p:cNvPr>
          <p:cNvSpPr/>
          <p:nvPr/>
        </p:nvSpPr>
        <p:spPr>
          <a:xfrm>
            <a:off x="7614204" y="4687823"/>
            <a:ext cx="7938917" cy="10205209"/>
          </a:xfrm>
          <a:prstGeom prst="rect">
            <a:avLst/>
          </a:prstGeom>
          <a:solidFill>
            <a:srgbClr val="F1F5F8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8" name="Rectangle 1197">
            <a:extLst>
              <a:ext uri="{FF2B5EF4-FFF2-40B4-BE49-F238E27FC236}">
                <a16:creationId xmlns:a16="http://schemas.microsoft.com/office/drawing/2014/main" id="{DEE85C90-3E51-FBD3-14EF-5F58F282A8E0}"/>
              </a:ext>
            </a:extLst>
          </p:cNvPr>
          <p:cNvSpPr/>
          <p:nvPr/>
        </p:nvSpPr>
        <p:spPr>
          <a:xfrm>
            <a:off x="275015" y="4687820"/>
            <a:ext cx="7365600" cy="10205209"/>
          </a:xfrm>
          <a:prstGeom prst="rect">
            <a:avLst/>
          </a:prstGeom>
          <a:solidFill>
            <a:srgbClr val="F4F8F5"/>
          </a:solidFill>
          <a:ln w="9525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C38FF22-DEFF-E6A7-B183-1FE561AA8E41}"/>
              </a:ext>
            </a:extLst>
          </p:cNvPr>
          <p:cNvCxnSpPr>
            <a:cxnSpLocks/>
          </p:cNvCxnSpPr>
          <p:nvPr/>
        </p:nvCxnSpPr>
        <p:spPr>
          <a:xfrm>
            <a:off x="1437466" y="718768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93BA096D-ADCD-B9E4-7E78-5E6D6F898859}"/>
              </a:ext>
            </a:extLst>
          </p:cNvPr>
          <p:cNvSpPr/>
          <p:nvPr/>
        </p:nvSpPr>
        <p:spPr>
          <a:xfrm>
            <a:off x="3939449" y="5758056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2C7E468-4221-34BC-2D5A-AAF23BF31B1C}"/>
              </a:ext>
            </a:extLst>
          </p:cNvPr>
          <p:cNvCxnSpPr>
            <a:cxnSpLocks/>
          </p:cNvCxnSpPr>
          <p:nvPr/>
        </p:nvCxnSpPr>
        <p:spPr>
          <a:xfrm>
            <a:off x="5301978" y="6970631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2C943673-EFF6-04F4-BBDD-D682174DA31A}"/>
              </a:ext>
            </a:extLst>
          </p:cNvPr>
          <p:cNvSpPr/>
          <p:nvPr/>
        </p:nvSpPr>
        <p:spPr>
          <a:xfrm>
            <a:off x="6107537" y="7007221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9BFEC608-EDDB-2542-30AB-470CE879B4FB}"/>
              </a:ext>
            </a:extLst>
          </p:cNvPr>
          <p:cNvSpPr/>
          <p:nvPr/>
        </p:nvSpPr>
        <p:spPr>
          <a:xfrm>
            <a:off x="1571557" y="670915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3DFD3A9-5461-B86D-62A7-4B392A338F18}"/>
              </a:ext>
            </a:extLst>
          </p:cNvPr>
          <p:cNvSpPr/>
          <p:nvPr/>
        </p:nvSpPr>
        <p:spPr>
          <a:xfrm>
            <a:off x="6007343" y="681585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30038A7-D5ED-E018-03E9-D615CD042C06}"/>
              </a:ext>
            </a:extLst>
          </p:cNvPr>
          <p:cNvCxnSpPr>
            <a:cxnSpLocks/>
          </p:cNvCxnSpPr>
          <p:nvPr/>
        </p:nvCxnSpPr>
        <p:spPr>
          <a:xfrm flipV="1">
            <a:off x="6175637" y="6819824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10E10B8-401B-39AC-53D9-BB0B3A3E2B45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6039557" y="6899741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8872B6F8-AEE3-1F25-3F4F-F59E27678AF6}"/>
              </a:ext>
            </a:extLst>
          </p:cNvPr>
          <p:cNvCxnSpPr>
            <a:cxnSpLocks/>
          </p:cNvCxnSpPr>
          <p:nvPr/>
        </p:nvCxnSpPr>
        <p:spPr>
          <a:xfrm rot="1200000" flipV="1">
            <a:off x="6280336" y="6864617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BDC13C2D-2D1A-D53B-B1EC-A884C5B18169}"/>
              </a:ext>
            </a:extLst>
          </p:cNvPr>
          <p:cNvSpPr/>
          <p:nvPr/>
        </p:nvSpPr>
        <p:spPr>
          <a:xfrm>
            <a:off x="4819517" y="681585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5DF2A72F-D9D7-B5BA-3154-31B8C1FEF52F}"/>
              </a:ext>
            </a:extLst>
          </p:cNvPr>
          <p:cNvSpPr/>
          <p:nvPr/>
        </p:nvSpPr>
        <p:spPr>
          <a:xfrm>
            <a:off x="1433664" y="6448392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9B41E74B-BF76-037B-925F-61E73092A10F}"/>
              </a:ext>
            </a:extLst>
          </p:cNvPr>
          <p:cNvCxnSpPr>
            <a:cxnSpLocks/>
          </p:cNvCxnSpPr>
          <p:nvPr/>
        </p:nvCxnSpPr>
        <p:spPr>
          <a:xfrm flipH="1" flipV="1">
            <a:off x="1787401" y="6464293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A71BE33-A857-0777-A04F-B8654B869A88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035452" y="6587759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A0D9B3D5-2456-B135-617B-D7016709CCC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569338" y="659571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E7EF5C13-7BCB-E154-F6B8-615693838D0B}"/>
              </a:ext>
            </a:extLst>
          </p:cNvPr>
          <p:cNvCxnSpPr>
            <a:cxnSpLocks/>
          </p:cNvCxnSpPr>
          <p:nvPr/>
        </p:nvCxnSpPr>
        <p:spPr>
          <a:xfrm>
            <a:off x="1433660" y="898914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1464B02A-BBEC-3C1B-1496-0853CD0E3B99}"/>
              </a:ext>
            </a:extLst>
          </p:cNvPr>
          <p:cNvSpPr/>
          <p:nvPr/>
        </p:nvSpPr>
        <p:spPr>
          <a:xfrm>
            <a:off x="3216130" y="7322887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BC494F1-B0F5-DD86-EA77-662B357A0EBC}"/>
              </a:ext>
            </a:extLst>
          </p:cNvPr>
          <p:cNvCxnSpPr>
            <a:cxnSpLocks/>
          </p:cNvCxnSpPr>
          <p:nvPr/>
        </p:nvCxnSpPr>
        <p:spPr>
          <a:xfrm>
            <a:off x="5003088" y="8772095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3F6B6A-9B1F-3347-526C-8082DCF4C5E4}"/>
              </a:ext>
            </a:extLst>
          </p:cNvPr>
          <p:cNvCxnSpPr>
            <a:cxnSpLocks/>
          </p:cNvCxnSpPr>
          <p:nvPr/>
        </p:nvCxnSpPr>
        <p:spPr>
          <a:xfrm>
            <a:off x="5301964" y="8676937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7AB3CB44-795E-595F-BAD3-507DBB43A135}"/>
              </a:ext>
            </a:extLst>
          </p:cNvPr>
          <p:cNvCxnSpPr>
            <a:cxnSpLocks/>
          </p:cNvCxnSpPr>
          <p:nvPr/>
        </p:nvCxnSpPr>
        <p:spPr>
          <a:xfrm rot="10800000">
            <a:off x="5301964" y="885394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E40492D-3937-2C47-1D37-017C70BBB264}"/>
              </a:ext>
            </a:extLst>
          </p:cNvPr>
          <p:cNvCxnSpPr>
            <a:cxnSpLocks/>
            <a:stCxn id="101" idx="0"/>
          </p:cNvCxnSpPr>
          <p:nvPr/>
        </p:nvCxnSpPr>
        <p:spPr>
          <a:xfrm flipH="1" flipV="1">
            <a:off x="2638280" y="8772109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44963FE2-0DBD-C3A2-634E-BDF238DAA99E}"/>
              </a:ext>
            </a:extLst>
          </p:cNvPr>
          <p:cNvSpPr/>
          <p:nvPr/>
        </p:nvSpPr>
        <p:spPr>
          <a:xfrm>
            <a:off x="6003535" y="861731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0B85D1E1-F3FD-0A98-69F9-94132A81F9E0}"/>
              </a:ext>
            </a:extLst>
          </p:cNvPr>
          <p:cNvSpPr/>
          <p:nvPr/>
        </p:nvSpPr>
        <p:spPr>
          <a:xfrm>
            <a:off x="4815711" y="861731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A386412-3C5B-CC4E-D574-F95F743EB426}"/>
              </a:ext>
            </a:extLst>
          </p:cNvPr>
          <p:cNvSpPr/>
          <p:nvPr/>
        </p:nvSpPr>
        <p:spPr>
          <a:xfrm>
            <a:off x="2272228" y="861731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0C39C788-A7E8-262B-E870-5E5226B62D6F}"/>
              </a:ext>
            </a:extLst>
          </p:cNvPr>
          <p:cNvSpPr/>
          <p:nvPr/>
        </p:nvSpPr>
        <p:spPr>
          <a:xfrm>
            <a:off x="1429858" y="824985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E4DDA2-909D-9DA0-D501-CE8556EA1E4B}"/>
              </a:ext>
            </a:extLst>
          </p:cNvPr>
          <p:cNvSpPr/>
          <p:nvPr/>
        </p:nvSpPr>
        <p:spPr>
          <a:xfrm>
            <a:off x="3939449" y="7559301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9667DE-3E4F-FC51-CCA8-FC265D2D6A2C}"/>
              </a:ext>
            </a:extLst>
          </p:cNvPr>
          <p:cNvCxnSpPr>
            <a:cxnSpLocks/>
          </p:cNvCxnSpPr>
          <p:nvPr/>
        </p:nvCxnSpPr>
        <p:spPr>
          <a:xfrm>
            <a:off x="1441266" y="1162279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B1B2F7C-AA7F-C86F-2FBC-ACC61D562D10}"/>
              </a:ext>
            </a:extLst>
          </p:cNvPr>
          <p:cNvSpPr/>
          <p:nvPr/>
        </p:nvSpPr>
        <p:spPr>
          <a:xfrm>
            <a:off x="3223738" y="11135404"/>
            <a:ext cx="1786965" cy="28637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DC264B-6C7F-8973-B7B6-E4C333A3F061}"/>
              </a:ext>
            </a:extLst>
          </p:cNvPr>
          <p:cNvCxnSpPr>
            <a:cxnSpLocks/>
          </p:cNvCxnSpPr>
          <p:nvPr/>
        </p:nvCxnSpPr>
        <p:spPr>
          <a:xfrm>
            <a:off x="5010696" y="11405741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9AD97C7-D097-ADF5-EC1D-981834D16118}"/>
              </a:ext>
            </a:extLst>
          </p:cNvPr>
          <p:cNvCxnSpPr>
            <a:cxnSpLocks/>
          </p:cNvCxnSpPr>
          <p:nvPr/>
        </p:nvCxnSpPr>
        <p:spPr>
          <a:xfrm>
            <a:off x="5309572" y="11310583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503557-A511-EAF3-E52B-D0C90BDD4623}"/>
              </a:ext>
            </a:extLst>
          </p:cNvPr>
          <p:cNvCxnSpPr>
            <a:cxnSpLocks/>
          </p:cNvCxnSpPr>
          <p:nvPr/>
        </p:nvCxnSpPr>
        <p:spPr>
          <a:xfrm rot="10800000">
            <a:off x="5309572" y="11487587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486F6FE-3561-3F53-D2F4-EDB5CF501819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2645888" y="11405751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2600EB-F30D-AFF2-86C8-A8B4348E946E}"/>
              </a:ext>
            </a:extLst>
          </p:cNvPr>
          <p:cNvSpPr/>
          <p:nvPr/>
        </p:nvSpPr>
        <p:spPr>
          <a:xfrm>
            <a:off x="6011143" y="1125096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6CE888-BB4E-A991-439D-132898A21B04}"/>
              </a:ext>
            </a:extLst>
          </p:cNvPr>
          <p:cNvSpPr/>
          <p:nvPr/>
        </p:nvSpPr>
        <p:spPr>
          <a:xfrm>
            <a:off x="4823319" y="112509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1D16CFE-4B27-23F2-FAAD-AE86F799BD8B}"/>
              </a:ext>
            </a:extLst>
          </p:cNvPr>
          <p:cNvSpPr/>
          <p:nvPr/>
        </p:nvSpPr>
        <p:spPr>
          <a:xfrm>
            <a:off x="2279834" y="1125096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9A940D-C71A-318D-46DE-8CEB1D5D8F02}"/>
              </a:ext>
            </a:extLst>
          </p:cNvPr>
          <p:cNvSpPr/>
          <p:nvPr/>
        </p:nvSpPr>
        <p:spPr>
          <a:xfrm>
            <a:off x="1437466" y="10883496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E48241-1FF3-DFAB-C3B1-EEB230A94B58}"/>
              </a:ext>
            </a:extLst>
          </p:cNvPr>
          <p:cNvSpPr/>
          <p:nvPr/>
        </p:nvSpPr>
        <p:spPr>
          <a:xfrm>
            <a:off x="3947055" y="11257933"/>
            <a:ext cx="348081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4161556-9D84-CE22-4959-4D7EF5A65531}"/>
              </a:ext>
            </a:extLst>
          </p:cNvPr>
          <p:cNvCxnSpPr>
            <a:cxnSpLocks/>
          </p:cNvCxnSpPr>
          <p:nvPr/>
        </p:nvCxnSpPr>
        <p:spPr>
          <a:xfrm>
            <a:off x="1433660" y="1368289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69AD547-2E26-6279-588B-D4FD9BFACDC4}"/>
              </a:ext>
            </a:extLst>
          </p:cNvPr>
          <p:cNvSpPr/>
          <p:nvPr/>
        </p:nvSpPr>
        <p:spPr>
          <a:xfrm>
            <a:off x="3216130" y="12016637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58555E-B770-8ABE-2DD5-D1E18D9C4773}"/>
              </a:ext>
            </a:extLst>
          </p:cNvPr>
          <p:cNvCxnSpPr>
            <a:cxnSpLocks/>
          </p:cNvCxnSpPr>
          <p:nvPr/>
        </p:nvCxnSpPr>
        <p:spPr>
          <a:xfrm>
            <a:off x="5003088" y="13465846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12D2CBA-59B8-8C1B-E226-F9D3DC3F90DE}"/>
              </a:ext>
            </a:extLst>
          </p:cNvPr>
          <p:cNvCxnSpPr>
            <a:cxnSpLocks/>
          </p:cNvCxnSpPr>
          <p:nvPr/>
        </p:nvCxnSpPr>
        <p:spPr>
          <a:xfrm>
            <a:off x="5301964" y="1337068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2DFA69D-19FD-916C-A752-B6889D853495}"/>
              </a:ext>
            </a:extLst>
          </p:cNvPr>
          <p:cNvCxnSpPr>
            <a:cxnSpLocks/>
          </p:cNvCxnSpPr>
          <p:nvPr/>
        </p:nvCxnSpPr>
        <p:spPr>
          <a:xfrm rot="10800000">
            <a:off x="5301964" y="1354769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3526E82-F670-1651-A0E4-1755CF5435BA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2638280" y="13465860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06B36742-7F9A-AB00-E5CE-CD92EE1E31C8}"/>
              </a:ext>
            </a:extLst>
          </p:cNvPr>
          <p:cNvSpPr/>
          <p:nvPr/>
        </p:nvSpPr>
        <p:spPr>
          <a:xfrm>
            <a:off x="6003535" y="13311064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2A72E0B-17F8-FBCC-5B2B-0628B7259EB5}"/>
              </a:ext>
            </a:extLst>
          </p:cNvPr>
          <p:cNvSpPr/>
          <p:nvPr/>
        </p:nvSpPr>
        <p:spPr>
          <a:xfrm>
            <a:off x="4815711" y="1331106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B32563A-2E16-8AAD-9A5E-29C9C4AE5BED}"/>
              </a:ext>
            </a:extLst>
          </p:cNvPr>
          <p:cNvSpPr/>
          <p:nvPr/>
        </p:nvSpPr>
        <p:spPr>
          <a:xfrm>
            <a:off x="2272228" y="13311064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48C03B8-D8AE-F04D-64F0-0CE63D3170E9}"/>
              </a:ext>
            </a:extLst>
          </p:cNvPr>
          <p:cNvSpPr/>
          <p:nvPr/>
        </p:nvSpPr>
        <p:spPr>
          <a:xfrm>
            <a:off x="1429858" y="1294360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7D0E6C-FBC0-33D7-9195-C928D709AEE8}"/>
              </a:ext>
            </a:extLst>
          </p:cNvPr>
          <p:cNvSpPr/>
          <p:nvPr/>
        </p:nvSpPr>
        <p:spPr>
          <a:xfrm>
            <a:off x="3922237" y="13333959"/>
            <a:ext cx="348081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59DA24A-B8D5-E3E6-0520-005539D51F9D}"/>
              </a:ext>
            </a:extLst>
          </p:cNvPr>
          <p:cNvCxnSpPr>
            <a:cxnSpLocks/>
          </p:cNvCxnSpPr>
          <p:nvPr/>
        </p:nvCxnSpPr>
        <p:spPr>
          <a:xfrm>
            <a:off x="8629233" y="717137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6E47D62-F615-6740-5D9F-77D810E07044}"/>
              </a:ext>
            </a:extLst>
          </p:cNvPr>
          <p:cNvSpPr/>
          <p:nvPr/>
        </p:nvSpPr>
        <p:spPr>
          <a:xfrm>
            <a:off x="13755145" y="5741755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02776ED-6022-1EFC-C63D-B7110524FCE9}"/>
              </a:ext>
            </a:extLst>
          </p:cNvPr>
          <p:cNvCxnSpPr>
            <a:cxnSpLocks/>
          </p:cNvCxnSpPr>
          <p:nvPr/>
        </p:nvCxnSpPr>
        <p:spPr>
          <a:xfrm>
            <a:off x="12493744" y="6954331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813475F7-4216-07BA-C83C-EFED368E5558}"/>
              </a:ext>
            </a:extLst>
          </p:cNvPr>
          <p:cNvSpPr/>
          <p:nvPr/>
        </p:nvSpPr>
        <p:spPr>
          <a:xfrm>
            <a:off x="13299303" y="6990921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3658507-1376-A5EA-E7D7-72D37E9F974D}"/>
              </a:ext>
            </a:extLst>
          </p:cNvPr>
          <p:cNvSpPr/>
          <p:nvPr/>
        </p:nvSpPr>
        <p:spPr>
          <a:xfrm>
            <a:off x="8763325" y="669285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3A76041-CCBE-F30F-9DF2-BA62F1E178CC}"/>
              </a:ext>
            </a:extLst>
          </p:cNvPr>
          <p:cNvSpPr/>
          <p:nvPr/>
        </p:nvSpPr>
        <p:spPr>
          <a:xfrm>
            <a:off x="13199109" y="679955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650F007-A06E-3FAC-A7A2-8BD2612AB409}"/>
              </a:ext>
            </a:extLst>
          </p:cNvPr>
          <p:cNvCxnSpPr>
            <a:cxnSpLocks/>
          </p:cNvCxnSpPr>
          <p:nvPr/>
        </p:nvCxnSpPr>
        <p:spPr>
          <a:xfrm flipV="1">
            <a:off x="13367405" y="6803524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C445CCA-ADBA-6F0C-06D1-15E158992FC4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13231324" y="6883441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D237BD22-2CE3-9747-D84F-ABD03123F83E}"/>
              </a:ext>
            </a:extLst>
          </p:cNvPr>
          <p:cNvCxnSpPr>
            <a:cxnSpLocks/>
          </p:cNvCxnSpPr>
          <p:nvPr/>
        </p:nvCxnSpPr>
        <p:spPr>
          <a:xfrm rot="1200000" flipV="1">
            <a:off x="13472104" y="6848317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>
            <a:extLst>
              <a:ext uri="{FF2B5EF4-FFF2-40B4-BE49-F238E27FC236}">
                <a16:creationId xmlns:a16="http://schemas.microsoft.com/office/drawing/2014/main" id="{DA28C393-F96A-47A8-ABD1-383707AEB9EA}"/>
              </a:ext>
            </a:extLst>
          </p:cNvPr>
          <p:cNvSpPr/>
          <p:nvPr/>
        </p:nvSpPr>
        <p:spPr>
          <a:xfrm>
            <a:off x="12011283" y="679955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A871B616-96C7-19A2-CEA6-AAE047E7F741}"/>
              </a:ext>
            </a:extLst>
          </p:cNvPr>
          <p:cNvSpPr/>
          <p:nvPr/>
        </p:nvSpPr>
        <p:spPr>
          <a:xfrm>
            <a:off x="8625432" y="6432091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802AA4C-AF60-3F54-4CAB-E94E7A6912CD}"/>
              </a:ext>
            </a:extLst>
          </p:cNvPr>
          <p:cNvCxnSpPr>
            <a:cxnSpLocks/>
          </p:cNvCxnSpPr>
          <p:nvPr/>
        </p:nvCxnSpPr>
        <p:spPr>
          <a:xfrm flipH="1" flipV="1">
            <a:off x="8979169" y="6447991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01BB739-EB10-6886-E3F7-33ABA65720A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9227220" y="6571457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411F76D-3FE0-2367-34F3-D41AA9B82287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8761104" y="657941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8D81AA6-5B3F-A1AC-7A35-D2C670BAC2E6}"/>
              </a:ext>
            </a:extLst>
          </p:cNvPr>
          <p:cNvCxnSpPr>
            <a:cxnSpLocks/>
          </p:cNvCxnSpPr>
          <p:nvPr/>
        </p:nvCxnSpPr>
        <p:spPr>
          <a:xfrm>
            <a:off x="8625427" y="897284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47105625-6D0A-8B57-4074-80AEEFC8927F}"/>
              </a:ext>
            </a:extLst>
          </p:cNvPr>
          <p:cNvSpPr/>
          <p:nvPr/>
        </p:nvSpPr>
        <p:spPr>
          <a:xfrm>
            <a:off x="10407898" y="7306586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60D8FE5-92AD-459A-0FAD-EFEF708D3409}"/>
              </a:ext>
            </a:extLst>
          </p:cNvPr>
          <p:cNvCxnSpPr>
            <a:cxnSpLocks/>
          </p:cNvCxnSpPr>
          <p:nvPr/>
        </p:nvCxnSpPr>
        <p:spPr>
          <a:xfrm>
            <a:off x="12194855" y="8755793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FF5DA0C-0F8E-6674-7C30-A91F4776B752}"/>
              </a:ext>
            </a:extLst>
          </p:cNvPr>
          <p:cNvCxnSpPr>
            <a:cxnSpLocks/>
          </p:cNvCxnSpPr>
          <p:nvPr/>
        </p:nvCxnSpPr>
        <p:spPr>
          <a:xfrm>
            <a:off x="12493730" y="866063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4747FEEB-EB62-43DF-2485-C7E44E130DA2}"/>
              </a:ext>
            </a:extLst>
          </p:cNvPr>
          <p:cNvCxnSpPr>
            <a:cxnSpLocks/>
          </p:cNvCxnSpPr>
          <p:nvPr/>
        </p:nvCxnSpPr>
        <p:spPr>
          <a:xfrm rot="10800000">
            <a:off x="12493730" y="8837640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1E2EFFEE-383B-402C-0348-3B874A643124}"/>
              </a:ext>
            </a:extLst>
          </p:cNvPr>
          <p:cNvCxnSpPr>
            <a:cxnSpLocks/>
            <a:stCxn id="79" idx="0"/>
          </p:cNvCxnSpPr>
          <p:nvPr/>
        </p:nvCxnSpPr>
        <p:spPr>
          <a:xfrm flipH="1" flipV="1">
            <a:off x="9830048" y="8755809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7E07C7AF-A356-9E1C-51CF-6C704816C421}"/>
              </a:ext>
            </a:extLst>
          </p:cNvPr>
          <p:cNvSpPr/>
          <p:nvPr/>
        </p:nvSpPr>
        <p:spPr>
          <a:xfrm>
            <a:off x="13195303" y="860101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081FAFD8-D47B-FCBF-71D3-ECA8E4AA17F3}"/>
              </a:ext>
            </a:extLst>
          </p:cNvPr>
          <p:cNvSpPr/>
          <p:nvPr/>
        </p:nvSpPr>
        <p:spPr>
          <a:xfrm>
            <a:off x="12007477" y="860101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55E9E9E0-6C02-8BF5-8B46-96A69F9900E6}"/>
              </a:ext>
            </a:extLst>
          </p:cNvPr>
          <p:cNvSpPr/>
          <p:nvPr/>
        </p:nvSpPr>
        <p:spPr>
          <a:xfrm>
            <a:off x="9463994" y="860101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488E70C-EA1A-0241-C975-87661D197329}"/>
              </a:ext>
            </a:extLst>
          </p:cNvPr>
          <p:cNvSpPr/>
          <p:nvPr/>
        </p:nvSpPr>
        <p:spPr>
          <a:xfrm>
            <a:off x="8621626" y="8233549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A0AB5D0-2212-4C4C-6D17-9151C496D366}"/>
              </a:ext>
            </a:extLst>
          </p:cNvPr>
          <p:cNvSpPr/>
          <p:nvPr/>
        </p:nvSpPr>
        <p:spPr>
          <a:xfrm>
            <a:off x="13786949" y="7543001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4FA978FA-3C2D-A05B-B240-BD73682D688A}"/>
              </a:ext>
            </a:extLst>
          </p:cNvPr>
          <p:cNvCxnSpPr>
            <a:cxnSpLocks/>
          </p:cNvCxnSpPr>
          <p:nvPr/>
        </p:nvCxnSpPr>
        <p:spPr>
          <a:xfrm>
            <a:off x="8625586" y="11570427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2" name="Freeform: Shape 141">
            <a:extLst>
              <a:ext uri="{FF2B5EF4-FFF2-40B4-BE49-F238E27FC236}">
                <a16:creationId xmlns:a16="http://schemas.microsoft.com/office/drawing/2014/main" id="{A38E9E30-5A84-FF7F-E223-ADEAC6F5B34C}"/>
              </a:ext>
            </a:extLst>
          </p:cNvPr>
          <p:cNvSpPr/>
          <p:nvPr/>
        </p:nvSpPr>
        <p:spPr>
          <a:xfrm>
            <a:off x="10408057" y="11083040"/>
            <a:ext cx="1786965" cy="28637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6A54605B-860C-9AA8-91C6-559EE536C53B}"/>
              </a:ext>
            </a:extLst>
          </p:cNvPr>
          <p:cNvCxnSpPr>
            <a:cxnSpLocks/>
          </p:cNvCxnSpPr>
          <p:nvPr/>
        </p:nvCxnSpPr>
        <p:spPr>
          <a:xfrm>
            <a:off x="12195014" y="11353377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FE208A0-8321-7787-B0E0-D8219DDC577B}"/>
              </a:ext>
            </a:extLst>
          </p:cNvPr>
          <p:cNvCxnSpPr>
            <a:cxnSpLocks/>
          </p:cNvCxnSpPr>
          <p:nvPr/>
        </p:nvCxnSpPr>
        <p:spPr>
          <a:xfrm>
            <a:off x="12493889" y="11258219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9DDCA8A8-92C0-EFDA-7F41-117943ECEAC2}"/>
              </a:ext>
            </a:extLst>
          </p:cNvPr>
          <p:cNvCxnSpPr>
            <a:cxnSpLocks/>
          </p:cNvCxnSpPr>
          <p:nvPr/>
        </p:nvCxnSpPr>
        <p:spPr>
          <a:xfrm rot="10800000">
            <a:off x="12493889" y="11435223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67B0347C-E07B-66EC-569C-21200082F0BD}"/>
              </a:ext>
            </a:extLst>
          </p:cNvPr>
          <p:cNvCxnSpPr>
            <a:cxnSpLocks/>
            <a:stCxn id="142" idx="0"/>
          </p:cNvCxnSpPr>
          <p:nvPr/>
        </p:nvCxnSpPr>
        <p:spPr>
          <a:xfrm flipH="1" flipV="1">
            <a:off x="9830207" y="11353386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Oval 158">
            <a:extLst>
              <a:ext uri="{FF2B5EF4-FFF2-40B4-BE49-F238E27FC236}">
                <a16:creationId xmlns:a16="http://schemas.microsoft.com/office/drawing/2014/main" id="{D30B44DE-ED50-5CBD-8A30-49B5361B973C}"/>
              </a:ext>
            </a:extLst>
          </p:cNvPr>
          <p:cNvSpPr/>
          <p:nvPr/>
        </p:nvSpPr>
        <p:spPr>
          <a:xfrm>
            <a:off x="13195462" y="11198596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79D10BF1-A1F6-C6F3-21AA-3C2A73A401C0}"/>
              </a:ext>
            </a:extLst>
          </p:cNvPr>
          <p:cNvSpPr/>
          <p:nvPr/>
        </p:nvSpPr>
        <p:spPr>
          <a:xfrm>
            <a:off x="12007636" y="1119859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262ACD11-3A38-F6F7-6FF8-0CE18A145DBB}"/>
              </a:ext>
            </a:extLst>
          </p:cNvPr>
          <p:cNvSpPr/>
          <p:nvPr/>
        </p:nvSpPr>
        <p:spPr>
          <a:xfrm>
            <a:off x="9464153" y="11198596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F3FCE7D5-E86F-ACE4-FDFB-1D3CE3696FEF}"/>
              </a:ext>
            </a:extLst>
          </p:cNvPr>
          <p:cNvSpPr/>
          <p:nvPr/>
        </p:nvSpPr>
        <p:spPr>
          <a:xfrm>
            <a:off x="8621785" y="1083113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76A20927-1116-718F-7043-7F425536FF60}"/>
              </a:ext>
            </a:extLst>
          </p:cNvPr>
          <p:cNvSpPr/>
          <p:nvPr/>
        </p:nvSpPr>
        <p:spPr>
          <a:xfrm>
            <a:off x="13787108" y="11205571"/>
            <a:ext cx="348081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C067258-7DFB-59D8-A349-7A2EC4B15BD9}"/>
              </a:ext>
            </a:extLst>
          </p:cNvPr>
          <p:cNvCxnSpPr>
            <a:cxnSpLocks/>
          </p:cNvCxnSpPr>
          <p:nvPr/>
        </p:nvCxnSpPr>
        <p:spPr>
          <a:xfrm>
            <a:off x="8617978" y="1363053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62DA677D-33C7-11E5-0359-42A7698E22AA}"/>
              </a:ext>
            </a:extLst>
          </p:cNvPr>
          <p:cNvSpPr/>
          <p:nvPr/>
        </p:nvSpPr>
        <p:spPr>
          <a:xfrm>
            <a:off x="10400449" y="11964273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9C4E75A-C893-DA35-F781-B1EAB1CAA89B}"/>
              </a:ext>
            </a:extLst>
          </p:cNvPr>
          <p:cNvCxnSpPr>
            <a:cxnSpLocks/>
          </p:cNvCxnSpPr>
          <p:nvPr/>
        </p:nvCxnSpPr>
        <p:spPr>
          <a:xfrm>
            <a:off x="12187407" y="13413481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447EA7A7-7D17-3684-B198-AB45BFBDA4B0}"/>
              </a:ext>
            </a:extLst>
          </p:cNvPr>
          <p:cNvCxnSpPr>
            <a:cxnSpLocks/>
          </p:cNvCxnSpPr>
          <p:nvPr/>
        </p:nvCxnSpPr>
        <p:spPr>
          <a:xfrm>
            <a:off x="12486283" y="1331832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F1677A9-8D05-5446-8A22-45C3B3A83FC6}"/>
              </a:ext>
            </a:extLst>
          </p:cNvPr>
          <p:cNvCxnSpPr>
            <a:cxnSpLocks/>
          </p:cNvCxnSpPr>
          <p:nvPr/>
        </p:nvCxnSpPr>
        <p:spPr>
          <a:xfrm rot="10800000">
            <a:off x="12486283" y="13495327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178D060A-F531-3579-6B5B-4020C3C60093}"/>
              </a:ext>
            </a:extLst>
          </p:cNvPr>
          <p:cNvCxnSpPr>
            <a:cxnSpLocks/>
            <a:stCxn id="184" idx="0"/>
          </p:cNvCxnSpPr>
          <p:nvPr/>
        </p:nvCxnSpPr>
        <p:spPr>
          <a:xfrm flipH="1" flipV="1">
            <a:off x="9822600" y="13413495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Oval 188">
            <a:extLst>
              <a:ext uri="{FF2B5EF4-FFF2-40B4-BE49-F238E27FC236}">
                <a16:creationId xmlns:a16="http://schemas.microsoft.com/office/drawing/2014/main" id="{130173D3-A325-791B-1B02-70A7F4AC4CD4}"/>
              </a:ext>
            </a:extLst>
          </p:cNvPr>
          <p:cNvSpPr/>
          <p:nvPr/>
        </p:nvSpPr>
        <p:spPr>
          <a:xfrm>
            <a:off x="13187854" y="13258700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9CD3897-45D4-72FD-644F-76973EC70D45}"/>
              </a:ext>
            </a:extLst>
          </p:cNvPr>
          <p:cNvSpPr/>
          <p:nvPr/>
        </p:nvSpPr>
        <p:spPr>
          <a:xfrm>
            <a:off x="12000030" y="132587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6529B2C0-48B1-A5C3-B42B-37126F3A6819}"/>
              </a:ext>
            </a:extLst>
          </p:cNvPr>
          <p:cNvSpPr/>
          <p:nvPr/>
        </p:nvSpPr>
        <p:spPr>
          <a:xfrm>
            <a:off x="9456547" y="1325870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360953A8-46A9-2297-E444-C729717B4E38}"/>
              </a:ext>
            </a:extLst>
          </p:cNvPr>
          <p:cNvSpPr/>
          <p:nvPr/>
        </p:nvSpPr>
        <p:spPr>
          <a:xfrm>
            <a:off x="8614177" y="12891236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37A6A68-0DDE-C26C-A6AD-ADDDAEFC769A}"/>
              </a:ext>
            </a:extLst>
          </p:cNvPr>
          <p:cNvSpPr/>
          <p:nvPr/>
        </p:nvSpPr>
        <p:spPr>
          <a:xfrm>
            <a:off x="13762290" y="13281594"/>
            <a:ext cx="348081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923C905B-B0C7-DE84-8691-8F39A1A6D2B9}"/>
              </a:ext>
            </a:extLst>
          </p:cNvPr>
          <p:cNvCxnSpPr>
            <a:cxnSpLocks/>
          </p:cNvCxnSpPr>
          <p:nvPr/>
        </p:nvCxnSpPr>
        <p:spPr>
          <a:xfrm>
            <a:off x="16304322" y="717137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3" name="Rectangle 282">
            <a:extLst>
              <a:ext uri="{FF2B5EF4-FFF2-40B4-BE49-F238E27FC236}">
                <a16:creationId xmlns:a16="http://schemas.microsoft.com/office/drawing/2014/main" id="{33D66EAD-5122-1A38-8778-3F6F89DD4DE5}"/>
              </a:ext>
            </a:extLst>
          </p:cNvPr>
          <p:cNvSpPr/>
          <p:nvPr/>
        </p:nvSpPr>
        <p:spPr>
          <a:xfrm>
            <a:off x="21430233" y="5741755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66BF8FA2-ED95-EC5F-7280-A8DB4D049F40}"/>
              </a:ext>
            </a:extLst>
          </p:cNvPr>
          <p:cNvCxnSpPr>
            <a:cxnSpLocks/>
          </p:cNvCxnSpPr>
          <p:nvPr/>
        </p:nvCxnSpPr>
        <p:spPr>
          <a:xfrm>
            <a:off x="20168832" y="6954331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Oval 284">
            <a:extLst>
              <a:ext uri="{FF2B5EF4-FFF2-40B4-BE49-F238E27FC236}">
                <a16:creationId xmlns:a16="http://schemas.microsoft.com/office/drawing/2014/main" id="{F1365A68-B5AC-64BD-529F-E5D3709B4EED}"/>
              </a:ext>
            </a:extLst>
          </p:cNvPr>
          <p:cNvSpPr/>
          <p:nvPr/>
        </p:nvSpPr>
        <p:spPr>
          <a:xfrm>
            <a:off x="20974391" y="6990921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DFC5C639-2E2E-E4B9-8452-8A4DD560DA8A}"/>
              </a:ext>
            </a:extLst>
          </p:cNvPr>
          <p:cNvSpPr/>
          <p:nvPr/>
        </p:nvSpPr>
        <p:spPr>
          <a:xfrm>
            <a:off x="16438413" y="6692856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51B863E3-847A-36F7-3B0C-C14F7EC02CBB}"/>
              </a:ext>
            </a:extLst>
          </p:cNvPr>
          <p:cNvSpPr/>
          <p:nvPr/>
        </p:nvSpPr>
        <p:spPr>
          <a:xfrm>
            <a:off x="20874197" y="679955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Arrow Connector 287">
            <a:extLst>
              <a:ext uri="{FF2B5EF4-FFF2-40B4-BE49-F238E27FC236}">
                <a16:creationId xmlns:a16="http://schemas.microsoft.com/office/drawing/2014/main" id="{112BB714-B3AF-F219-76F6-C3E4531195AF}"/>
              </a:ext>
            </a:extLst>
          </p:cNvPr>
          <p:cNvCxnSpPr>
            <a:cxnSpLocks/>
          </p:cNvCxnSpPr>
          <p:nvPr/>
        </p:nvCxnSpPr>
        <p:spPr>
          <a:xfrm flipV="1">
            <a:off x="21042493" y="6803524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C29C40EC-9E47-D9E6-E2C0-1E986EF07773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20906412" y="6883441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B17ADECD-4DBE-E264-61FD-45CCE2F7C263}"/>
              </a:ext>
            </a:extLst>
          </p:cNvPr>
          <p:cNvCxnSpPr>
            <a:cxnSpLocks/>
          </p:cNvCxnSpPr>
          <p:nvPr/>
        </p:nvCxnSpPr>
        <p:spPr>
          <a:xfrm rot="1200000" flipV="1">
            <a:off x="21147192" y="6848317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Oval 291">
            <a:extLst>
              <a:ext uri="{FF2B5EF4-FFF2-40B4-BE49-F238E27FC236}">
                <a16:creationId xmlns:a16="http://schemas.microsoft.com/office/drawing/2014/main" id="{D76C5C4A-7B36-39C3-60C9-E1B9A8C8A1FD}"/>
              </a:ext>
            </a:extLst>
          </p:cNvPr>
          <p:cNvSpPr/>
          <p:nvPr/>
        </p:nvSpPr>
        <p:spPr>
          <a:xfrm>
            <a:off x="19686371" y="679955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C17A7E2A-E7B6-754C-214E-2159D12F137B}"/>
              </a:ext>
            </a:extLst>
          </p:cNvPr>
          <p:cNvSpPr/>
          <p:nvPr/>
        </p:nvSpPr>
        <p:spPr>
          <a:xfrm>
            <a:off x="16300520" y="6432091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4" name="Straight Arrow Connector 293">
            <a:extLst>
              <a:ext uri="{FF2B5EF4-FFF2-40B4-BE49-F238E27FC236}">
                <a16:creationId xmlns:a16="http://schemas.microsoft.com/office/drawing/2014/main" id="{B698233E-CC0C-3C36-6AA4-94052E7616ED}"/>
              </a:ext>
            </a:extLst>
          </p:cNvPr>
          <p:cNvCxnSpPr>
            <a:cxnSpLocks/>
          </p:cNvCxnSpPr>
          <p:nvPr/>
        </p:nvCxnSpPr>
        <p:spPr>
          <a:xfrm flipH="1" flipV="1">
            <a:off x="16654257" y="6447991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DF20EE2A-996D-760C-6C78-64FD9BBBBE2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16902308" y="6571457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A8E1E6F1-2387-39E2-BFA0-6F90B8360534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16436192" y="6579411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3D3B05B9-837A-A395-8E24-41BFBFC3BBD6}"/>
              </a:ext>
            </a:extLst>
          </p:cNvPr>
          <p:cNvCxnSpPr>
            <a:cxnSpLocks/>
          </p:cNvCxnSpPr>
          <p:nvPr/>
        </p:nvCxnSpPr>
        <p:spPr>
          <a:xfrm>
            <a:off x="16300514" y="8972845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9" name="Freeform: Shape 308">
            <a:extLst>
              <a:ext uri="{FF2B5EF4-FFF2-40B4-BE49-F238E27FC236}">
                <a16:creationId xmlns:a16="http://schemas.microsoft.com/office/drawing/2014/main" id="{AC964F41-84FB-8561-F9F9-5E7930B89854}"/>
              </a:ext>
            </a:extLst>
          </p:cNvPr>
          <p:cNvSpPr/>
          <p:nvPr/>
        </p:nvSpPr>
        <p:spPr>
          <a:xfrm>
            <a:off x="18082986" y="7306586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750D45AA-4759-AA2B-8E99-DD1B1197B3AF}"/>
              </a:ext>
            </a:extLst>
          </p:cNvPr>
          <p:cNvCxnSpPr>
            <a:cxnSpLocks/>
          </p:cNvCxnSpPr>
          <p:nvPr/>
        </p:nvCxnSpPr>
        <p:spPr>
          <a:xfrm>
            <a:off x="19869944" y="8755793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7FDB0C7B-8677-81DD-59E2-07C0F7189221}"/>
              </a:ext>
            </a:extLst>
          </p:cNvPr>
          <p:cNvCxnSpPr>
            <a:cxnSpLocks/>
          </p:cNvCxnSpPr>
          <p:nvPr/>
        </p:nvCxnSpPr>
        <p:spPr>
          <a:xfrm>
            <a:off x="20168820" y="866063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Arrow Connector 311">
            <a:extLst>
              <a:ext uri="{FF2B5EF4-FFF2-40B4-BE49-F238E27FC236}">
                <a16:creationId xmlns:a16="http://schemas.microsoft.com/office/drawing/2014/main" id="{0282DE60-F497-BBF7-7DBB-D69D17B2FBEE}"/>
              </a:ext>
            </a:extLst>
          </p:cNvPr>
          <p:cNvCxnSpPr>
            <a:cxnSpLocks/>
          </p:cNvCxnSpPr>
          <p:nvPr/>
        </p:nvCxnSpPr>
        <p:spPr>
          <a:xfrm rot="10800000">
            <a:off x="20168820" y="8837640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DB1BEF37-E0B9-D592-AC45-3CB945D6891F}"/>
              </a:ext>
            </a:extLst>
          </p:cNvPr>
          <p:cNvCxnSpPr>
            <a:cxnSpLocks/>
            <a:stCxn id="309" idx="0"/>
          </p:cNvCxnSpPr>
          <p:nvPr/>
        </p:nvCxnSpPr>
        <p:spPr>
          <a:xfrm flipH="1" flipV="1">
            <a:off x="17505136" y="8755809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Oval 313">
            <a:extLst>
              <a:ext uri="{FF2B5EF4-FFF2-40B4-BE49-F238E27FC236}">
                <a16:creationId xmlns:a16="http://schemas.microsoft.com/office/drawing/2014/main" id="{BB5CEB9F-68EB-DDC6-6044-CDF11CBBE164}"/>
              </a:ext>
            </a:extLst>
          </p:cNvPr>
          <p:cNvSpPr/>
          <p:nvPr/>
        </p:nvSpPr>
        <p:spPr>
          <a:xfrm>
            <a:off x="20870391" y="860101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A8855BEA-33C4-D1DD-47BD-BC3BF2B58557}"/>
              </a:ext>
            </a:extLst>
          </p:cNvPr>
          <p:cNvSpPr/>
          <p:nvPr/>
        </p:nvSpPr>
        <p:spPr>
          <a:xfrm>
            <a:off x="19682567" y="860101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6448A505-DCA5-A02D-674B-12816E79A2FF}"/>
              </a:ext>
            </a:extLst>
          </p:cNvPr>
          <p:cNvSpPr/>
          <p:nvPr/>
        </p:nvSpPr>
        <p:spPr>
          <a:xfrm>
            <a:off x="17139082" y="860101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5439C824-13F9-455D-0FC7-C0001F504961}"/>
              </a:ext>
            </a:extLst>
          </p:cNvPr>
          <p:cNvSpPr/>
          <p:nvPr/>
        </p:nvSpPr>
        <p:spPr>
          <a:xfrm>
            <a:off x="16296714" y="8233549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53D34014-6CCB-69FC-E36D-A03C01599CCB}"/>
              </a:ext>
            </a:extLst>
          </p:cNvPr>
          <p:cNvSpPr/>
          <p:nvPr/>
        </p:nvSpPr>
        <p:spPr>
          <a:xfrm>
            <a:off x="21462037" y="7543001"/>
            <a:ext cx="355687" cy="141370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9" name="Straight Connector 318">
            <a:extLst>
              <a:ext uri="{FF2B5EF4-FFF2-40B4-BE49-F238E27FC236}">
                <a16:creationId xmlns:a16="http://schemas.microsoft.com/office/drawing/2014/main" id="{DF4CCA08-4138-8FF6-AC70-93A48E7B150B}"/>
              </a:ext>
            </a:extLst>
          </p:cNvPr>
          <p:cNvCxnSpPr>
            <a:cxnSpLocks/>
          </p:cNvCxnSpPr>
          <p:nvPr/>
        </p:nvCxnSpPr>
        <p:spPr>
          <a:xfrm>
            <a:off x="16376240" y="1168023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0" name="Freeform: Shape 319">
            <a:extLst>
              <a:ext uri="{FF2B5EF4-FFF2-40B4-BE49-F238E27FC236}">
                <a16:creationId xmlns:a16="http://schemas.microsoft.com/office/drawing/2014/main" id="{4C6533C6-045E-879C-C2F5-2AB3BFACA19E}"/>
              </a:ext>
            </a:extLst>
          </p:cNvPr>
          <p:cNvSpPr/>
          <p:nvPr/>
        </p:nvSpPr>
        <p:spPr>
          <a:xfrm>
            <a:off x="18158712" y="11192842"/>
            <a:ext cx="1786965" cy="28637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838E9E40-B084-62B7-09E6-A772DABC0917}"/>
              </a:ext>
            </a:extLst>
          </p:cNvPr>
          <p:cNvCxnSpPr>
            <a:cxnSpLocks/>
          </p:cNvCxnSpPr>
          <p:nvPr/>
        </p:nvCxnSpPr>
        <p:spPr>
          <a:xfrm>
            <a:off x="19945670" y="11463179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Arrow Connector 321">
            <a:extLst>
              <a:ext uri="{FF2B5EF4-FFF2-40B4-BE49-F238E27FC236}">
                <a16:creationId xmlns:a16="http://schemas.microsoft.com/office/drawing/2014/main" id="{CC2BDA78-B12A-3B08-F5F8-C0B33A2866DF}"/>
              </a:ext>
            </a:extLst>
          </p:cNvPr>
          <p:cNvCxnSpPr>
            <a:cxnSpLocks/>
          </p:cNvCxnSpPr>
          <p:nvPr/>
        </p:nvCxnSpPr>
        <p:spPr>
          <a:xfrm>
            <a:off x="20244546" y="1136802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2E137D4A-0394-4921-E549-38DA6A8AB0D0}"/>
              </a:ext>
            </a:extLst>
          </p:cNvPr>
          <p:cNvCxnSpPr>
            <a:cxnSpLocks/>
          </p:cNvCxnSpPr>
          <p:nvPr/>
        </p:nvCxnSpPr>
        <p:spPr>
          <a:xfrm rot="10800000">
            <a:off x="20244546" y="11545026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A0BBF8A6-8722-BCC7-D88E-AC2CDDAB4C29}"/>
              </a:ext>
            </a:extLst>
          </p:cNvPr>
          <p:cNvCxnSpPr>
            <a:cxnSpLocks/>
            <a:stCxn id="320" idx="0"/>
          </p:cNvCxnSpPr>
          <p:nvPr/>
        </p:nvCxnSpPr>
        <p:spPr>
          <a:xfrm flipH="1" flipV="1">
            <a:off x="17580862" y="11463190"/>
            <a:ext cx="577846" cy="160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Oval 324">
            <a:extLst>
              <a:ext uri="{FF2B5EF4-FFF2-40B4-BE49-F238E27FC236}">
                <a16:creationId xmlns:a16="http://schemas.microsoft.com/office/drawing/2014/main" id="{B57318C1-072A-0E9D-71D0-87168664070E}"/>
              </a:ext>
            </a:extLst>
          </p:cNvPr>
          <p:cNvSpPr/>
          <p:nvPr/>
        </p:nvSpPr>
        <p:spPr>
          <a:xfrm>
            <a:off x="20946117" y="1130839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CC0E9E57-A143-EDEA-8B93-FD0BED5693BA}"/>
              </a:ext>
            </a:extLst>
          </p:cNvPr>
          <p:cNvSpPr/>
          <p:nvPr/>
        </p:nvSpPr>
        <p:spPr>
          <a:xfrm>
            <a:off x="19758292" y="1130839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09B0EF35-9461-4ADA-D15C-D0272A7D309C}"/>
              </a:ext>
            </a:extLst>
          </p:cNvPr>
          <p:cNvSpPr/>
          <p:nvPr/>
        </p:nvSpPr>
        <p:spPr>
          <a:xfrm>
            <a:off x="17214808" y="1130839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44A926C5-14E6-44D7-14AC-01BFD1EA894A}"/>
              </a:ext>
            </a:extLst>
          </p:cNvPr>
          <p:cNvSpPr/>
          <p:nvPr/>
        </p:nvSpPr>
        <p:spPr>
          <a:xfrm>
            <a:off x="16372439" y="10940935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1310F2CF-734A-8E86-906F-26C6E9B193A3}"/>
              </a:ext>
            </a:extLst>
          </p:cNvPr>
          <p:cNvSpPr/>
          <p:nvPr/>
        </p:nvSpPr>
        <p:spPr>
          <a:xfrm>
            <a:off x="18882029" y="11315373"/>
            <a:ext cx="348081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A8D58017-39AC-A428-D46A-1038A979C239}"/>
              </a:ext>
            </a:extLst>
          </p:cNvPr>
          <p:cNvCxnSpPr>
            <a:cxnSpLocks/>
          </p:cNvCxnSpPr>
          <p:nvPr/>
        </p:nvCxnSpPr>
        <p:spPr>
          <a:xfrm>
            <a:off x="16368634" y="1374033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1" name="Freeform: Shape 330">
            <a:extLst>
              <a:ext uri="{FF2B5EF4-FFF2-40B4-BE49-F238E27FC236}">
                <a16:creationId xmlns:a16="http://schemas.microsoft.com/office/drawing/2014/main" id="{1F6EFE8C-F344-A261-27F4-B6C4888F0DAB}"/>
              </a:ext>
            </a:extLst>
          </p:cNvPr>
          <p:cNvSpPr/>
          <p:nvPr/>
        </p:nvSpPr>
        <p:spPr>
          <a:xfrm>
            <a:off x="18151104" y="12074075"/>
            <a:ext cx="1786965" cy="1465242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05C46BCA-063E-B116-9624-23E817E00811}"/>
              </a:ext>
            </a:extLst>
          </p:cNvPr>
          <p:cNvCxnSpPr>
            <a:cxnSpLocks/>
          </p:cNvCxnSpPr>
          <p:nvPr/>
        </p:nvCxnSpPr>
        <p:spPr>
          <a:xfrm>
            <a:off x="19938062" y="13523284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9FB09F2D-DE0C-4CD5-89FF-BB1289E2936A}"/>
              </a:ext>
            </a:extLst>
          </p:cNvPr>
          <p:cNvCxnSpPr>
            <a:cxnSpLocks/>
          </p:cNvCxnSpPr>
          <p:nvPr/>
        </p:nvCxnSpPr>
        <p:spPr>
          <a:xfrm>
            <a:off x="20236938" y="13428125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3353DB03-8626-7D7E-6C21-9B06399A0BE6}"/>
              </a:ext>
            </a:extLst>
          </p:cNvPr>
          <p:cNvCxnSpPr>
            <a:cxnSpLocks/>
          </p:cNvCxnSpPr>
          <p:nvPr/>
        </p:nvCxnSpPr>
        <p:spPr>
          <a:xfrm rot="10800000">
            <a:off x="20236938" y="1360513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Arrow Connector 334">
            <a:extLst>
              <a:ext uri="{FF2B5EF4-FFF2-40B4-BE49-F238E27FC236}">
                <a16:creationId xmlns:a16="http://schemas.microsoft.com/office/drawing/2014/main" id="{D9F00824-AD63-1AE3-AAE6-1C3FF629D220}"/>
              </a:ext>
            </a:extLst>
          </p:cNvPr>
          <p:cNvCxnSpPr>
            <a:cxnSpLocks/>
            <a:stCxn id="331" idx="0"/>
          </p:cNvCxnSpPr>
          <p:nvPr/>
        </p:nvCxnSpPr>
        <p:spPr>
          <a:xfrm flipH="1" flipV="1">
            <a:off x="17573254" y="13523298"/>
            <a:ext cx="577846" cy="160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Oval 335">
            <a:extLst>
              <a:ext uri="{FF2B5EF4-FFF2-40B4-BE49-F238E27FC236}">
                <a16:creationId xmlns:a16="http://schemas.microsoft.com/office/drawing/2014/main" id="{959089C3-A43F-3F28-E9F2-716B7B00E11B}"/>
              </a:ext>
            </a:extLst>
          </p:cNvPr>
          <p:cNvSpPr/>
          <p:nvPr/>
        </p:nvSpPr>
        <p:spPr>
          <a:xfrm>
            <a:off x="20938511" y="13368502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BC75B933-7D73-93EE-B85C-66B30AB1A1A9}"/>
              </a:ext>
            </a:extLst>
          </p:cNvPr>
          <p:cNvSpPr/>
          <p:nvPr/>
        </p:nvSpPr>
        <p:spPr>
          <a:xfrm>
            <a:off x="19750685" y="133685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716D0500-5475-73BD-5785-A57DC18A507C}"/>
              </a:ext>
            </a:extLst>
          </p:cNvPr>
          <p:cNvSpPr/>
          <p:nvPr/>
        </p:nvSpPr>
        <p:spPr>
          <a:xfrm>
            <a:off x="17207202" y="13368502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E65FB765-A93C-306B-A5CB-B11AC849A7EB}"/>
              </a:ext>
            </a:extLst>
          </p:cNvPr>
          <p:cNvSpPr/>
          <p:nvPr/>
        </p:nvSpPr>
        <p:spPr>
          <a:xfrm>
            <a:off x="16364832" y="1300104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FDEB442-D863-D2AC-C416-CCA61F32887B}"/>
              </a:ext>
            </a:extLst>
          </p:cNvPr>
          <p:cNvSpPr/>
          <p:nvPr/>
        </p:nvSpPr>
        <p:spPr>
          <a:xfrm>
            <a:off x="18857211" y="13391398"/>
            <a:ext cx="348081" cy="3487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27748D8E-2B2E-1328-32AD-3A191D7AFA3C}"/>
              </a:ext>
            </a:extLst>
          </p:cNvPr>
          <p:cNvCxnSpPr>
            <a:cxnSpLocks/>
          </p:cNvCxnSpPr>
          <p:nvPr/>
        </p:nvCxnSpPr>
        <p:spPr>
          <a:xfrm>
            <a:off x="42913972" y="8676356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2" name="Rectangle 341">
            <a:extLst>
              <a:ext uri="{FF2B5EF4-FFF2-40B4-BE49-F238E27FC236}">
                <a16:creationId xmlns:a16="http://schemas.microsoft.com/office/drawing/2014/main" id="{A19F15DD-6DA6-1340-A12E-FBA8D3398C10}"/>
              </a:ext>
            </a:extLst>
          </p:cNvPr>
          <p:cNvSpPr/>
          <p:nvPr/>
        </p:nvSpPr>
        <p:spPr>
          <a:xfrm>
            <a:off x="48031583" y="7720098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2AE17215-8F71-D5BF-47D6-09D8C69B67D3}"/>
              </a:ext>
            </a:extLst>
          </p:cNvPr>
          <p:cNvCxnSpPr>
            <a:cxnSpLocks/>
          </p:cNvCxnSpPr>
          <p:nvPr/>
        </p:nvCxnSpPr>
        <p:spPr>
          <a:xfrm>
            <a:off x="46778477" y="8459305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Oval 343">
            <a:extLst>
              <a:ext uri="{FF2B5EF4-FFF2-40B4-BE49-F238E27FC236}">
                <a16:creationId xmlns:a16="http://schemas.microsoft.com/office/drawing/2014/main" id="{8F06FE14-7BAA-5E4D-B13D-779FDFADE1E0}"/>
              </a:ext>
            </a:extLst>
          </p:cNvPr>
          <p:cNvSpPr/>
          <p:nvPr/>
        </p:nvSpPr>
        <p:spPr>
          <a:xfrm>
            <a:off x="47584048" y="8495897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5" name="Oval 344">
            <a:extLst>
              <a:ext uri="{FF2B5EF4-FFF2-40B4-BE49-F238E27FC236}">
                <a16:creationId xmlns:a16="http://schemas.microsoft.com/office/drawing/2014/main" id="{34B7ED87-9EBA-43B0-124F-B2B53DF0141E}"/>
              </a:ext>
            </a:extLst>
          </p:cNvPr>
          <p:cNvSpPr/>
          <p:nvPr/>
        </p:nvSpPr>
        <p:spPr>
          <a:xfrm>
            <a:off x="43048056" y="8197832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6" name="Oval 345">
            <a:extLst>
              <a:ext uri="{FF2B5EF4-FFF2-40B4-BE49-F238E27FC236}">
                <a16:creationId xmlns:a16="http://schemas.microsoft.com/office/drawing/2014/main" id="{E45DD292-BC1A-E800-9C78-72ECEFAA4AAF}"/>
              </a:ext>
            </a:extLst>
          </p:cNvPr>
          <p:cNvSpPr/>
          <p:nvPr/>
        </p:nvSpPr>
        <p:spPr>
          <a:xfrm>
            <a:off x="47483848" y="830453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4B2E4849-95A9-960D-31CF-C259801411E4}"/>
              </a:ext>
            </a:extLst>
          </p:cNvPr>
          <p:cNvCxnSpPr>
            <a:cxnSpLocks/>
          </p:cNvCxnSpPr>
          <p:nvPr/>
        </p:nvCxnSpPr>
        <p:spPr>
          <a:xfrm flipV="1">
            <a:off x="47652150" y="8308499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BA213404-5B5C-08BA-DD4A-5164FCA1902C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47516062" y="8388417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CEB95F3-7F0A-195F-1CBD-1FBDF1285A29}"/>
              </a:ext>
            </a:extLst>
          </p:cNvPr>
          <p:cNvCxnSpPr>
            <a:cxnSpLocks/>
          </p:cNvCxnSpPr>
          <p:nvPr/>
        </p:nvCxnSpPr>
        <p:spPr>
          <a:xfrm rot="1200000" flipV="1">
            <a:off x="47756843" y="8353293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Oval 349">
            <a:extLst>
              <a:ext uri="{FF2B5EF4-FFF2-40B4-BE49-F238E27FC236}">
                <a16:creationId xmlns:a16="http://schemas.microsoft.com/office/drawing/2014/main" id="{F99AECF4-EAF6-56D2-7871-F4461E7B8853}"/>
              </a:ext>
            </a:extLst>
          </p:cNvPr>
          <p:cNvSpPr/>
          <p:nvPr/>
        </p:nvSpPr>
        <p:spPr>
          <a:xfrm>
            <a:off x="46296028" y="8304530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Oval 350">
            <a:extLst>
              <a:ext uri="{FF2B5EF4-FFF2-40B4-BE49-F238E27FC236}">
                <a16:creationId xmlns:a16="http://schemas.microsoft.com/office/drawing/2014/main" id="{B89D3045-4B81-F369-2320-5B57D33E4382}"/>
              </a:ext>
            </a:extLst>
          </p:cNvPr>
          <p:cNvSpPr/>
          <p:nvPr/>
        </p:nvSpPr>
        <p:spPr>
          <a:xfrm>
            <a:off x="42910171" y="7937067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9D952BC8-2FDA-74FE-C941-C3BDF15A3DB7}"/>
              </a:ext>
            </a:extLst>
          </p:cNvPr>
          <p:cNvCxnSpPr>
            <a:cxnSpLocks/>
          </p:cNvCxnSpPr>
          <p:nvPr/>
        </p:nvCxnSpPr>
        <p:spPr>
          <a:xfrm flipH="1" flipV="1">
            <a:off x="43263914" y="7952968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>
            <a:extLst>
              <a:ext uri="{FF2B5EF4-FFF2-40B4-BE49-F238E27FC236}">
                <a16:creationId xmlns:a16="http://schemas.microsoft.com/office/drawing/2014/main" id="{39743E53-D494-BCAB-4314-91CE11100BFF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43511951" y="8076433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829F31CF-913D-4D28-0C2C-B692D723CC18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43045850" y="8084386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699A57D3-57F0-2920-ECD4-C2D168B8B327}"/>
              </a:ext>
            </a:extLst>
          </p:cNvPr>
          <p:cNvCxnSpPr>
            <a:cxnSpLocks/>
          </p:cNvCxnSpPr>
          <p:nvPr/>
        </p:nvCxnSpPr>
        <p:spPr>
          <a:xfrm>
            <a:off x="42910164" y="1047782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6" name="Rectangle 355">
            <a:extLst>
              <a:ext uri="{FF2B5EF4-FFF2-40B4-BE49-F238E27FC236}">
                <a16:creationId xmlns:a16="http://schemas.microsoft.com/office/drawing/2014/main" id="{02039FFC-029D-458A-1F48-947F96A78BD5}"/>
              </a:ext>
            </a:extLst>
          </p:cNvPr>
          <p:cNvSpPr/>
          <p:nvPr/>
        </p:nvSpPr>
        <p:spPr>
          <a:xfrm>
            <a:off x="48027775" y="9521563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7" name="Freeform: Shape 356">
            <a:extLst>
              <a:ext uri="{FF2B5EF4-FFF2-40B4-BE49-F238E27FC236}">
                <a16:creationId xmlns:a16="http://schemas.microsoft.com/office/drawing/2014/main" id="{E4644330-FF86-8BE0-2614-E4202FEDF4D0}"/>
              </a:ext>
            </a:extLst>
          </p:cNvPr>
          <p:cNvSpPr/>
          <p:nvPr/>
        </p:nvSpPr>
        <p:spPr>
          <a:xfrm>
            <a:off x="44692643" y="9290978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A2303183-BB00-B3DE-4C0D-EE1752BB5024}"/>
              </a:ext>
            </a:extLst>
          </p:cNvPr>
          <p:cNvCxnSpPr>
            <a:cxnSpLocks/>
          </p:cNvCxnSpPr>
          <p:nvPr/>
        </p:nvCxnSpPr>
        <p:spPr>
          <a:xfrm>
            <a:off x="46479600" y="10260770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121C1197-14CF-99BC-6D07-30E7B5E569FA}"/>
              </a:ext>
            </a:extLst>
          </p:cNvPr>
          <p:cNvCxnSpPr>
            <a:cxnSpLocks/>
          </p:cNvCxnSpPr>
          <p:nvPr/>
        </p:nvCxnSpPr>
        <p:spPr>
          <a:xfrm>
            <a:off x="46778469" y="10165611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7258EFDF-3C11-AD09-2B20-1754E8CC2FF4}"/>
              </a:ext>
            </a:extLst>
          </p:cNvPr>
          <p:cNvCxnSpPr>
            <a:cxnSpLocks/>
          </p:cNvCxnSpPr>
          <p:nvPr/>
        </p:nvCxnSpPr>
        <p:spPr>
          <a:xfrm rot="10800000">
            <a:off x="46778469" y="10342617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230E5AD0-2C6A-CF62-5361-AFEBD043AAC8}"/>
              </a:ext>
            </a:extLst>
          </p:cNvPr>
          <p:cNvCxnSpPr>
            <a:cxnSpLocks/>
            <a:stCxn id="357" idx="0"/>
          </p:cNvCxnSpPr>
          <p:nvPr/>
        </p:nvCxnSpPr>
        <p:spPr>
          <a:xfrm flipH="1" flipV="1">
            <a:off x="44114793" y="10260785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361">
            <a:extLst>
              <a:ext uri="{FF2B5EF4-FFF2-40B4-BE49-F238E27FC236}">
                <a16:creationId xmlns:a16="http://schemas.microsoft.com/office/drawing/2014/main" id="{52D126E3-E510-E4EA-CAF7-06A5AFC7C4F6}"/>
              </a:ext>
            </a:extLst>
          </p:cNvPr>
          <p:cNvSpPr/>
          <p:nvPr/>
        </p:nvSpPr>
        <p:spPr>
          <a:xfrm>
            <a:off x="47480042" y="1010598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Oval 362">
            <a:extLst>
              <a:ext uri="{FF2B5EF4-FFF2-40B4-BE49-F238E27FC236}">
                <a16:creationId xmlns:a16="http://schemas.microsoft.com/office/drawing/2014/main" id="{F814B4D5-9CA1-5408-2B5B-4AA38205DA48}"/>
              </a:ext>
            </a:extLst>
          </p:cNvPr>
          <p:cNvSpPr/>
          <p:nvPr/>
        </p:nvSpPr>
        <p:spPr>
          <a:xfrm>
            <a:off x="46292222" y="101059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Oval 363">
            <a:extLst>
              <a:ext uri="{FF2B5EF4-FFF2-40B4-BE49-F238E27FC236}">
                <a16:creationId xmlns:a16="http://schemas.microsoft.com/office/drawing/2014/main" id="{608A9B01-B5F8-254F-C227-C84553CDE9F6}"/>
              </a:ext>
            </a:extLst>
          </p:cNvPr>
          <p:cNvSpPr/>
          <p:nvPr/>
        </p:nvSpPr>
        <p:spPr>
          <a:xfrm>
            <a:off x="43748741" y="1010598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5" name="Oval 364">
            <a:extLst>
              <a:ext uri="{FF2B5EF4-FFF2-40B4-BE49-F238E27FC236}">
                <a16:creationId xmlns:a16="http://schemas.microsoft.com/office/drawing/2014/main" id="{7F35AFB1-15F4-F506-5D6A-16E5D54F8C26}"/>
              </a:ext>
            </a:extLst>
          </p:cNvPr>
          <p:cNvSpPr/>
          <p:nvPr/>
        </p:nvSpPr>
        <p:spPr>
          <a:xfrm>
            <a:off x="42906363" y="9738525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CCFBB11D-53CE-0C3F-97F9-2A8D56A4343C}"/>
              </a:ext>
            </a:extLst>
          </p:cNvPr>
          <p:cNvCxnSpPr>
            <a:cxnSpLocks/>
          </p:cNvCxnSpPr>
          <p:nvPr/>
        </p:nvCxnSpPr>
        <p:spPr>
          <a:xfrm>
            <a:off x="27548851" y="8700218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7" name="Rectangle 366">
            <a:extLst>
              <a:ext uri="{FF2B5EF4-FFF2-40B4-BE49-F238E27FC236}">
                <a16:creationId xmlns:a16="http://schemas.microsoft.com/office/drawing/2014/main" id="{1A506C11-B18B-AEDF-0649-0BED444735C6}"/>
              </a:ext>
            </a:extLst>
          </p:cNvPr>
          <p:cNvSpPr/>
          <p:nvPr/>
        </p:nvSpPr>
        <p:spPr>
          <a:xfrm>
            <a:off x="30050833" y="7743961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8" name="Straight Connector 367">
            <a:extLst>
              <a:ext uri="{FF2B5EF4-FFF2-40B4-BE49-F238E27FC236}">
                <a16:creationId xmlns:a16="http://schemas.microsoft.com/office/drawing/2014/main" id="{A8FE4110-FF53-D104-0CF3-771617767931}"/>
              </a:ext>
            </a:extLst>
          </p:cNvPr>
          <p:cNvCxnSpPr>
            <a:cxnSpLocks/>
          </p:cNvCxnSpPr>
          <p:nvPr/>
        </p:nvCxnSpPr>
        <p:spPr>
          <a:xfrm>
            <a:off x="31413363" y="8483168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9" name="Oval 368">
            <a:extLst>
              <a:ext uri="{FF2B5EF4-FFF2-40B4-BE49-F238E27FC236}">
                <a16:creationId xmlns:a16="http://schemas.microsoft.com/office/drawing/2014/main" id="{9044FDA9-3A3C-8D94-10CE-48CF72419BF3}"/>
              </a:ext>
            </a:extLst>
          </p:cNvPr>
          <p:cNvSpPr/>
          <p:nvPr/>
        </p:nvSpPr>
        <p:spPr>
          <a:xfrm>
            <a:off x="32218922" y="8519758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Oval 369">
            <a:extLst>
              <a:ext uri="{FF2B5EF4-FFF2-40B4-BE49-F238E27FC236}">
                <a16:creationId xmlns:a16="http://schemas.microsoft.com/office/drawing/2014/main" id="{330F6617-AA1F-FA71-EE6F-A85B34E74785}"/>
              </a:ext>
            </a:extLst>
          </p:cNvPr>
          <p:cNvSpPr/>
          <p:nvPr/>
        </p:nvSpPr>
        <p:spPr>
          <a:xfrm>
            <a:off x="27682942" y="8221695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Oval 370">
            <a:extLst>
              <a:ext uri="{FF2B5EF4-FFF2-40B4-BE49-F238E27FC236}">
                <a16:creationId xmlns:a16="http://schemas.microsoft.com/office/drawing/2014/main" id="{E312AE36-879F-CE7F-0323-07116A15419C}"/>
              </a:ext>
            </a:extLst>
          </p:cNvPr>
          <p:cNvSpPr/>
          <p:nvPr/>
        </p:nvSpPr>
        <p:spPr>
          <a:xfrm>
            <a:off x="32118728" y="832839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4439C215-9BA2-A3E7-E8CD-4995B79EFF3E}"/>
              </a:ext>
            </a:extLst>
          </p:cNvPr>
          <p:cNvCxnSpPr>
            <a:cxnSpLocks/>
          </p:cNvCxnSpPr>
          <p:nvPr/>
        </p:nvCxnSpPr>
        <p:spPr>
          <a:xfrm flipV="1">
            <a:off x="32287022" y="8332361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D1D8C696-B13B-C66C-6B6F-6B43D7B22F82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2150943" y="8412278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Straight Arrow Connector 373">
            <a:extLst>
              <a:ext uri="{FF2B5EF4-FFF2-40B4-BE49-F238E27FC236}">
                <a16:creationId xmlns:a16="http://schemas.microsoft.com/office/drawing/2014/main" id="{1CA5AC90-071A-99D3-4955-F89843E4EFCF}"/>
              </a:ext>
            </a:extLst>
          </p:cNvPr>
          <p:cNvCxnSpPr>
            <a:cxnSpLocks/>
          </p:cNvCxnSpPr>
          <p:nvPr/>
        </p:nvCxnSpPr>
        <p:spPr>
          <a:xfrm rot="1200000" flipV="1">
            <a:off x="32391721" y="8377154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Oval 374">
            <a:extLst>
              <a:ext uri="{FF2B5EF4-FFF2-40B4-BE49-F238E27FC236}">
                <a16:creationId xmlns:a16="http://schemas.microsoft.com/office/drawing/2014/main" id="{09517F81-0A06-5AF6-AE23-D326B28C8327}"/>
              </a:ext>
            </a:extLst>
          </p:cNvPr>
          <p:cNvSpPr/>
          <p:nvPr/>
        </p:nvSpPr>
        <p:spPr>
          <a:xfrm>
            <a:off x="30930902" y="832839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val 375">
            <a:extLst>
              <a:ext uri="{FF2B5EF4-FFF2-40B4-BE49-F238E27FC236}">
                <a16:creationId xmlns:a16="http://schemas.microsoft.com/office/drawing/2014/main" id="{DC8A18B9-E317-25A3-18A8-C8ACFDCF297B}"/>
              </a:ext>
            </a:extLst>
          </p:cNvPr>
          <p:cNvSpPr/>
          <p:nvPr/>
        </p:nvSpPr>
        <p:spPr>
          <a:xfrm>
            <a:off x="27545049" y="7960930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7" name="Straight Arrow Connector 376">
            <a:extLst>
              <a:ext uri="{FF2B5EF4-FFF2-40B4-BE49-F238E27FC236}">
                <a16:creationId xmlns:a16="http://schemas.microsoft.com/office/drawing/2014/main" id="{49DF2EF2-D530-0284-DD1B-41E2740632F2}"/>
              </a:ext>
            </a:extLst>
          </p:cNvPr>
          <p:cNvCxnSpPr>
            <a:cxnSpLocks/>
          </p:cNvCxnSpPr>
          <p:nvPr/>
        </p:nvCxnSpPr>
        <p:spPr>
          <a:xfrm flipH="1" flipV="1">
            <a:off x="27898787" y="7976830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Straight Arrow Connector 377">
            <a:extLst>
              <a:ext uri="{FF2B5EF4-FFF2-40B4-BE49-F238E27FC236}">
                <a16:creationId xmlns:a16="http://schemas.microsoft.com/office/drawing/2014/main" id="{4D078E4A-284C-0ACE-96B1-9C7B278409FA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28146837" y="8100296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48E75E6C-4F73-F438-B99A-FF51E0C5F0BB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27680723" y="8108248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Straight Connector 379">
            <a:extLst>
              <a:ext uri="{FF2B5EF4-FFF2-40B4-BE49-F238E27FC236}">
                <a16:creationId xmlns:a16="http://schemas.microsoft.com/office/drawing/2014/main" id="{90203EE7-82EC-45D3-C2A1-BB2EBAC8D2CB}"/>
              </a:ext>
            </a:extLst>
          </p:cNvPr>
          <p:cNvCxnSpPr>
            <a:cxnSpLocks/>
          </p:cNvCxnSpPr>
          <p:nvPr/>
        </p:nvCxnSpPr>
        <p:spPr>
          <a:xfrm>
            <a:off x="27545045" y="1050168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1" name="Rectangle 380">
            <a:extLst>
              <a:ext uri="{FF2B5EF4-FFF2-40B4-BE49-F238E27FC236}">
                <a16:creationId xmlns:a16="http://schemas.microsoft.com/office/drawing/2014/main" id="{205FCE9F-597B-2D15-8B21-706D5648CC90}"/>
              </a:ext>
            </a:extLst>
          </p:cNvPr>
          <p:cNvSpPr/>
          <p:nvPr/>
        </p:nvSpPr>
        <p:spPr>
          <a:xfrm>
            <a:off x="30047026" y="9545425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Freeform: Shape 381">
            <a:extLst>
              <a:ext uri="{FF2B5EF4-FFF2-40B4-BE49-F238E27FC236}">
                <a16:creationId xmlns:a16="http://schemas.microsoft.com/office/drawing/2014/main" id="{3A607645-76CE-FEAD-2D03-88564E334640}"/>
              </a:ext>
            </a:extLst>
          </p:cNvPr>
          <p:cNvSpPr/>
          <p:nvPr/>
        </p:nvSpPr>
        <p:spPr>
          <a:xfrm>
            <a:off x="29327515" y="931483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3798BC47-2E27-3638-B730-B39075C916CB}"/>
              </a:ext>
            </a:extLst>
          </p:cNvPr>
          <p:cNvCxnSpPr>
            <a:cxnSpLocks/>
          </p:cNvCxnSpPr>
          <p:nvPr/>
        </p:nvCxnSpPr>
        <p:spPr>
          <a:xfrm>
            <a:off x="31114473" y="10284632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Straight Arrow Connector 383">
            <a:extLst>
              <a:ext uri="{FF2B5EF4-FFF2-40B4-BE49-F238E27FC236}">
                <a16:creationId xmlns:a16="http://schemas.microsoft.com/office/drawing/2014/main" id="{8E09043C-F42A-75D0-D7A7-8A6FF78630CB}"/>
              </a:ext>
            </a:extLst>
          </p:cNvPr>
          <p:cNvCxnSpPr>
            <a:cxnSpLocks/>
          </p:cNvCxnSpPr>
          <p:nvPr/>
        </p:nvCxnSpPr>
        <p:spPr>
          <a:xfrm>
            <a:off x="31413349" y="10189474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2A160E18-0E74-ED90-1620-11BACFFCF841}"/>
              </a:ext>
            </a:extLst>
          </p:cNvPr>
          <p:cNvCxnSpPr>
            <a:cxnSpLocks/>
          </p:cNvCxnSpPr>
          <p:nvPr/>
        </p:nvCxnSpPr>
        <p:spPr>
          <a:xfrm rot="10800000">
            <a:off x="31413349" y="10366477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Straight Arrow Connector 385">
            <a:extLst>
              <a:ext uri="{FF2B5EF4-FFF2-40B4-BE49-F238E27FC236}">
                <a16:creationId xmlns:a16="http://schemas.microsoft.com/office/drawing/2014/main" id="{F9D217E9-5DC0-F1B2-8BA8-AA33C21CB90D}"/>
              </a:ext>
            </a:extLst>
          </p:cNvPr>
          <p:cNvCxnSpPr>
            <a:cxnSpLocks/>
            <a:stCxn id="382" idx="0"/>
          </p:cNvCxnSpPr>
          <p:nvPr/>
        </p:nvCxnSpPr>
        <p:spPr>
          <a:xfrm flipH="1" flipV="1">
            <a:off x="28749667" y="1028464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Oval 386">
            <a:extLst>
              <a:ext uri="{FF2B5EF4-FFF2-40B4-BE49-F238E27FC236}">
                <a16:creationId xmlns:a16="http://schemas.microsoft.com/office/drawing/2014/main" id="{0A2B5381-100A-65D4-F9BA-413C8EB58412}"/>
              </a:ext>
            </a:extLst>
          </p:cNvPr>
          <p:cNvSpPr/>
          <p:nvPr/>
        </p:nvSpPr>
        <p:spPr>
          <a:xfrm>
            <a:off x="32114921" y="1012985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8" name="Oval 387">
            <a:extLst>
              <a:ext uri="{FF2B5EF4-FFF2-40B4-BE49-F238E27FC236}">
                <a16:creationId xmlns:a16="http://schemas.microsoft.com/office/drawing/2014/main" id="{1EA78899-6ABE-753D-974A-723210CD8D41}"/>
              </a:ext>
            </a:extLst>
          </p:cNvPr>
          <p:cNvSpPr/>
          <p:nvPr/>
        </p:nvSpPr>
        <p:spPr>
          <a:xfrm>
            <a:off x="30927096" y="1012985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Oval 388">
            <a:extLst>
              <a:ext uri="{FF2B5EF4-FFF2-40B4-BE49-F238E27FC236}">
                <a16:creationId xmlns:a16="http://schemas.microsoft.com/office/drawing/2014/main" id="{0DADD710-77DC-8928-BF9A-D0D48AFAB6CF}"/>
              </a:ext>
            </a:extLst>
          </p:cNvPr>
          <p:cNvSpPr/>
          <p:nvPr/>
        </p:nvSpPr>
        <p:spPr>
          <a:xfrm>
            <a:off x="28383613" y="1012985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Oval 389">
            <a:extLst>
              <a:ext uri="{FF2B5EF4-FFF2-40B4-BE49-F238E27FC236}">
                <a16:creationId xmlns:a16="http://schemas.microsoft.com/office/drawing/2014/main" id="{DED4C751-072C-8FAF-CB73-3119043B90A7}"/>
              </a:ext>
            </a:extLst>
          </p:cNvPr>
          <p:cNvSpPr/>
          <p:nvPr/>
        </p:nvSpPr>
        <p:spPr>
          <a:xfrm>
            <a:off x="27541243" y="9762388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9" name="Graphic 398" descr="Mittens with solid fill">
            <a:extLst>
              <a:ext uri="{FF2B5EF4-FFF2-40B4-BE49-F238E27FC236}">
                <a16:creationId xmlns:a16="http://schemas.microsoft.com/office/drawing/2014/main" id="{BB0A6F6E-CAE8-2A7C-3338-74FDFD74AD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72320" y="5339390"/>
            <a:ext cx="1563059" cy="1563059"/>
          </a:xfrm>
          <a:prstGeom prst="rect">
            <a:avLst/>
          </a:prstGeom>
        </p:spPr>
      </p:pic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6DFA8436-765C-40A3-BA6D-3E95DD162FB1}"/>
              </a:ext>
            </a:extLst>
          </p:cNvPr>
          <p:cNvCxnSpPr>
            <a:cxnSpLocks/>
          </p:cNvCxnSpPr>
          <p:nvPr/>
        </p:nvCxnSpPr>
        <p:spPr>
          <a:xfrm>
            <a:off x="35349730" y="863481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1" name="Rectangle 400">
            <a:extLst>
              <a:ext uri="{FF2B5EF4-FFF2-40B4-BE49-F238E27FC236}">
                <a16:creationId xmlns:a16="http://schemas.microsoft.com/office/drawing/2014/main" id="{9DC821CC-7DA2-F566-C148-F991386447C1}"/>
              </a:ext>
            </a:extLst>
          </p:cNvPr>
          <p:cNvSpPr/>
          <p:nvPr/>
        </p:nvSpPr>
        <p:spPr>
          <a:xfrm>
            <a:off x="37851712" y="7678553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2" name="Straight Connector 401">
            <a:extLst>
              <a:ext uri="{FF2B5EF4-FFF2-40B4-BE49-F238E27FC236}">
                <a16:creationId xmlns:a16="http://schemas.microsoft.com/office/drawing/2014/main" id="{23CC156A-5FD4-5EBD-41D8-4AF5F0011981}"/>
              </a:ext>
            </a:extLst>
          </p:cNvPr>
          <p:cNvCxnSpPr>
            <a:cxnSpLocks/>
          </p:cNvCxnSpPr>
          <p:nvPr/>
        </p:nvCxnSpPr>
        <p:spPr>
          <a:xfrm>
            <a:off x="39214242" y="8417760"/>
            <a:ext cx="608106" cy="0"/>
          </a:xfrm>
          <a:prstGeom prst="line">
            <a:avLst/>
          </a:prstGeom>
          <a:ln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3" name="Oval 402">
            <a:extLst>
              <a:ext uri="{FF2B5EF4-FFF2-40B4-BE49-F238E27FC236}">
                <a16:creationId xmlns:a16="http://schemas.microsoft.com/office/drawing/2014/main" id="{8805D08E-975D-0AAD-4961-3F98EE8B5BDC}"/>
              </a:ext>
            </a:extLst>
          </p:cNvPr>
          <p:cNvSpPr/>
          <p:nvPr/>
        </p:nvSpPr>
        <p:spPr>
          <a:xfrm>
            <a:off x="40019800" y="8454350"/>
            <a:ext cx="168299" cy="16829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BB8C9EC-31B0-DFC8-CD8D-A4EE7BF65DE5}"/>
              </a:ext>
            </a:extLst>
          </p:cNvPr>
          <p:cNvSpPr/>
          <p:nvPr/>
        </p:nvSpPr>
        <p:spPr>
          <a:xfrm>
            <a:off x="35483823" y="8156287"/>
            <a:ext cx="464094" cy="46409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Oval 404">
            <a:extLst>
              <a:ext uri="{FF2B5EF4-FFF2-40B4-BE49-F238E27FC236}">
                <a16:creationId xmlns:a16="http://schemas.microsoft.com/office/drawing/2014/main" id="{34E406BD-1E8C-C3EB-9450-E513C2125F28}"/>
              </a:ext>
            </a:extLst>
          </p:cNvPr>
          <p:cNvSpPr/>
          <p:nvPr/>
        </p:nvSpPr>
        <p:spPr>
          <a:xfrm>
            <a:off x="39919606" y="826298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A06A4DD5-57C7-AA16-6338-5CDD93B9495E}"/>
              </a:ext>
            </a:extLst>
          </p:cNvPr>
          <p:cNvCxnSpPr>
            <a:cxnSpLocks/>
          </p:cNvCxnSpPr>
          <p:nvPr/>
        </p:nvCxnSpPr>
        <p:spPr>
          <a:xfrm flipV="1">
            <a:off x="40087903" y="8266953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Straight Arrow Connector 406">
            <a:extLst>
              <a:ext uri="{FF2B5EF4-FFF2-40B4-BE49-F238E27FC236}">
                <a16:creationId xmlns:a16="http://schemas.microsoft.com/office/drawing/2014/main" id="{63F8DB96-4F01-417A-B74A-57F8B6BB3227}"/>
              </a:ext>
            </a:extLst>
          </p:cNvPr>
          <p:cNvCxnSpPr>
            <a:cxnSpLocks/>
          </p:cNvCxnSpPr>
          <p:nvPr/>
        </p:nvCxnSpPr>
        <p:spPr>
          <a:xfrm rot="-1200000" flipH="1" flipV="1">
            <a:off x="39951822" y="8346870"/>
            <a:ext cx="91839" cy="14629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5F123B8C-ACB5-5779-9545-0FC61291F041}"/>
              </a:ext>
            </a:extLst>
          </p:cNvPr>
          <p:cNvCxnSpPr>
            <a:cxnSpLocks/>
          </p:cNvCxnSpPr>
          <p:nvPr/>
        </p:nvCxnSpPr>
        <p:spPr>
          <a:xfrm rot="1200000" flipV="1">
            <a:off x="40192600" y="8311746"/>
            <a:ext cx="0" cy="17877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24F89952-C670-36AD-19DD-80E9DB47B89D}"/>
              </a:ext>
            </a:extLst>
          </p:cNvPr>
          <p:cNvSpPr/>
          <p:nvPr/>
        </p:nvSpPr>
        <p:spPr>
          <a:xfrm>
            <a:off x="38731781" y="8262985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0" name="Oval 409">
            <a:extLst>
              <a:ext uri="{FF2B5EF4-FFF2-40B4-BE49-F238E27FC236}">
                <a16:creationId xmlns:a16="http://schemas.microsoft.com/office/drawing/2014/main" id="{80DF5FAE-2046-7D9F-923F-BDCE88C97AAC}"/>
              </a:ext>
            </a:extLst>
          </p:cNvPr>
          <p:cNvSpPr/>
          <p:nvPr/>
        </p:nvSpPr>
        <p:spPr>
          <a:xfrm>
            <a:off x="35345928" y="7895522"/>
            <a:ext cx="739299" cy="739299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F5EEBC42-4090-BF6F-CF8A-0FC4741C950E}"/>
              </a:ext>
            </a:extLst>
          </p:cNvPr>
          <p:cNvCxnSpPr>
            <a:cxnSpLocks/>
          </p:cNvCxnSpPr>
          <p:nvPr/>
        </p:nvCxnSpPr>
        <p:spPr>
          <a:xfrm flipH="1" flipV="1">
            <a:off x="35699666" y="7911422"/>
            <a:ext cx="4420" cy="233996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92429214-2B45-29FB-1EAA-2EBB47F7EA22}"/>
              </a:ext>
            </a:extLst>
          </p:cNvPr>
          <p:cNvCxnSpPr>
            <a:cxnSpLocks/>
          </p:cNvCxnSpPr>
          <p:nvPr/>
        </p:nvCxnSpPr>
        <p:spPr>
          <a:xfrm rot="3000000" flipH="1" flipV="1">
            <a:off x="35947718" y="8034888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Straight Arrow Connector 412">
            <a:extLst>
              <a:ext uri="{FF2B5EF4-FFF2-40B4-BE49-F238E27FC236}">
                <a16:creationId xmlns:a16="http://schemas.microsoft.com/office/drawing/2014/main" id="{A5FA36A4-5A38-85D8-611E-1B7DF2DA0791}"/>
              </a:ext>
            </a:extLst>
          </p:cNvPr>
          <p:cNvCxnSpPr>
            <a:cxnSpLocks/>
          </p:cNvCxnSpPr>
          <p:nvPr/>
        </p:nvCxnSpPr>
        <p:spPr>
          <a:xfrm rot="-3000000" flipH="1" flipV="1">
            <a:off x="35481602" y="8042840"/>
            <a:ext cx="4420" cy="1979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Connector 413">
            <a:extLst>
              <a:ext uri="{FF2B5EF4-FFF2-40B4-BE49-F238E27FC236}">
                <a16:creationId xmlns:a16="http://schemas.microsoft.com/office/drawing/2014/main" id="{F49ABA6C-B0BE-966C-4E8C-33A2B57D9A7B}"/>
              </a:ext>
            </a:extLst>
          </p:cNvPr>
          <p:cNvCxnSpPr>
            <a:cxnSpLocks/>
          </p:cNvCxnSpPr>
          <p:nvPr/>
        </p:nvCxnSpPr>
        <p:spPr>
          <a:xfrm>
            <a:off x="35345924" y="10436274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5" name="Rectangle 414">
            <a:extLst>
              <a:ext uri="{FF2B5EF4-FFF2-40B4-BE49-F238E27FC236}">
                <a16:creationId xmlns:a16="http://schemas.microsoft.com/office/drawing/2014/main" id="{7C3123B9-1664-D9EC-417E-826829C4B7A3}"/>
              </a:ext>
            </a:extLst>
          </p:cNvPr>
          <p:cNvSpPr/>
          <p:nvPr/>
        </p:nvSpPr>
        <p:spPr>
          <a:xfrm>
            <a:off x="37847905" y="9480017"/>
            <a:ext cx="370541" cy="940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6" name="Freeform: Shape 415">
            <a:extLst>
              <a:ext uri="{FF2B5EF4-FFF2-40B4-BE49-F238E27FC236}">
                <a16:creationId xmlns:a16="http://schemas.microsoft.com/office/drawing/2014/main" id="{A68CD7DF-FF03-E4FB-726A-97F69DB29846}"/>
              </a:ext>
            </a:extLst>
          </p:cNvPr>
          <p:cNvSpPr/>
          <p:nvPr/>
        </p:nvSpPr>
        <p:spPr>
          <a:xfrm>
            <a:off x="37128395" y="924943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7" name="Straight Connector 416">
            <a:extLst>
              <a:ext uri="{FF2B5EF4-FFF2-40B4-BE49-F238E27FC236}">
                <a16:creationId xmlns:a16="http://schemas.microsoft.com/office/drawing/2014/main" id="{A2AF4170-C2D5-3D1A-8759-2E8F9A8C3AB4}"/>
              </a:ext>
            </a:extLst>
          </p:cNvPr>
          <p:cNvCxnSpPr>
            <a:cxnSpLocks/>
          </p:cNvCxnSpPr>
          <p:nvPr/>
        </p:nvCxnSpPr>
        <p:spPr>
          <a:xfrm>
            <a:off x="38915352" y="10219224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155B8817-A571-B2BD-294B-32A73912E7D0}"/>
              </a:ext>
            </a:extLst>
          </p:cNvPr>
          <p:cNvCxnSpPr>
            <a:cxnSpLocks/>
          </p:cNvCxnSpPr>
          <p:nvPr/>
        </p:nvCxnSpPr>
        <p:spPr>
          <a:xfrm>
            <a:off x="39214228" y="10124066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Straight Arrow Connector 418">
            <a:extLst>
              <a:ext uri="{FF2B5EF4-FFF2-40B4-BE49-F238E27FC236}">
                <a16:creationId xmlns:a16="http://schemas.microsoft.com/office/drawing/2014/main" id="{DC8BEFF4-71BA-7F40-068E-9C98B9023940}"/>
              </a:ext>
            </a:extLst>
          </p:cNvPr>
          <p:cNvCxnSpPr>
            <a:cxnSpLocks/>
          </p:cNvCxnSpPr>
          <p:nvPr/>
        </p:nvCxnSpPr>
        <p:spPr>
          <a:xfrm rot="10800000">
            <a:off x="39214228" y="10301069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Straight Arrow Connector 419">
            <a:extLst>
              <a:ext uri="{FF2B5EF4-FFF2-40B4-BE49-F238E27FC236}">
                <a16:creationId xmlns:a16="http://schemas.microsoft.com/office/drawing/2014/main" id="{00DBD63C-1850-4A4A-F824-67CDE82E5F24}"/>
              </a:ext>
            </a:extLst>
          </p:cNvPr>
          <p:cNvCxnSpPr>
            <a:cxnSpLocks/>
            <a:stCxn id="416" idx="0"/>
          </p:cNvCxnSpPr>
          <p:nvPr/>
        </p:nvCxnSpPr>
        <p:spPr>
          <a:xfrm flipH="1" flipV="1">
            <a:off x="36550546" y="1021923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65256D6D-8EC8-A24E-BDEA-EBD5E883C58C}"/>
              </a:ext>
            </a:extLst>
          </p:cNvPr>
          <p:cNvSpPr/>
          <p:nvPr/>
        </p:nvSpPr>
        <p:spPr>
          <a:xfrm>
            <a:off x="39915800" y="10064443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0195A0E4-740D-23C9-9418-C28354CB8814}"/>
              </a:ext>
            </a:extLst>
          </p:cNvPr>
          <p:cNvSpPr/>
          <p:nvPr/>
        </p:nvSpPr>
        <p:spPr>
          <a:xfrm>
            <a:off x="38727974" y="1006444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8DFF9FAA-7A33-6E0E-920A-CE4B93A96104}"/>
              </a:ext>
            </a:extLst>
          </p:cNvPr>
          <p:cNvSpPr/>
          <p:nvPr/>
        </p:nvSpPr>
        <p:spPr>
          <a:xfrm>
            <a:off x="36184492" y="10064443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Oval 423">
            <a:extLst>
              <a:ext uri="{FF2B5EF4-FFF2-40B4-BE49-F238E27FC236}">
                <a16:creationId xmlns:a16="http://schemas.microsoft.com/office/drawing/2014/main" id="{8292B0B4-4F47-2FDA-76BE-A7BEDE4F6408}"/>
              </a:ext>
            </a:extLst>
          </p:cNvPr>
          <p:cNvSpPr/>
          <p:nvPr/>
        </p:nvSpPr>
        <p:spPr>
          <a:xfrm>
            <a:off x="35342123" y="9696980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6" name="Graphic 425" descr="Mittens outline">
            <a:extLst>
              <a:ext uri="{FF2B5EF4-FFF2-40B4-BE49-F238E27FC236}">
                <a16:creationId xmlns:a16="http://schemas.microsoft.com/office/drawing/2014/main" id="{B50F79FD-68A1-F760-2196-E27D33E594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78019" y="5355256"/>
            <a:ext cx="1608779" cy="1608779"/>
          </a:xfrm>
          <a:prstGeom prst="rect">
            <a:avLst/>
          </a:prstGeom>
        </p:spPr>
      </p:pic>
      <p:cxnSp>
        <p:nvCxnSpPr>
          <p:cNvPr id="446" name="Straight Connector 445">
            <a:extLst>
              <a:ext uri="{FF2B5EF4-FFF2-40B4-BE49-F238E27FC236}">
                <a16:creationId xmlns:a16="http://schemas.microsoft.com/office/drawing/2014/main" id="{56995CC1-0170-DECD-0DB6-BA6400B09FF2}"/>
              </a:ext>
            </a:extLst>
          </p:cNvPr>
          <p:cNvCxnSpPr>
            <a:cxnSpLocks/>
          </p:cNvCxnSpPr>
          <p:nvPr/>
        </p:nvCxnSpPr>
        <p:spPr>
          <a:xfrm>
            <a:off x="27444162" y="14279949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7" name="Freeform: Shape 446">
            <a:extLst>
              <a:ext uri="{FF2B5EF4-FFF2-40B4-BE49-F238E27FC236}">
                <a16:creationId xmlns:a16="http://schemas.microsoft.com/office/drawing/2014/main" id="{FC14A7DB-A470-6E13-D9C0-C4480879458E}"/>
              </a:ext>
            </a:extLst>
          </p:cNvPr>
          <p:cNvSpPr/>
          <p:nvPr/>
        </p:nvSpPr>
        <p:spPr>
          <a:xfrm>
            <a:off x="29226633" y="13093107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118B7174-E50B-0B4F-E698-23D330088505}"/>
              </a:ext>
            </a:extLst>
          </p:cNvPr>
          <p:cNvCxnSpPr>
            <a:cxnSpLocks/>
          </p:cNvCxnSpPr>
          <p:nvPr/>
        </p:nvCxnSpPr>
        <p:spPr>
          <a:xfrm>
            <a:off x="31004066" y="14062899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Straight Arrow Connector 448">
            <a:extLst>
              <a:ext uri="{FF2B5EF4-FFF2-40B4-BE49-F238E27FC236}">
                <a16:creationId xmlns:a16="http://schemas.microsoft.com/office/drawing/2014/main" id="{0B1E53C7-077D-0BE9-5A3A-2EC0210B1C51}"/>
              </a:ext>
            </a:extLst>
          </p:cNvPr>
          <p:cNvCxnSpPr>
            <a:cxnSpLocks/>
          </p:cNvCxnSpPr>
          <p:nvPr/>
        </p:nvCxnSpPr>
        <p:spPr>
          <a:xfrm>
            <a:off x="31312466" y="13967740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Straight Arrow Connector 449">
            <a:extLst>
              <a:ext uri="{FF2B5EF4-FFF2-40B4-BE49-F238E27FC236}">
                <a16:creationId xmlns:a16="http://schemas.microsoft.com/office/drawing/2014/main" id="{3A9972CA-1749-5082-AED9-FD7A08906D65}"/>
              </a:ext>
            </a:extLst>
          </p:cNvPr>
          <p:cNvCxnSpPr>
            <a:cxnSpLocks/>
          </p:cNvCxnSpPr>
          <p:nvPr/>
        </p:nvCxnSpPr>
        <p:spPr>
          <a:xfrm rot="10800000">
            <a:off x="31312466" y="14144744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Arrow Connector 450">
            <a:extLst>
              <a:ext uri="{FF2B5EF4-FFF2-40B4-BE49-F238E27FC236}">
                <a16:creationId xmlns:a16="http://schemas.microsoft.com/office/drawing/2014/main" id="{14A38901-E58A-5F85-C20B-70F4196C90A2}"/>
              </a:ext>
            </a:extLst>
          </p:cNvPr>
          <p:cNvCxnSpPr>
            <a:cxnSpLocks/>
            <a:stCxn id="447" idx="0"/>
          </p:cNvCxnSpPr>
          <p:nvPr/>
        </p:nvCxnSpPr>
        <p:spPr>
          <a:xfrm flipH="1" flipV="1">
            <a:off x="28648782" y="14062914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Oval 451">
            <a:extLst>
              <a:ext uri="{FF2B5EF4-FFF2-40B4-BE49-F238E27FC236}">
                <a16:creationId xmlns:a16="http://schemas.microsoft.com/office/drawing/2014/main" id="{FD9AD264-EA81-2A61-CB3D-0D629770357E}"/>
              </a:ext>
            </a:extLst>
          </p:cNvPr>
          <p:cNvSpPr/>
          <p:nvPr/>
        </p:nvSpPr>
        <p:spPr>
          <a:xfrm>
            <a:off x="32014037" y="13908117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3" name="Oval 452">
            <a:extLst>
              <a:ext uri="{FF2B5EF4-FFF2-40B4-BE49-F238E27FC236}">
                <a16:creationId xmlns:a16="http://schemas.microsoft.com/office/drawing/2014/main" id="{D59D8C33-FBA2-503B-F223-388CEA895B55}"/>
              </a:ext>
            </a:extLst>
          </p:cNvPr>
          <p:cNvSpPr/>
          <p:nvPr/>
        </p:nvSpPr>
        <p:spPr>
          <a:xfrm>
            <a:off x="28282730" y="13908117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4" name="Oval 453">
            <a:extLst>
              <a:ext uri="{FF2B5EF4-FFF2-40B4-BE49-F238E27FC236}">
                <a16:creationId xmlns:a16="http://schemas.microsoft.com/office/drawing/2014/main" id="{CBBF92A4-BFBB-DE71-0F40-278034D401F2}"/>
              </a:ext>
            </a:extLst>
          </p:cNvPr>
          <p:cNvSpPr/>
          <p:nvPr/>
        </p:nvSpPr>
        <p:spPr>
          <a:xfrm>
            <a:off x="27440360" y="1354065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8CA9338F-68BD-443A-0CE2-0D6F6DD11E91}"/>
              </a:ext>
            </a:extLst>
          </p:cNvPr>
          <p:cNvCxnSpPr>
            <a:cxnSpLocks/>
          </p:cNvCxnSpPr>
          <p:nvPr/>
        </p:nvCxnSpPr>
        <p:spPr>
          <a:xfrm>
            <a:off x="27444162" y="12289780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6" name="Oval 455">
            <a:extLst>
              <a:ext uri="{FF2B5EF4-FFF2-40B4-BE49-F238E27FC236}">
                <a16:creationId xmlns:a16="http://schemas.microsoft.com/office/drawing/2014/main" id="{73D3E7A5-5715-16BE-E473-BFD3DDF5C843}"/>
              </a:ext>
            </a:extLst>
          </p:cNvPr>
          <p:cNvSpPr/>
          <p:nvPr/>
        </p:nvSpPr>
        <p:spPr>
          <a:xfrm>
            <a:off x="32014037" y="11917948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7" name="Oval 456">
            <a:extLst>
              <a:ext uri="{FF2B5EF4-FFF2-40B4-BE49-F238E27FC236}">
                <a16:creationId xmlns:a16="http://schemas.microsoft.com/office/drawing/2014/main" id="{492F2BE3-2B93-7BE5-E2E0-25E21236C804}"/>
              </a:ext>
            </a:extLst>
          </p:cNvPr>
          <p:cNvSpPr/>
          <p:nvPr/>
        </p:nvSpPr>
        <p:spPr>
          <a:xfrm>
            <a:off x="28282730" y="11917948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Oval 457">
            <a:extLst>
              <a:ext uri="{FF2B5EF4-FFF2-40B4-BE49-F238E27FC236}">
                <a16:creationId xmlns:a16="http://schemas.microsoft.com/office/drawing/2014/main" id="{AF7AA255-29E4-4AE3-2E2B-3233106A2586}"/>
              </a:ext>
            </a:extLst>
          </p:cNvPr>
          <p:cNvSpPr/>
          <p:nvPr/>
        </p:nvSpPr>
        <p:spPr>
          <a:xfrm>
            <a:off x="27440360" y="11550492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9" name="Straight Arrow Connector 458">
            <a:extLst>
              <a:ext uri="{FF2B5EF4-FFF2-40B4-BE49-F238E27FC236}">
                <a16:creationId xmlns:a16="http://schemas.microsoft.com/office/drawing/2014/main" id="{30340B9E-3C8E-CC9B-2263-5EC8CDAB96CC}"/>
              </a:ext>
            </a:extLst>
          </p:cNvPr>
          <p:cNvCxnSpPr>
            <a:cxnSpLocks/>
          </p:cNvCxnSpPr>
          <p:nvPr/>
        </p:nvCxnSpPr>
        <p:spPr>
          <a:xfrm flipH="1">
            <a:off x="28761403" y="12095783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AD64B6A7-DD4A-5F32-F306-B38AFA91F642}"/>
              </a:ext>
            </a:extLst>
          </p:cNvPr>
          <p:cNvCxnSpPr>
            <a:cxnSpLocks/>
          </p:cNvCxnSpPr>
          <p:nvPr/>
        </p:nvCxnSpPr>
        <p:spPr>
          <a:xfrm>
            <a:off x="35334496" y="14182403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1" name="Freeform: Shape 460">
            <a:extLst>
              <a:ext uri="{FF2B5EF4-FFF2-40B4-BE49-F238E27FC236}">
                <a16:creationId xmlns:a16="http://schemas.microsoft.com/office/drawing/2014/main" id="{8B694038-9D43-FF11-92FD-3A800191401F}"/>
              </a:ext>
            </a:extLst>
          </p:cNvPr>
          <p:cNvSpPr/>
          <p:nvPr/>
        </p:nvSpPr>
        <p:spPr>
          <a:xfrm>
            <a:off x="37116969" y="12995561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2" name="Straight Connector 461">
            <a:extLst>
              <a:ext uri="{FF2B5EF4-FFF2-40B4-BE49-F238E27FC236}">
                <a16:creationId xmlns:a16="http://schemas.microsoft.com/office/drawing/2014/main" id="{30A46B7A-F325-DEAC-6FDD-C116C67CD46F}"/>
              </a:ext>
            </a:extLst>
          </p:cNvPr>
          <p:cNvCxnSpPr>
            <a:cxnSpLocks/>
          </p:cNvCxnSpPr>
          <p:nvPr/>
        </p:nvCxnSpPr>
        <p:spPr>
          <a:xfrm>
            <a:off x="38903927" y="13965353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Straight Arrow Connector 462">
            <a:extLst>
              <a:ext uri="{FF2B5EF4-FFF2-40B4-BE49-F238E27FC236}">
                <a16:creationId xmlns:a16="http://schemas.microsoft.com/office/drawing/2014/main" id="{FF33806D-461D-51FB-EF20-E765DD5185D2}"/>
              </a:ext>
            </a:extLst>
          </p:cNvPr>
          <p:cNvCxnSpPr>
            <a:cxnSpLocks/>
          </p:cNvCxnSpPr>
          <p:nvPr/>
        </p:nvCxnSpPr>
        <p:spPr>
          <a:xfrm>
            <a:off x="39202801" y="13870194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Straight Arrow Connector 463">
            <a:extLst>
              <a:ext uri="{FF2B5EF4-FFF2-40B4-BE49-F238E27FC236}">
                <a16:creationId xmlns:a16="http://schemas.microsoft.com/office/drawing/2014/main" id="{9F730B4C-FCF0-431C-A3DE-3403C725020D}"/>
              </a:ext>
            </a:extLst>
          </p:cNvPr>
          <p:cNvCxnSpPr>
            <a:cxnSpLocks/>
          </p:cNvCxnSpPr>
          <p:nvPr/>
        </p:nvCxnSpPr>
        <p:spPr>
          <a:xfrm rot="10800000">
            <a:off x="39202801" y="14047198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464">
            <a:extLst>
              <a:ext uri="{FF2B5EF4-FFF2-40B4-BE49-F238E27FC236}">
                <a16:creationId xmlns:a16="http://schemas.microsoft.com/office/drawing/2014/main" id="{4DA658F9-4663-74A6-D96F-D0A703BC3EC9}"/>
              </a:ext>
            </a:extLst>
          </p:cNvPr>
          <p:cNvCxnSpPr>
            <a:cxnSpLocks/>
            <a:stCxn id="461" idx="0"/>
          </p:cNvCxnSpPr>
          <p:nvPr/>
        </p:nvCxnSpPr>
        <p:spPr>
          <a:xfrm flipH="1" flipV="1">
            <a:off x="36539117" y="13965368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Oval 465">
            <a:extLst>
              <a:ext uri="{FF2B5EF4-FFF2-40B4-BE49-F238E27FC236}">
                <a16:creationId xmlns:a16="http://schemas.microsoft.com/office/drawing/2014/main" id="{AC5D6837-FA18-45BD-084C-2A631D7CABB8}"/>
              </a:ext>
            </a:extLst>
          </p:cNvPr>
          <p:cNvSpPr/>
          <p:nvPr/>
        </p:nvSpPr>
        <p:spPr>
          <a:xfrm>
            <a:off x="39904372" y="1381057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Oval 466">
            <a:extLst>
              <a:ext uri="{FF2B5EF4-FFF2-40B4-BE49-F238E27FC236}">
                <a16:creationId xmlns:a16="http://schemas.microsoft.com/office/drawing/2014/main" id="{21E27A89-67CC-24A1-BD0E-08166D353880}"/>
              </a:ext>
            </a:extLst>
          </p:cNvPr>
          <p:cNvSpPr/>
          <p:nvPr/>
        </p:nvSpPr>
        <p:spPr>
          <a:xfrm>
            <a:off x="36173065" y="1381057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8" name="Oval 467">
            <a:extLst>
              <a:ext uri="{FF2B5EF4-FFF2-40B4-BE49-F238E27FC236}">
                <a16:creationId xmlns:a16="http://schemas.microsoft.com/office/drawing/2014/main" id="{0D1A9B84-625E-E752-B9DD-16092C35FDDD}"/>
              </a:ext>
            </a:extLst>
          </p:cNvPr>
          <p:cNvSpPr/>
          <p:nvPr/>
        </p:nvSpPr>
        <p:spPr>
          <a:xfrm>
            <a:off x="35330695" y="1344310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9" name="Straight Connector 468">
            <a:extLst>
              <a:ext uri="{FF2B5EF4-FFF2-40B4-BE49-F238E27FC236}">
                <a16:creationId xmlns:a16="http://schemas.microsoft.com/office/drawing/2014/main" id="{65A0AF98-4C32-0098-DBDE-E06F56E8ED9B}"/>
              </a:ext>
            </a:extLst>
          </p:cNvPr>
          <p:cNvCxnSpPr>
            <a:cxnSpLocks/>
          </p:cNvCxnSpPr>
          <p:nvPr/>
        </p:nvCxnSpPr>
        <p:spPr>
          <a:xfrm>
            <a:off x="35343061" y="1232558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Oval 469">
            <a:extLst>
              <a:ext uri="{FF2B5EF4-FFF2-40B4-BE49-F238E27FC236}">
                <a16:creationId xmlns:a16="http://schemas.microsoft.com/office/drawing/2014/main" id="{47097825-2E9B-BFA8-EFEC-6202CD654496}"/>
              </a:ext>
            </a:extLst>
          </p:cNvPr>
          <p:cNvSpPr/>
          <p:nvPr/>
        </p:nvSpPr>
        <p:spPr>
          <a:xfrm>
            <a:off x="39912937" y="1195374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Oval 470">
            <a:extLst>
              <a:ext uri="{FF2B5EF4-FFF2-40B4-BE49-F238E27FC236}">
                <a16:creationId xmlns:a16="http://schemas.microsoft.com/office/drawing/2014/main" id="{82D1465B-78B7-AE6F-60FC-1E06DE93E5D9}"/>
              </a:ext>
            </a:extLst>
          </p:cNvPr>
          <p:cNvSpPr/>
          <p:nvPr/>
        </p:nvSpPr>
        <p:spPr>
          <a:xfrm>
            <a:off x="36181630" y="1195374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2" name="Oval 471">
            <a:extLst>
              <a:ext uri="{FF2B5EF4-FFF2-40B4-BE49-F238E27FC236}">
                <a16:creationId xmlns:a16="http://schemas.microsoft.com/office/drawing/2014/main" id="{96259D50-B101-10F8-B593-F07A8A951144}"/>
              </a:ext>
            </a:extLst>
          </p:cNvPr>
          <p:cNvSpPr/>
          <p:nvPr/>
        </p:nvSpPr>
        <p:spPr>
          <a:xfrm>
            <a:off x="35339259" y="11586293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3" name="Straight Arrow Connector 472">
            <a:extLst>
              <a:ext uri="{FF2B5EF4-FFF2-40B4-BE49-F238E27FC236}">
                <a16:creationId xmlns:a16="http://schemas.microsoft.com/office/drawing/2014/main" id="{3C4507F9-3048-8A6E-9FBF-86F46CBDCE0F}"/>
              </a:ext>
            </a:extLst>
          </p:cNvPr>
          <p:cNvCxnSpPr>
            <a:cxnSpLocks/>
          </p:cNvCxnSpPr>
          <p:nvPr/>
        </p:nvCxnSpPr>
        <p:spPr>
          <a:xfrm flipH="1">
            <a:off x="36660302" y="12131584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4" name="Straight Connector 473">
            <a:extLst>
              <a:ext uri="{FF2B5EF4-FFF2-40B4-BE49-F238E27FC236}">
                <a16:creationId xmlns:a16="http://schemas.microsoft.com/office/drawing/2014/main" id="{BE9AC010-60AD-CF17-75BC-6889599392AE}"/>
              </a:ext>
            </a:extLst>
          </p:cNvPr>
          <p:cNvCxnSpPr>
            <a:cxnSpLocks/>
          </p:cNvCxnSpPr>
          <p:nvPr/>
        </p:nvCxnSpPr>
        <p:spPr>
          <a:xfrm>
            <a:off x="42984315" y="14361591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5" name="Freeform: Shape 474">
            <a:extLst>
              <a:ext uri="{FF2B5EF4-FFF2-40B4-BE49-F238E27FC236}">
                <a16:creationId xmlns:a16="http://schemas.microsoft.com/office/drawing/2014/main" id="{7259ADBA-EBC0-1F30-6B38-589F4924696E}"/>
              </a:ext>
            </a:extLst>
          </p:cNvPr>
          <p:cNvSpPr/>
          <p:nvPr/>
        </p:nvSpPr>
        <p:spPr>
          <a:xfrm>
            <a:off x="44766788" y="13174749"/>
            <a:ext cx="1786965" cy="985829"/>
          </a:xfrm>
          <a:custGeom>
            <a:avLst/>
            <a:gdLst>
              <a:gd name="csX0" fmla="*/ 0 w 1786965"/>
              <a:gd name="csY0" fmla="*/ 1093699 h 1093699"/>
              <a:gd name="csX1" fmla="*/ 908424 w 1786965"/>
              <a:gd name="csY1" fmla="*/ 5 h 1093699"/>
              <a:gd name="csX2" fmla="*/ 1786965 w 1786965"/>
              <a:gd name="csY2" fmla="*/ 1081746 h 10936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86965" h="1093699">
                <a:moveTo>
                  <a:pt x="0" y="1093699"/>
                </a:moveTo>
                <a:cubicBezTo>
                  <a:pt x="305298" y="547848"/>
                  <a:pt x="610597" y="1997"/>
                  <a:pt x="908424" y="5"/>
                </a:cubicBezTo>
                <a:cubicBezTo>
                  <a:pt x="1206251" y="-1987"/>
                  <a:pt x="1496608" y="539879"/>
                  <a:pt x="1786965" y="1081746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6" name="Straight Connector 475">
            <a:extLst>
              <a:ext uri="{FF2B5EF4-FFF2-40B4-BE49-F238E27FC236}">
                <a16:creationId xmlns:a16="http://schemas.microsoft.com/office/drawing/2014/main" id="{52363736-8295-3428-6074-96A6A7761E12}"/>
              </a:ext>
            </a:extLst>
          </p:cNvPr>
          <p:cNvCxnSpPr>
            <a:cxnSpLocks/>
          </p:cNvCxnSpPr>
          <p:nvPr/>
        </p:nvCxnSpPr>
        <p:spPr>
          <a:xfrm>
            <a:off x="46553745" y="14144541"/>
            <a:ext cx="90317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Straight Arrow Connector 476">
            <a:extLst>
              <a:ext uri="{FF2B5EF4-FFF2-40B4-BE49-F238E27FC236}">
                <a16:creationId xmlns:a16="http://schemas.microsoft.com/office/drawing/2014/main" id="{E1C4973C-B258-1664-46FD-BA5B75927463}"/>
              </a:ext>
            </a:extLst>
          </p:cNvPr>
          <p:cNvCxnSpPr>
            <a:cxnSpLocks/>
          </p:cNvCxnSpPr>
          <p:nvPr/>
        </p:nvCxnSpPr>
        <p:spPr>
          <a:xfrm>
            <a:off x="46852620" y="14049382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Straight Arrow Connector 477">
            <a:extLst>
              <a:ext uri="{FF2B5EF4-FFF2-40B4-BE49-F238E27FC236}">
                <a16:creationId xmlns:a16="http://schemas.microsoft.com/office/drawing/2014/main" id="{3B7EBE9B-6700-F6D9-8F3B-CF3BB666F469}"/>
              </a:ext>
            </a:extLst>
          </p:cNvPr>
          <p:cNvCxnSpPr>
            <a:cxnSpLocks/>
          </p:cNvCxnSpPr>
          <p:nvPr/>
        </p:nvCxnSpPr>
        <p:spPr>
          <a:xfrm rot="10800000">
            <a:off x="46852620" y="14226386"/>
            <a:ext cx="508886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Straight Arrow Connector 478">
            <a:extLst>
              <a:ext uri="{FF2B5EF4-FFF2-40B4-BE49-F238E27FC236}">
                <a16:creationId xmlns:a16="http://schemas.microsoft.com/office/drawing/2014/main" id="{3950F6BE-2185-1A70-3B96-69F8A5117FC6}"/>
              </a:ext>
            </a:extLst>
          </p:cNvPr>
          <p:cNvCxnSpPr>
            <a:cxnSpLocks/>
            <a:stCxn id="475" idx="0"/>
          </p:cNvCxnSpPr>
          <p:nvPr/>
        </p:nvCxnSpPr>
        <p:spPr>
          <a:xfrm flipH="1" flipV="1">
            <a:off x="44188937" y="14144556"/>
            <a:ext cx="577846" cy="160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479">
            <a:extLst>
              <a:ext uri="{FF2B5EF4-FFF2-40B4-BE49-F238E27FC236}">
                <a16:creationId xmlns:a16="http://schemas.microsoft.com/office/drawing/2014/main" id="{1C2594EE-627D-4969-5A54-C8EBE3366A48}"/>
              </a:ext>
            </a:extLst>
          </p:cNvPr>
          <p:cNvSpPr/>
          <p:nvPr/>
        </p:nvSpPr>
        <p:spPr>
          <a:xfrm>
            <a:off x="47554191" y="13989759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4E55EBCC-27EA-BC26-DD67-1748A9083231}"/>
              </a:ext>
            </a:extLst>
          </p:cNvPr>
          <p:cNvSpPr/>
          <p:nvPr/>
        </p:nvSpPr>
        <p:spPr>
          <a:xfrm>
            <a:off x="43822884" y="13989759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6FA449C-ACE6-5BC5-1C54-C1A7BCE6BE8A}"/>
              </a:ext>
            </a:extLst>
          </p:cNvPr>
          <p:cNvSpPr/>
          <p:nvPr/>
        </p:nvSpPr>
        <p:spPr>
          <a:xfrm>
            <a:off x="42980514" y="13622297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Straight Connector 482">
            <a:extLst>
              <a:ext uri="{FF2B5EF4-FFF2-40B4-BE49-F238E27FC236}">
                <a16:creationId xmlns:a16="http://schemas.microsoft.com/office/drawing/2014/main" id="{713BDD4D-C92C-FF9E-18C5-29864585FCCB}"/>
              </a:ext>
            </a:extLst>
          </p:cNvPr>
          <p:cNvCxnSpPr>
            <a:cxnSpLocks/>
          </p:cNvCxnSpPr>
          <p:nvPr/>
        </p:nvCxnSpPr>
        <p:spPr>
          <a:xfrm>
            <a:off x="42984315" y="12371422"/>
            <a:ext cx="560169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4" name="Oval 483">
            <a:extLst>
              <a:ext uri="{FF2B5EF4-FFF2-40B4-BE49-F238E27FC236}">
                <a16:creationId xmlns:a16="http://schemas.microsoft.com/office/drawing/2014/main" id="{C28C5110-2CCA-714E-6511-43003867FEF2}"/>
              </a:ext>
            </a:extLst>
          </p:cNvPr>
          <p:cNvSpPr/>
          <p:nvPr/>
        </p:nvSpPr>
        <p:spPr>
          <a:xfrm>
            <a:off x="47554191" y="11999591"/>
            <a:ext cx="355688" cy="35568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DF3F9CF0-8E84-D89E-0F8E-5FA5ADE793F5}"/>
              </a:ext>
            </a:extLst>
          </p:cNvPr>
          <p:cNvSpPr/>
          <p:nvPr/>
        </p:nvSpPr>
        <p:spPr>
          <a:xfrm>
            <a:off x="43822884" y="11999591"/>
            <a:ext cx="355688" cy="355688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Oval 485">
            <a:extLst>
              <a:ext uri="{FF2B5EF4-FFF2-40B4-BE49-F238E27FC236}">
                <a16:creationId xmlns:a16="http://schemas.microsoft.com/office/drawing/2014/main" id="{A9F49343-1276-9ECF-33E0-6A9145C2707A}"/>
              </a:ext>
            </a:extLst>
          </p:cNvPr>
          <p:cNvSpPr/>
          <p:nvPr/>
        </p:nvSpPr>
        <p:spPr>
          <a:xfrm>
            <a:off x="42980514" y="11632134"/>
            <a:ext cx="739299" cy="73929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7" name="Straight Arrow Connector 486">
            <a:extLst>
              <a:ext uri="{FF2B5EF4-FFF2-40B4-BE49-F238E27FC236}">
                <a16:creationId xmlns:a16="http://schemas.microsoft.com/office/drawing/2014/main" id="{EAEC7DC4-2FAB-062F-0A86-691989C633FB}"/>
              </a:ext>
            </a:extLst>
          </p:cNvPr>
          <p:cNvCxnSpPr>
            <a:cxnSpLocks/>
          </p:cNvCxnSpPr>
          <p:nvPr/>
        </p:nvCxnSpPr>
        <p:spPr>
          <a:xfrm flipH="1">
            <a:off x="44301557" y="12177427"/>
            <a:ext cx="314362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997E81-669E-F439-A107-3D5F59756325}"/>
              </a:ext>
            </a:extLst>
          </p:cNvPr>
          <p:cNvSpPr txBox="1"/>
          <p:nvPr/>
        </p:nvSpPr>
        <p:spPr>
          <a:xfrm>
            <a:off x="5559918" y="53769"/>
            <a:ext cx="11620681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Target Finding 4: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ED0FCF-5A64-A5A3-FB33-413FFE1B5DF9}"/>
              </a:ext>
            </a:extLst>
          </p:cNvPr>
          <p:cNvSpPr txBox="1"/>
          <p:nvPr/>
        </p:nvSpPr>
        <p:spPr>
          <a:xfrm>
            <a:off x="33641672" y="58355"/>
            <a:ext cx="11620681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 Target Finding 5: </a:t>
            </a:r>
          </a:p>
        </p:txBody>
      </p:sp>
      <p:sp>
        <p:nvSpPr>
          <p:cNvPr id="1166" name="TextBox 1165">
            <a:extLst>
              <a:ext uri="{FF2B5EF4-FFF2-40B4-BE49-F238E27FC236}">
                <a16:creationId xmlns:a16="http://schemas.microsoft.com/office/drawing/2014/main" id="{9AFA7494-CA0E-E583-ABA7-4FBCF8ED7856}"/>
              </a:ext>
            </a:extLst>
          </p:cNvPr>
          <p:cNvSpPr txBox="1"/>
          <p:nvPr/>
        </p:nvSpPr>
        <p:spPr>
          <a:xfrm>
            <a:off x="2035655" y="1784341"/>
            <a:ext cx="173600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Graded Representations of Efficiency </a:t>
            </a:r>
          </a:p>
        </p:txBody>
      </p:sp>
      <p:sp>
        <p:nvSpPr>
          <p:cNvPr id="1168" name="TextBox 1167">
            <a:extLst>
              <a:ext uri="{FF2B5EF4-FFF2-40B4-BE49-F238E27FC236}">
                <a16:creationId xmlns:a16="http://schemas.microsoft.com/office/drawing/2014/main" id="{265E7810-2C32-B9D6-4D0D-4B674E2BD279}"/>
              </a:ext>
            </a:extLst>
          </p:cNvPr>
          <p:cNvSpPr txBox="1"/>
          <p:nvPr/>
        </p:nvSpPr>
        <p:spPr>
          <a:xfrm>
            <a:off x="25199977" y="1721327"/>
            <a:ext cx="2730957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efficiency understanding in pre-reaching infants</a:t>
            </a:r>
          </a:p>
        </p:txBody>
      </p:sp>
      <p:sp>
        <p:nvSpPr>
          <p:cNvPr id="1170" name="TextBox 1169">
            <a:extLst>
              <a:ext uri="{FF2B5EF4-FFF2-40B4-BE49-F238E27FC236}">
                <a16:creationId xmlns:a16="http://schemas.microsoft.com/office/drawing/2014/main" id="{5AD16F17-D3F7-A113-8D37-EBF1B977DE83}"/>
              </a:ext>
            </a:extLst>
          </p:cNvPr>
          <p:cNvSpPr txBox="1"/>
          <p:nvPr/>
        </p:nvSpPr>
        <p:spPr>
          <a:xfrm>
            <a:off x="291754" y="3466449"/>
            <a:ext cx="71450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1172" name="TextBox 1171">
            <a:extLst>
              <a:ext uri="{FF2B5EF4-FFF2-40B4-BE49-F238E27FC236}">
                <a16:creationId xmlns:a16="http://schemas.microsoft.com/office/drawing/2014/main" id="{3A892892-C5EB-7131-5421-0CBDB057E2F0}"/>
              </a:ext>
            </a:extLst>
          </p:cNvPr>
          <p:cNvSpPr txBox="1"/>
          <p:nvPr/>
        </p:nvSpPr>
        <p:spPr>
          <a:xfrm>
            <a:off x="7544795" y="3448560"/>
            <a:ext cx="804117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sp>
        <p:nvSpPr>
          <p:cNvPr id="1174" name="TextBox 1173">
            <a:extLst>
              <a:ext uri="{FF2B5EF4-FFF2-40B4-BE49-F238E27FC236}">
                <a16:creationId xmlns:a16="http://schemas.microsoft.com/office/drawing/2014/main" id="{23C91127-2FFA-D94F-09FD-C688F7FF5824}"/>
              </a:ext>
            </a:extLst>
          </p:cNvPr>
          <p:cNvSpPr txBox="1"/>
          <p:nvPr/>
        </p:nvSpPr>
        <p:spPr>
          <a:xfrm>
            <a:off x="15669619" y="3480355"/>
            <a:ext cx="804117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sp>
        <p:nvSpPr>
          <p:cNvPr id="1200" name="TextBox 1199">
            <a:extLst>
              <a:ext uri="{FF2B5EF4-FFF2-40B4-BE49-F238E27FC236}">
                <a16:creationId xmlns:a16="http://schemas.microsoft.com/office/drawing/2014/main" id="{645A8A17-7782-BCE8-6B79-878FD94973B0}"/>
              </a:ext>
            </a:extLst>
          </p:cNvPr>
          <p:cNvSpPr txBox="1"/>
          <p:nvPr/>
        </p:nvSpPr>
        <p:spPr>
          <a:xfrm>
            <a:off x="2348844" y="4652543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206" name="TextBox 1205">
            <a:extLst>
              <a:ext uri="{FF2B5EF4-FFF2-40B4-BE49-F238E27FC236}">
                <a16:creationId xmlns:a16="http://schemas.microsoft.com/office/drawing/2014/main" id="{7A35E45C-706E-7C1E-8FCA-A70630C5AFBF}"/>
              </a:ext>
            </a:extLst>
          </p:cNvPr>
          <p:cNvSpPr txBox="1"/>
          <p:nvPr/>
        </p:nvSpPr>
        <p:spPr>
          <a:xfrm>
            <a:off x="9696139" y="4660565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208" name="TextBox 1207">
            <a:extLst>
              <a:ext uri="{FF2B5EF4-FFF2-40B4-BE49-F238E27FC236}">
                <a16:creationId xmlns:a16="http://schemas.microsoft.com/office/drawing/2014/main" id="{D38535A5-F83B-3243-2AFC-CF05D9E06E42}"/>
              </a:ext>
            </a:extLst>
          </p:cNvPr>
          <p:cNvSpPr txBox="1"/>
          <p:nvPr/>
        </p:nvSpPr>
        <p:spPr>
          <a:xfrm>
            <a:off x="17404373" y="4740776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210" name="TextBox 1209">
            <a:extLst>
              <a:ext uri="{FF2B5EF4-FFF2-40B4-BE49-F238E27FC236}">
                <a16:creationId xmlns:a16="http://schemas.microsoft.com/office/drawing/2014/main" id="{CF5A25FC-3E63-6E93-4073-CCC526282064}"/>
              </a:ext>
            </a:extLst>
          </p:cNvPr>
          <p:cNvSpPr txBox="1"/>
          <p:nvPr/>
        </p:nvSpPr>
        <p:spPr>
          <a:xfrm>
            <a:off x="3487827" y="9665701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7CD4265E-EE5A-E108-4803-264062434C10}"/>
              </a:ext>
            </a:extLst>
          </p:cNvPr>
          <p:cNvSpPr txBox="1"/>
          <p:nvPr/>
        </p:nvSpPr>
        <p:spPr>
          <a:xfrm>
            <a:off x="10618557" y="9673722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214" name="TextBox 1213">
            <a:extLst>
              <a:ext uri="{FF2B5EF4-FFF2-40B4-BE49-F238E27FC236}">
                <a16:creationId xmlns:a16="http://schemas.microsoft.com/office/drawing/2014/main" id="{D3E8FA3C-2087-2404-EDD2-325AEB304505}"/>
              </a:ext>
            </a:extLst>
          </p:cNvPr>
          <p:cNvSpPr txBox="1"/>
          <p:nvPr/>
        </p:nvSpPr>
        <p:spPr>
          <a:xfrm>
            <a:off x="18350853" y="9753933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223" name="TextBox 1222">
            <a:extLst>
              <a:ext uri="{FF2B5EF4-FFF2-40B4-BE49-F238E27FC236}">
                <a16:creationId xmlns:a16="http://schemas.microsoft.com/office/drawing/2014/main" id="{3ABC2D6D-85F2-EE31-3858-75FC8093E096}"/>
              </a:ext>
            </a:extLst>
          </p:cNvPr>
          <p:cNvSpPr txBox="1"/>
          <p:nvPr/>
        </p:nvSpPr>
        <p:spPr>
          <a:xfrm>
            <a:off x="28463610" y="6858189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225" name="TextBox 1224">
            <a:extLst>
              <a:ext uri="{FF2B5EF4-FFF2-40B4-BE49-F238E27FC236}">
                <a16:creationId xmlns:a16="http://schemas.microsoft.com/office/drawing/2014/main" id="{A4C202BD-5CFD-393A-EACC-E4BE0D57D035}"/>
              </a:ext>
            </a:extLst>
          </p:cNvPr>
          <p:cNvSpPr txBox="1"/>
          <p:nvPr/>
        </p:nvSpPr>
        <p:spPr>
          <a:xfrm>
            <a:off x="36171843" y="6814576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231" name="TextBox 1230">
            <a:extLst>
              <a:ext uri="{FF2B5EF4-FFF2-40B4-BE49-F238E27FC236}">
                <a16:creationId xmlns:a16="http://schemas.microsoft.com/office/drawing/2014/main" id="{91FF89A4-D35C-B7D0-363D-8066D2E77E33}"/>
              </a:ext>
            </a:extLst>
          </p:cNvPr>
          <p:cNvSpPr txBox="1"/>
          <p:nvPr/>
        </p:nvSpPr>
        <p:spPr>
          <a:xfrm>
            <a:off x="43944242" y="6822598"/>
            <a:ext cx="349486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</a:t>
            </a:r>
          </a:p>
        </p:txBody>
      </p:sp>
      <p:sp>
        <p:nvSpPr>
          <p:cNvPr id="1233" name="TextBox 1232">
            <a:extLst>
              <a:ext uri="{FF2B5EF4-FFF2-40B4-BE49-F238E27FC236}">
                <a16:creationId xmlns:a16="http://schemas.microsoft.com/office/drawing/2014/main" id="{4BEB164B-A3A5-2AF0-318C-3C16CCB86F88}"/>
              </a:ext>
            </a:extLst>
          </p:cNvPr>
          <p:cNvSpPr txBox="1"/>
          <p:nvPr/>
        </p:nvSpPr>
        <p:spPr>
          <a:xfrm>
            <a:off x="29665915" y="10893296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235" name="TextBox 1234">
            <a:extLst>
              <a:ext uri="{FF2B5EF4-FFF2-40B4-BE49-F238E27FC236}">
                <a16:creationId xmlns:a16="http://schemas.microsoft.com/office/drawing/2014/main" id="{DFD78155-9C69-7633-134F-91405EBFE3DD}"/>
              </a:ext>
            </a:extLst>
          </p:cNvPr>
          <p:cNvSpPr txBox="1"/>
          <p:nvPr/>
        </p:nvSpPr>
        <p:spPr>
          <a:xfrm>
            <a:off x="37511659" y="10901317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237" name="TextBox 1236">
            <a:extLst>
              <a:ext uri="{FF2B5EF4-FFF2-40B4-BE49-F238E27FC236}">
                <a16:creationId xmlns:a16="http://schemas.microsoft.com/office/drawing/2014/main" id="{67D21D51-95AF-CD6E-D02F-43EDEEFF86B1}"/>
              </a:ext>
            </a:extLst>
          </p:cNvPr>
          <p:cNvSpPr txBox="1"/>
          <p:nvPr/>
        </p:nvSpPr>
        <p:spPr>
          <a:xfrm>
            <a:off x="45082390" y="10981528"/>
            <a:ext cx="130240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</a:p>
        </p:txBody>
      </p:sp>
      <p:sp>
        <p:nvSpPr>
          <p:cNvPr id="1239" name="TextBox 1238">
            <a:extLst>
              <a:ext uri="{FF2B5EF4-FFF2-40B4-BE49-F238E27FC236}">
                <a16:creationId xmlns:a16="http://schemas.microsoft.com/office/drawing/2014/main" id="{9255323D-8A28-28A3-6EFD-04C7045602C5}"/>
              </a:ext>
            </a:extLst>
          </p:cNvPr>
          <p:cNvSpPr txBox="1"/>
          <p:nvPr/>
        </p:nvSpPr>
        <p:spPr>
          <a:xfrm>
            <a:off x="28443696" y="4755405"/>
            <a:ext cx="376417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Phase</a:t>
            </a:r>
          </a:p>
        </p:txBody>
      </p:sp>
      <p:sp>
        <p:nvSpPr>
          <p:cNvPr id="1241" name="TextBox 1240">
            <a:extLst>
              <a:ext uri="{FF2B5EF4-FFF2-40B4-BE49-F238E27FC236}">
                <a16:creationId xmlns:a16="http://schemas.microsoft.com/office/drawing/2014/main" id="{B58E26CE-CD47-42C6-717A-3255F24B49F9}"/>
              </a:ext>
            </a:extLst>
          </p:cNvPr>
          <p:cNvSpPr txBox="1"/>
          <p:nvPr/>
        </p:nvSpPr>
        <p:spPr>
          <a:xfrm>
            <a:off x="36073221" y="4755405"/>
            <a:ext cx="376417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Phase</a:t>
            </a:r>
          </a:p>
        </p:txBody>
      </p:sp>
      <p:pic>
        <p:nvPicPr>
          <p:cNvPr id="1243" name="Graphic 1242" descr="Mittens with solid fill">
            <a:extLst>
              <a:ext uri="{FF2B5EF4-FFF2-40B4-BE49-F238E27FC236}">
                <a16:creationId xmlns:a16="http://schemas.microsoft.com/office/drawing/2014/main" id="{1CCC9E49-2594-CB3A-3418-A9A6A5A38E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187972" y="5335381"/>
            <a:ext cx="1563059" cy="1563059"/>
          </a:xfrm>
          <a:prstGeom prst="rect">
            <a:avLst/>
          </a:prstGeom>
        </p:spPr>
      </p:pic>
      <p:sp>
        <p:nvSpPr>
          <p:cNvPr id="1245" name="TextBox 1244">
            <a:extLst>
              <a:ext uri="{FF2B5EF4-FFF2-40B4-BE49-F238E27FC236}">
                <a16:creationId xmlns:a16="http://schemas.microsoft.com/office/drawing/2014/main" id="{28062245-0758-74F6-9D7F-6AEFFFF86D3C}"/>
              </a:ext>
            </a:extLst>
          </p:cNvPr>
          <p:cNvSpPr txBox="1"/>
          <p:nvPr/>
        </p:nvSpPr>
        <p:spPr>
          <a:xfrm>
            <a:off x="43853653" y="4763426"/>
            <a:ext cx="3764172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Action Phase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FDB1DA-DA2F-A754-A74B-9F91D81C4D07}"/>
              </a:ext>
            </a:extLst>
          </p:cNvPr>
          <p:cNvSpPr txBox="1"/>
          <p:nvPr/>
        </p:nvSpPr>
        <p:spPr>
          <a:xfrm>
            <a:off x="26831093" y="3466453"/>
            <a:ext cx="71450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A14A6C-DE0E-1FB7-57FA-CF4E3C696611}"/>
              </a:ext>
            </a:extLst>
          </p:cNvPr>
          <p:cNvSpPr txBox="1"/>
          <p:nvPr/>
        </p:nvSpPr>
        <p:spPr>
          <a:xfrm>
            <a:off x="34342228" y="3466456"/>
            <a:ext cx="714509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73231C-D472-0C9A-DAB7-1263F19CD7B2}"/>
              </a:ext>
            </a:extLst>
          </p:cNvPr>
          <p:cNvSpPr txBox="1"/>
          <p:nvPr/>
        </p:nvSpPr>
        <p:spPr>
          <a:xfrm>
            <a:off x="42056559" y="3502127"/>
            <a:ext cx="804117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F484B72-4C2C-F177-8DCD-EE462C3611D6}"/>
              </a:ext>
            </a:extLst>
          </p:cNvPr>
          <p:cNvCxnSpPr/>
          <p:nvPr/>
        </p:nvCxnSpPr>
        <p:spPr>
          <a:xfrm>
            <a:off x="33850109" y="4717990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42C9D8E-7E6F-0155-3302-4820D0CEF41B}"/>
              </a:ext>
            </a:extLst>
          </p:cNvPr>
          <p:cNvCxnSpPr/>
          <p:nvPr/>
        </p:nvCxnSpPr>
        <p:spPr>
          <a:xfrm>
            <a:off x="41778138" y="4717990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4AF17F-6E8B-B5E9-B62A-28827F3046B7}"/>
              </a:ext>
            </a:extLst>
          </p:cNvPr>
          <p:cNvCxnSpPr/>
          <p:nvPr/>
        </p:nvCxnSpPr>
        <p:spPr>
          <a:xfrm>
            <a:off x="15566765" y="4687820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FFFAE2-AEFD-D55D-BABC-3A8CDE259B2A}"/>
              </a:ext>
            </a:extLst>
          </p:cNvPr>
          <p:cNvCxnSpPr/>
          <p:nvPr/>
        </p:nvCxnSpPr>
        <p:spPr>
          <a:xfrm>
            <a:off x="7640615" y="4687820"/>
            <a:ext cx="0" cy="10205209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307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668150b-da18-493d-a040-cbc02bf476e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700C8CE122D6468A01E7E6F602FC93" ma:contentTypeVersion="15" ma:contentTypeDescription="Create a new document." ma:contentTypeScope="" ma:versionID="78a361b573735f4e8f7ea36d196d1741">
  <xsd:schema xmlns:xsd="http://www.w3.org/2001/XMLSchema" xmlns:xs="http://www.w3.org/2001/XMLSchema" xmlns:p="http://schemas.microsoft.com/office/2006/metadata/properties" xmlns:ns3="4668150b-da18-493d-a040-cbc02bf476e5" xmlns:ns4="e584c313-2618-4b13-ba4c-e296ab8c40d5" targetNamespace="http://schemas.microsoft.com/office/2006/metadata/properties" ma:root="true" ma:fieldsID="aacb3e30d10ecf7b0bc1959e7f1d2dde" ns3:_="" ns4:_="">
    <xsd:import namespace="4668150b-da18-493d-a040-cbc02bf476e5"/>
    <xsd:import namespace="e584c313-2618-4b13-ba4c-e296ab8c40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earchProperties" minOccurs="0"/>
                <xsd:element ref="ns4:SharedWithDetails" minOccurs="0"/>
                <xsd:element ref="ns4:SharingHintHash" minOccurs="0"/>
                <xsd:element ref="ns4:SharedWithUser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68150b-da18-493d-a040-cbc02bf476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9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84c313-2618-4b13-ba4c-e296ab8c40d5" elementFormDefault="qualified">
    <xsd:import namespace="http://schemas.microsoft.com/office/2006/documentManagement/types"/>
    <xsd:import namespace="http://schemas.microsoft.com/office/infopath/2007/PartnerControls"/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Sharing Hint Hash" ma:hidden="true" ma:internalName="SharingHintHash" ma:readOnly="true">
      <xsd:simpleType>
        <xsd:restriction base="dms:Text"/>
      </xsd:simple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2F1528F-C631-4170-A5E1-A10CC58FFF8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738C8C-DF76-4388-8A52-04F66B29D512}">
  <ds:schemaRefs>
    <ds:schemaRef ds:uri="http://purl.org/dc/elements/1.1/"/>
    <ds:schemaRef ds:uri="http://www.w3.org/XML/1998/namespace"/>
    <ds:schemaRef ds:uri="http://schemas.microsoft.com/office/2006/documentManagement/types"/>
    <ds:schemaRef ds:uri="e584c313-2618-4b13-ba4c-e296ab8c40d5"/>
    <ds:schemaRef ds:uri="4668150b-da18-493d-a040-cbc02bf476e5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9028DA92-C8DA-4342-B357-E9B52241A8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68150b-da18-493d-a040-cbc02bf476e5"/>
    <ds:schemaRef ds:uri="e584c313-2618-4b13-ba4c-e296ab8c40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1460</TotalTime>
  <Words>117</Words>
  <Application>Microsoft Office PowerPoint</Application>
  <PresentationFormat>Custom</PresentationFormat>
  <Paragraphs>44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22</cp:revision>
  <dcterms:created xsi:type="dcterms:W3CDTF">2026-06-06T05:20:50Z</dcterms:created>
  <dcterms:modified xsi:type="dcterms:W3CDTF">2026-06-14T03:39:39Z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0x0101003D700C8CE122D6468A01E7E6F602FC93</vt:lpwstr>
  </property>
</Properties>
</file>