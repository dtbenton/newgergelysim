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56" r:id="rId2"/>
    <p:sldId id="257" r:id="rId3"/>
    <p:sldId id="258" r:id="rId4"/>
  </p:sldIdLst>
  <p:sldSz cx="36576000" cy="2377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6398"/>
    <a:srgbClr val="518ADA"/>
    <a:srgbClr val="FD840B"/>
    <a:srgbClr val="DACEEA"/>
    <a:srgbClr val="FCFCFB"/>
    <a:srgbClr val="FED791"/>
    <a:srgbClr val="FEFAE8"/>
    <a:srgbClr val="FDFCFA"/>
    <a:srgbClr val="4EA72E"/>
    <a:srgbClr val="9FB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" d="100"/>
          <a:sy n="30" d="100"/>
        </p:scale>
        <p:origin x="147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9FD2D-AE13-4A7D-85B6-708A88D8E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143000"/>
            <a:ext cx="4746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AAC2C-CBB6-4699-8E92-4AC972E48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1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1pPr>
    <a:lvl2pPr marL="921715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2pPr>
    <a:lvl3pPr marL="1843430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3pPr>
    <a:lvl4pPr marL="276514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4pPr>
    <a:lvl5pPr marL="3686861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5pPr>
    <a:lvl6pPr marL="460857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6pPr>
    <a:lvl7pPr marL="5530291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7pPr>
    <a:lvl8pPr marL="645200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8pPr>
    <a:lvl9pPr marL="7373722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AC2C-CBB6-4699-8E92-4AC972E483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0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3890859"/>
            <a:ext cx="31089600" cy="8277013"/>
          </a:xfrm>
        </p:spPr>
        <p:txBody>
          <a:bodyPr anchor="b"/>
          <a:lstStyle>
            <a:lvl1pPr algn="ctr">
              <a:defRPr sz="2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2487065"/>
            <a:ext cx="27432000" cy="5739975"/>
          </a:xfrm>
        </p:spPr>
        <p:txBody>
          <a:bodyPr/>
          <a:lstStyle>
            <a:lvl1pPr marL="0" indent="0" algn="ctr">
              <a:buNone/>
              <a:defRPr sz="8320"/>
            </a:lvl1pPr>
            <a:lvl2pPr marL="1584975" indent="0" algn="ctr">
              <a:buNone/>
              <a:defRPr sz="6933"/>
            </a:lvl2pPr>
            <a:lvl3pPr marL="3169950" indent="0" algn="ctr">
              <a:buNone/>
              <a:defRPr sz="6240"/>
            </a:lvl3pPr>
            <a:lvl4pPr marL="4754926" indent="0" algn="ctr">
              <a:buNone/>
              <a:defRPr sz="5547"/>
            </a:lvl4pPr>
            <a:lvl5pPr marL="6339901" indent="0" algn="ctr">
              <a:buNone/>
              <a:defRPr sz="5547"/>
            </a:lvl5pPr>
            <a:lvl6pPr marL="7924876" indent="0" algn="ctr">
              <a:buNone/>
              <a:defRPr sz="5547"/>
            </a:lvl6pPr>
            <a:lvl7pPr marL="9509851" indent="0" algn="ctr">
              <a:buNone/>
              <a:defRPr sz="5547"/>
            </a:lvl7pPr>
            <a:lvl8pPr marL="11094827" indent="0" algn="ctr">
              <a:buNone/>
              <a:defRPr sz="5547"/>
            </a:lvl8pPr>
            <a:lvl9pPr marL="12679802" indent="0" algn="ctr">
              <a:buNone/>
              <a:defRPr sz="55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2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32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5927097"/>
            <a:ext cx="31546800" cy="9889488"/>
          </a:xfrm>
        </p:spPr>
        <p:txBody>
          <a:bodyPr anchor="b"/>
          <a:lstStyle>
            <a:lvl1pPr>
              <a:defRPr sz="2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15910144"/>
            <a:ext cx="31546800" cy="5200648"/>
          </a:xfrm>
        </p:spPr>
        <p:txBody>
          <a:bodyPr/>
          <a:lstStyle>
            <a:lvl1pPr marL="0" indent="0">
              <a:buNone/>
              <a:defRPr sz="8320">
                <a:solidFill>
                  <a:schemeClr val="tx1">
                    <a:tint val="82000"/>
                  </a:schemeClr>
                </a:solidFill>
              </a:defRPr>
            </a:lvl1pPr>
            <a:lvl2pPr marL="1584975" indent="0">
              <a:buNone/>
              <a:defRPr sz="6933">
                <a:solidFill>
                  <a:schemeClr val="tx1">
                    <a:tint val="82000"/>
                  </a:schemeClr>
                </a:solidFill>
              </a:defRPr>
            </a:lvl2pPr>
            <a:lvl3pPr marL="3169950" indent="0">
              <a:buNone/>
              <a:defRPr sz="6240">
                <a:solidFill>
                  <a:schemeClr val="tx1">
                    <a:tint val="82000"/>
                  </a:schemeClr>
                </a:solidFill>
              </a:defRPr>
            </a:lvl3pPr>
            <a:lvl4pPr marL="4754926" indent="0">
              <a:buNone/>
              <a:defRPr sz="5547">
                <a:solidFill>
                  <a:schemeClr val="tx1">
                    <a:tint val="82000"/>
                  </a:schemeClr>
                </a:solidFill>
              </a:defRPr>
            </a:lvl4pPr>
            <a:lvl5pPr marL="6339901" indent="0">
              <a:buNone/>
              <a:defRPr sz="5547">
                <a:solidFill>
                  <a:schemeClr val="tx1">
                    <a:tint val="82000"/>
                  </a:schemeClr>
                </a:solidFill>
              </a:defRPr>
            </a:lvl5pPr>
            <a:lvl6pPr marL="7924876" indent="0">
              <a:buNone/>
              <a:defRPr sz="5547">
                <a:solidFill>
                  <a:schemeClr val="tx1">
                    <a:tint val="82000"/>
                  </a:schemeClr>
                </a:solidFill>
              </a:defRPr>
            </a:lvl6pPr>
            <a:lvl7pPr marL="9509851" indent="0">
              <a:buNone/>
              <a:defRPr sz="5547">
                <a:solidFill>
                  <a:schemeClr val="tx1">
                    <a:tint val="82000"/>
                  </a:schemeClr>
                </a:solidFill>
              </a:defRPr>
            </a:lvl7pPr>
            <a:lvl8pPr marL="11094827" indent="0">
              <a:buNone/>
              <a:defRPr sz="5547">
                <a:solidFill>
                  <a:schemeClr val="tx1">
                    <a:tint val="82000"/>
                  </a:schemeClr>
                </a:solidFill>
              </a:defRPr>
            </a:lvl8pPr>
            <a:lvl9pPr marL="12679802" indent="0">
              <a:buNone/>
              <a:defRPr sz="55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3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6328834"/>
            <a:ext cx="15544800" cy="15084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6328834"/>
            <a:ext cx="15544800" cy="15084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265772"/>
            <a:ext cx="31546800" cy="4595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5828032"/>
            <a:ext cx="15473360" cy="2856228"/>
          </a:xfrm>
        </p:spPr>
        <p:txBody>
          <a:bodyPr anchor="b"/>
          <a:lstStyle>
            <a:lvl1pPr marL="0" indent="0">
              <a:buNone/>
              <a:defRPr sz="8320" b="1"/>
            </a:lvl1pPr>
            <a:lvl2pPr marL="1584975" indent="0">
              <a:buNone/>
              <a:defRPr sz="6933" b="1"/>
            </a:lvl2pPr>
            <a:lvl3pPr marL="3169950" indent="0">
              <a:buNone/>
              <a:defRPr sz="6240" b="1"/>
            </a:lvl3pPr>
            <a:lvl4pPr marL="4754926" indent="0">
              <a:buNone/>
              <a:defRPr sz="5547" b="1"/>
            </a:lvl4pPr>
            <a:lvl5pPr marL="6339901" indent="0">
              <a:buNone/>
              <a:defRPr sz="5547" b="1"/>
            </a:lvl5pPr>
            <a:lvl6pPr marL="7924876" indent="0">
              <a:buNone/>
              <a:defRPr sz="5547" b="1"/>
            </a:lvl6pPr>
            <a:lvl7pPr marL="9509851" indent="0">
              <a:buNone/>
              <a:defRPr sz="5547" b="1"/>
            </a:lvl7pPr>
            <a:lvl8pPr marL="11094827" indent="0">
              <a:buNone/>
              <a:defRPr sz="5547" b="1"/>
            </a:lvl8pPr>
            <a:lvl9pPr marL="12679802" indent="0">
              <a:buNone/>
              <a:defRPr sz="55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8684260"/>
            <a:ext cx="15473360" cy="1277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5828032"/>
            <a:ext cx="15549564" cy="2856228"/>
          </a:xfrm>
        </p:spPr>
        <p:txBody>
          <a:bodyPr anchor="b"/>
          <a:lstStyle>
            <a:lvl1pPr marL="0" indent="0">
              <a:buNone/>
              <a:defRPr sz="8320" b="1"/>
            </a:lvl1pPr>
            <a:lvl2pPr marL="1584975" indent="0">
              <a:buNone/>
              <a:defRPr sz="6933" b="1"/>
            </a:lvl2pPr>
            <a:lvl3pPr marL="3169950" indent="0">
              <a:buNone/>
              <a:defRPr sz="6240" b="1"/>
            </a:lvl3pPr>
            <a:lvl4pPr marL="4754926" indent="0">
              <a:buNone/>
              <a:defRPr sz="5547" b="1"/>
            </a:lvl4pPr>
            <a:lvl5pPr marL="6339901" indent="0">
              <a:buNone/>
              <a:defRPr sz="5547" b="1"/>
            </a:lvl5pPr>
            <a:lvl6pPr marL="7924876" indent="0">
              <a:buNone/>
              <a:defRPr sz="5547" b="1"/>
            </a:lvl6pPr>
            <a:lvl7pPr marL="9509851" indent="0">
              <a:buNone/>
              <a:defRPr sz="5547" b="1"/>
            </a:lvl7pPr>
            <a:lvl8pPr marL="11094827" indent="0">
              <a:buNone/>
              <a:defRPr sz="5547" b="1"/>
            </a:lvl8pPr>
            <a:lvl9pPr marL="12679802" indent="0">
              <a:buNone/>
              <a:defRPr sz="55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8684260"/>
            <a:ext cx="15549564" cy="1277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12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9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9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584960"/>
            <a:ext cx="11796712" cy="5547360"/>
          </a:xfrm>
        </p:spPr>
        <p:txBody>
          <a:bodyPr anchor="b"/>
          <a:lstStyle>
            <a:lvl1pPr>
              <a:defRPr sz="110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3423079"/>
            <a:ext cx="18516600" cy="16895233"/>
          </a:xfrm>
        </p:spPr>
        <p:txBody>
          <a:bodyPr/>
          <a:lstStyle>
            <a:lvl1pPr>
              <a:defRPr sz="11093"/>
            </a:lvl1pPr>
            <a:lvl2pPr>
              <a:defRPr sz="9707"/>
            </a:lvl2pPr>
            <a:lvl3pPr>
              <a:defRPr sz="8320"/>
            </a:lvl3pPr>
            <a:lvl4pPr>
              <a:defRPr sz="6933"/>
            </a:lvl4pPr>
            <a:lvl5pPr>
              <a:defRPr sz="6933"/>
            </a:lvl5pPr>
            <a:lvl6pPr>
              <a:defRPr sz="6933"/>
            </a:lvl6pPr>
            <a:lvl7pPr>
              <a:defRPr sz="6933"/>
            </a:lvl7pPr>
            <a:lvl8pPr>
              <a:defRPr sz="6933"/>
            </a:lvl8pPr>
            <a:lvl9pPr>
              <a:defRPr sz="6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7132320"/>
            <a:ext cx="11796712" cy="13213505"/>
          </a:xfrm>
        </p:spPr>
        <p:txBody>
          <a:bodyPr/>
          <a:lstStyle>
            <a:lvl1pPr marL="0" indent="0">
              <a:buNone/>
              <a:defRPr sz="5547"/>
            </a:lvl1pPr>
            <a:lvl2pPr marL="1584975" indent="0">
              <a:buNone/>
              <a:defRPr sz="4853"/>
            </a:lvl2pPr>
            <a:lvl3pPr marL="3169950" indent="0">
              <a:buNone/>
              <a:defRPr sz="4160"/>
            </a:lvl3pPr>
            <a:lvl4pPr marL="4754926" indent="0">
              <a:buNone/>
              <a:defRPr sz="3467"/>
            </a:lvl4pPr>
            <a:lvl5pPr marL="6339901" indent="0">
              <a:buNone/>
              <a:defRPr sz="3467"/>
            </a:lvl5pPr>
            <a:lvl6pPr marL="7924876" indent="0">
              <a:buNone/>
              <a:defRPr sz="3467"/>
            </a:lvl6pPr>
            <a:lvl7pPr marL="9509851" indent="0">
              <a:buNone/>
              <a:defRPr sz="3467"/>
            </a:lvl7pPr>
            <a:lvl8pPr marL="11094827" indent="0">
              <a:buNone/>
              <a:defRPr sz="3467"/>
            </a:lvl8pPr>
            <a:lvl9pPr marL="12679802" indent="0">
              <a:buNone/>
              <a:defRPr sz="3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8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584960"/>
            <a:ext cx="11796712" cy="5547360"/>
          </a:xfrm>
        </p:spPr>
        <p:txBody>
          <a:bodyPr anchor="b"/>
          <a:lstStyle>
            <a:lvl1pPr>
              <a:defRPr sz="110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3423079"/>
            <a:ext cx="18516600" cy="16895233"/>
          </a:xfrm>
        </p:spPr>
        <p:txBody>
          <a:bodyPr anchor="t"/>
          <a:lstStyle>
            <a:lvl1pPr marL="0" indent="0">
              <a:buNone/>
              <a:defRPr sz="11093"/>
            </a:lvl1pPr>
            <a:lvl2pPr marL="1584975" indent="0">
              <a:buNone/>
              <a:defRPr sz="9707"/>
            </a:lvl2pPr>
            <a:lvl3pPr marL="3169950" indent="0">
              <a:buNone/>
              <a:defRPr sz="8320"/>
            </a:lvl3pPr>
            <a:lvl4pPr marL="4754926" indent="0">
              <a:buNone/>
              <a:defRPr sz="6933"/>
            </a:lvl4pPr>
            <a:lvl5pPr marL="6339901" indent="0">
              <a:buNone/>
              <a:defRPr sz="6933"/>
            </a:lvl5pPr>
            <a:lvl6pPr marL="7924876" indent="0">
              <a:buNone/>
              <a:defRPr sz="6933"/>
            </a:lvl6pPr>
            <a:lvl7pPr marL="9509851" indent="0">
              <a:buNone/>
              <a:defRPr sz="6933"/>
            </a:lvl7pPr>
            <a:lvl8pPr marL="11094827" indent="0">
              <a:buNone/>
              <a:defRPr sz="6933"/>
            </a:lvl8pPr>
            <a:lvl9pPr marL="12679802" indent="0">
              <a:buNone/>
              <a:defRPr sz="6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7132320"/>
            <a:ext cx="11796712" cy="13213505"/>
          </a:xfrm>
        </p:spPr>
        <p:txBody>
          <a:bodyPr/>
          <a:lstStyle>
            <a:lvl1pPr marL="0" indent="0">
              <a:buNone/>
              <a:defRPr sz="5547"/>
            </a:lvl1pPr>
            <a:lvl2pPr marL="1584975" indent="0">
              <a:buNone/>
              <a:defRPr sz="4853"/>
            </a:lvl2pPr>
            <a:lvl3pPr marL="3169950" indent="0">
              <a:buNone/>
              <a:defRPr sz="4160"/>
            </a:lvl3pPr>
            <a:lvl4pPr marL="4754926" indent="0">
              <a:buNone/>
              <a:defRPr sz="3467"/>
            </a:lvl4pPr>
            <a:lvl5pPr marL="6339901" indent="0">
              <a:buNone/>
              <a:defRPr sz="3467"/>
            </a:lvl5pPr>
            <a:lvl6pPr marL="7924876" indent="0">
              <a:buNone/>
              <a:defRPr sz="3467"/>
            </a:lvl6pPr>
            <a:lvl7pPr marL="9509851" indent="0">
              <a:buNone/>
              <a:defRPr sz="3467"/>
            </a:lvl7pPr>
            <a:lvl8pPr marL="11094827" indent="0">
              <a:buNone/>
              <a:defRPr sz="3467"/>
            </a:lvl8pPr>
            <a:lvl9pPr marL="12679802" indent="0">
              <a:buNone/>
              <a:defRPr sz="3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0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0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265767"/>
            <a:ext cx="7886700" cy="201477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265767"/>
            <a:ext cx="23202900" cy="201477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7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265772"/>
            <a:ext cx="31546800" cy="4595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6328834"/>
            <a:ext cx="31546800" cy="15084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2035352"/>
            <a:ext cx="8229600" cy="1265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B0544-7738-4762-8AE6-A7008B69661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22035352"/>
            <a:ext cx="12344400" cy="1265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22035352"/>
            <a:ext cx="8229600" cy="1265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CBF2B-A3F9-4B16-8FD2-34ACF1EA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4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169950" rtl="0" eaLnBrk="1" latinLnBrk="0" hangingPunct="1">
        <a:lnSpc>
          <a:spcPct val="90000"/>
        </a:lnSpc>
        <a:spcBef>
          <a:spcPct val="0"/>
        </a:spcBef>
        <a:buNone/>
        <a:defRPr sz="152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2488" indent="-792488" algn="l" defTabSz="3169950" rtl="0" eaLnBrk="1" latinLnBrk="0" hangingPunct="1">
        <a:lnSpc>
          <a:spcPct val="90000"/>
        </a:lnSpc>
        <a:spcBef>
          <a:spcPts val="3467"/>
        </a:spcBef>
        <a:buFont typeface="Arial" panose="020B0604020202020204" pitchFamily="34" charset="0"/>
        <a:buChar char="•"/>
        <a:defRPr sz="9707" kern="1200">
          <a:solidFill>
            <a:schemeClr val="tx1"/>
          </a:solidFill>
          <a:latin typeface="+mn-lt"/>
          <a:ea typeface="+mn-ea"/>
          <a:cs typeface="+mn-cs"/>
        </a:defRPr>
      </a:lvl1pPr>
      <a:lvl2pPr marL="2377463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8320" kern="1200">
          <a:solidFill>
            <a:schemeClr val="tx1"/>
          </a:solidFill>
          <a:latin typeface="+mn-lt"/>
          <a:ea typeface="+mn-ea"/>
          <a:cs typeface="+mn-cs"/>
        </a:defRPr>
      </a:lvl2pPr>
      <a:lvl3pPr marL="3962438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933" kern="1200">
          <a:solidFill>
            <a:schemeClr val="tx1"/>
          </a:solidFill>
          <a:latin typeface="+mn-lt"/>
          <a:ea typeface="+mn-ea"/>
          <a:cs typeface="+mn-cs"/>
        </a:defRPr>
      </a:lvl3pPr>
      <a:lvl4pPr marL="5547413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4pPr>
      <a:lvl5pPr marL="7132389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5pPr>
      <a:lvl6pPr marL="8717364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6pPr>
      <a:lvl7pPr marL="10302339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7pPr>
      <a:lvl8pPr marL="11887314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8pPr>
      <a:lvl9pPr marL="13472290" indent="-792488" algn="l" defTabSz="316995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1pPr>
      <a:lvl2pPr marL="1584975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2pPr>
      <a:lvl3pPr marL="3169950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3pPr>
      <a:lvl4pPr marL="4754926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4pPr>
      <a:lvl5pPr marL="6339901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5pPr>
      <a:lvl6pPr marL="7924876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6pPr>
      <a:lvl7pPr marL="9509851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7pPr>
      <a:lvl8pPr marL="11094827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8pPr>
      <a:lvl9pPr marL="12679802" algn="l" defTabSz="3169950" rtl="0" eaLnBrk="1" latinLnBrk="0" hangingPunct="1">
        <a:defRPr sz="6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6B48-828B-12FC-F73B-F6A7A4ED7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8F350-5E7D-40EC-F9F6-F917081EA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6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58E03-B3EB-F881-AFCB-C280A88C3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8458200"/>
            <a:ext cx="2130552" cy="2130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95C64-0DC6-8691-69E7-BE5E7F4F5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369" y="11021055"/>
            <a:ext cx="2130552" cy="2130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2C097-B3B4-0783-9A3C-93E16C5F0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859" y="8919927"/>
            <a:ext cx="2130552" cy="2130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74024F-AA09-1C87-BA37-4F972A85A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701" y="10897384"/>
            <a:ext cx="2130552" cy="2130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EF6506-343F-B081-9CE4-318318A9E2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6915" y="11735560"/>
            <a:ext cx="2132091" cy="2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0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0F9F3178-2B38-B996-3507-6EFEAA661C5A}"/>
              </a:ext>
            </a:extLst>
          </p:cNvPr>
          <p:cNvSpPr/>
          <p:nvPr/>
        </p:nvSpPr>
        <p:spPr>
          <a:xfrm>
            <a:off x="27610904" y="6052827"/>
            <a:ext cx="8315783" cy="8036218"/>
          </a:xfrm>
          <a:prstGeom prst="roundRect">
            <a:avLst/>
          </a:prstGeom>
          <a:solidFill>
            <a:srgbClr val="FCFCFB"/>
          </a:solidFill>
          <a:ln w="57150">
            <a:solidFill>
              <a:srgbClr val="7A6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FDDE85B-2EE2-01BE-38D9-7AF45048D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278" y="6550569"/>
            <a:ext cx="1446286" cy="1446286"/>
          </a:xfrm>
          <a:prstGeom prst="rect">
            <a:avLst/>
          </a:prstGeom>
          <a:solidFill>
            <a:srgbClr val="518ADA"/>
          </a:solidFill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F0977D-5B1D-A5C8-9E22-302EF046032B}"/>
              </a:ext>
            </a:extLst>
          </p:cNvPr>
          <p:cNvSpPr/>
          <p:nvPr/>
        </p:nvSpPr>
        <p:spPr>
          <a:xfrm>
            <a:off x="27475688" y="1170277"/>
            <a:ext cx="8586216" cy="22081609"/>
          </a:xfrm>
          <a:prstGeom prst="roundRect">
            <a:avLst/>
          </a:prstGeom>
          <a:noFill/>
          <a:ln>
            <a:solidFill>
              <a:srgbClr val="7A6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CEB29B-3649-522A-94FF-3678C99CCB53}"/>
              </a:ext>
            </a:extLst>
          </p:cNvPr>
          <p:cNvSpPr/>
          <p:nvPr/>
        </p:nvSpPr>
        <p:spPr>
          <a:xfrm>
            <a:off x="18403440" y="1170277"/>
            <a:ext cx="8586216" cy="22081609"/>
          </a:xfrm>
          <a:prstGeom prst="roundRect">
            <a:avLst/>
          </a:prstGeom>
          <a:noFill/>
          <a:ln>
            <a:solidFill>
              <a:srgbClr val="E7B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F7D4B6-E820-EEFA-7DB3-835DA4E1C983}"/>
              </a:ext>
            </a:extLst>
          </p:cNvPr>
          <p:cNvSpPr/>
          <p:nvPr/>
        </p:nvSpPr>
        <p:spPr>
          <a:xfrm>
            <a:off x="9416697" y="1170277"/>
            <a:ext cx="8586216" cy="22081609"/>
          </a:xfrm>
          <a:prstGeom prst="roundRect">
            <a:avLst/>
          </a:prstGeom>
          <a:noFill/>
          <a:ln>
            <a:solidFill>
              <a:srgbClr val="566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B7CAE6-23A3-6463-A070-7B1C03325056}"/>
              </a:ext>
            </a:extLst>
          </p:cNvPr>
          <p:cNvSpPr/>
          <p:nvPr/>
        </p:nvSpPr>
        <p:spPr>
          <a:xfrm>
            <a:off x="387555" y="1288980"/>
            <a:ext cx="8583426" cy="21962906"/>
          </a:xfrm>
          <a:prstGeom prst="roundRect">
            <a:avLst/>
          </a:prstGeom>
          <a:noFill/>
          <a:ln>
            <a:solidFill>
              <a:srgbClr val="A0B0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65C1E1-33DA-EA43-8495-7BA2562B2FA7}"/>
              </a:ext>
            </a:extLst>
          </p:cNvPr>
          <p:cNvSpPr/>
          <p:nvPr/>
        </p:nvSpPr>
        <p:spPr>
          <a:xfrm>
            <a:off x="394321" y="1281116"/>
            <a:ext cx="8583426" cy="2208773"/>
          </a:xfrm>
          <a:prstGeom prst="roundRect">
            <a:avLst/>
          </a:prstGeom>
          <a:solidFill>
            <a:srgbClr val="CCDBF2"/>
          </a:solidFill>
          <a:ln>
            <a:solidFill>
              <a:srgbClr val="A0B0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A6D84-53F0-15A0-AEE3-DF12B11DAF67}"/>
              </a:ext>
            </a:extLst>
          </p:cNvPr>
          <p:cNvSpPr/>
          <p:nvPr/>
        </p:nvSpPr>
        <p:spPr>
          <a:xfrm>
            <a:off x="9399179" y="1170278"/>
            <a:ext cx="8586216" cy="2212848"/>
          </a:xfrm>
          <a:prstGeom prst="roundRect">
            <a:avLst/>
          </a:prstGeom>
          <a:solidFill>
            <a:srgbClr val="D4E3CB"/>
          </a:solidFill>
          <a:ln>
            <a:solidFill>
              <a:srgbClr val="566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6EABC1-B6D3-EAE7-86AC-B0848145E0AA}"/>
              </a:ext>
            </a:extLst>
          </p:cNvPr>
          <p:cNvSpPr/>
          <p:nvPr/>
        </p:nvSpPr>
        <p:spPr>
          <a:xfrm>
            <a:off x="18379119" y="1170278"/>
            <a:ext cx="8586216" cy="2212848"/>
          </a:xfrm>
          <a:prstGeom prst="roundRect">
            <a:avLst/>
          </a:prstGeom>
          <a:solidFill>
            <a:srgbClr val="FEE9BD"/>
          </a:solidFill>
          <a:ln>
            <a:solidFill>
              <a:srgbClr val="E7B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384EB-3C5C-62EF-B8EF-D85BDB918CBC}"/>
              </a:ext>
            </a:extLst>
          </p:cNvPr>
          <p:cNvSpPr/>
          <p:nvPr/>
        </p:nvSpPr>
        <p:spPr>
          <a:xfrm>
            <a:off x="27475688" y="1170278"/>
            <a:ext cx="8586216" cy="2212848"/>
          </a:xfrm>
          <a:prstGeom prst="roundRect">
            <a:avLst/>
          </a:prstGeom>
          <a:solidFill>
            <a:srgbClr val="DACDE9"/>
          </a:solidFill>
          <a:ln>
            <a:solidFill>
              <a:srgbClr val="7A6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7F7C5-26E3-911F-824E-8A02EA5471FE}"/>
              </a:ext>
            </a:extLst>
          </p:cNvPr>
          <p:cNvSpPr txBox="1"/>
          <p:nvPr/>
        </p:nvSpPr>
        <p:spPr>
          <a:xfrm>
            <a:off x="546707" y="1377705"/>
            <a:ext cx="8301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Everyday Experience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E3ADF-99E7-50BF-751D-FD06E13A0E26}"/>
              </a:ext>
            </a:extLst>
          </p:cNvPr>
          <p:cNvSpPr txBox="1"/>
          <p:nvPr/>
        </p:nvSpPr>
        <p:spPr>
          <a:xfrm>
            <a:off x="2481946" y="2350315"/>
            <a:ext cx="410388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(Pretraining)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96BAF-D1E2-8283-6E38-1223E63AC885}"/>
              </a:ext>
            </a:extLst>
          </p:cNvPr>
          <p:cNvSpPr txBox="1"/>
          <p:nvPr/>
        </p:nvSpPr>
        <p:spPr>
          <a:xfrm>
            <a:off x="9981651" y="1363851"/>
            <a:ext cx="73173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Habituation Event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4E977-5D7C-6738-AE64-A3005163E995}"/>
              </a:ext>
            </a:extLst>
          </p:cNvPr>
          <p:cNvSpPr txBox="1"/>
          <p:nvPr/>
        </p:nvSpPr>
        <p:spPr>
          <a:xfrm>
            <a:off x="11722929" y="2336461"/>
            <a:ext cx="428514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(Experiment)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1644B-5A42-C3FA-734F-298D5591FC30}"/>
              </a:ext>
            </a:extLst>
          </p:cNvPr>
          <p:cNvSpPr txBox="1"/>
          <p:nvPr/>
        </p:nvSpPr>
        <p:spPr>
          <a:xfrm>
            <a:off x="20358704" y="1349997"/>
            <a:ext cx="50482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Test Events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AFBA4-E90E-2950-3EF2-128307F55CC0}"/>
              </a:ext>
            </a:extLst>
          </p:cNvPr>
          <p:cNvSpPr txBox="1"/>
          <p:nvPr/>
        </p:nvSpPr>
        <p:spPr>
          <a:xfrm>
            <a:off x="20797654" y="2322607"/>
            <a:ext cx="428514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(Experiment)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3B4FC-D4AC-5EAA-2A56-C29C6B28B0C5}"/>
              </a:ext>
            </a:extLst>
          </p:cNvPr>
          <p:cNvSpPr txBox="1"/>
          <p:nvPr/>
        </p:nvSpPr>
        <p:spPr>
          <a:xfrm>
            <a:off x="28519032" y="1363852"/>
            <a:ext cx="65803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Prediction Error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C569E0-B0FB-6A7C-BED0-0A4528189795}"/>
              </a:ext>
            </a:extLst>
          </p:cNvPr>
          <p:cNvSpPr txBox="1"/>
          <p:nvPr/>
        </p:nvSpPr>
        <p:spPr>
          <a:xfrm>
            <a:off x="27876342" y="2336462"/>
            <a:ext cx="780553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(Driver of Looking Time)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C595D84-8D2C-8786-3171-D0D8B3031E87}"/>
              </a:ext>
            </a:extLst>
          </p:cNvPr>
          <p:cNvSpPr/>
          <p:nvPr/>
        </p:nvSpPr>
        <p:spPr>
          <a:xfrm>
            <a:off x="546707" y="5776876"/>
            <a:ext cx="8301503" cy="9188686"/>
          </a:xfrm>
          <a:prstGeom prst="roundRect">
            <a:avLst/>
          </a:prstGeom>
          <a:noFill/>
          <a:ln w="57150">
            <a:solidFill>
              <a:srgbClr val="9FB4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18ADA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F1E4EE-23A5-0C64-AC5E-03A55C9719FB}"/>
              </a:ext>
            </a:extLst>
          </p:cNvPr>
          <p:cNvSpPr txBox="1"/>
          <p:nvPr/>
        </p:nvSpPr>
        <p:spPr>
          <a:xfrm>
            <a:off x="644981" y="6397363"/>
            <a:ext cx="41620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 paths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5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4234AA-9E79-FDEF-1E6E-9AE125D29E9F}"/>
              </a:ext>
            </a:extLst>
          </p:cNvPr>
          <p:cNvCxnSpPr>
            <a:cxnSpLocks/>
          </p:cNvCxnSpPr>
          <p:nvPr/>
        </p:nvCxnSpPr>
        <p:spPr>
          <a:xfrm>
            <a:off x="4601628" y="7825704"/>
            <a:ext cx="397087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62439B5-BFF9-DF81-23AD-24EF4C43E8E7}"/>
              </a:ext>
            </a:extLst>
          </p:cNvPr>
          <p:cNvSpPr/>
          <p:nvPr/>
        </p:nvSpPr>
        <p:spPr>
          <a:xfrm>
            <a:off x="7627226" y="6819077"/>
            <a:ext cx="811924" cy="811924"/>
          </a:xfrm>
          <a:prstGeom prst="ellipse">
            <a:avLst/>
          </a:prstGeom>
          <a:solidFill>
            <a:srgbClr val="518AD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DB776B-BC80-FDC3-7E41-F33A3E736945}"/>
              </a:ext>
            </a:extLst>
          </p:cNvPr>
          <p:cNvCxnSpPr/>
          <p:nvPr/>
        </p:nvCxnSpPr>
        <p:spPr>
          <a:xfrm>
            <a:off x="5715000" y="7257333"/>
            <a:ext cx="1752600" cy="0"/>
          </a:xfrm>
          <a:prstGeom prst="straightConnector1">
            <a:avLst/>
          </a:prstGeom>
          <a:ln w="76200">
            <a:solidFill>
              <a:srgbClr val="518ADA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125EE2-2598-876E-089F-CE57058DAE5B}"/>
              </a:ext>
            </a:extLst>
          </p:cNvPr>
          <p:cNvCxnSpPr/>
          <p:nvPr/>
        </p:nvCxnSpPr>
        <p:spPr>
          <a:xfrm>
            <a:off x="546707" y="8095533"/>
            <a:ext cx="8301503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F4E7D837-20DA-D6DD-08C7-75765020E7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690" y="8497659"/>
            <a:ext cx="1444752" cy="1444752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72295A8-D49F-0D19-28FA-475E1F26517B}"/>
              </a:ext>
            </a:extLst>
          </p:cNvPr>
          <p:cNvCxnSpPr>
            <a:cxnSpLocks/>
          </p:cNvCxnSpPr>
          <p:nvPr/>
        </p:nvCxnSpPr>
        <p:spPr>
          <a:xfrm>
            <a:off x="4639728" y="9741591"/>
            <a:ext cx="397087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D48D1-E3F4-0022-9062-4D4BF3B672F8}"/>
              </a:ext>
            </a:extLst>
          </p:cNvPr>
          <p:cNvSpPr/>
          <p:nvPr/>
        </p:nvSpPr>
        <p:spPr>
          <a:xfrm>
            <a:off x="6343650" y="8994596"/>
            <a:ext cx="628650" cy="6898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50B4DF1-3684-1005-5410-0C810AC523B8}"/>
              </a:ext>
            </a:extLst>
          </p:cNvPr>
          <p:cNvSpPr/>
          <p:nvPr/>
        </p:nvSpPr>
        <p:spPr>
          <a:xfrm>
            <a:off x="5924550" y="8514553"/>
            <a:ext cx="1676400" cy="762081"/>
          </a:xfrm>
          <a:custGeom>
            <a:avLst/>
            <a:gdLst>
              <a:gd name="csX0" fmla="*/ 0 w 1676400"/>
              <a:gd name="csY0" fmla="*/ 762081 h 762081"/>
              <a:gd name="csX1" fmla="*/ 800100 w 1676400"/>
              <a:gd name="csY1" fmla="*/ 81 h 762081"/>
              <a:gd name="csX2" fmla="*/ 1676400 w 1676400"/>
              <a:gd name="csY2" fmla="*/ 723981 h 762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6400" h="762081">
                <a:moveTo>
                  <a:pt x="0" y="762081"/>
                </a:moveTo>
                <a:cubicBezTo>
                  <a:pt x="260350" y="384256"/>
                  <a:pt x="520700" y="6431"/>
                  <a:pt x="800100" y="81"/>
                </a:cubicBezTo>
                <a:cubicBezTo>
                  <a:pt x="1079500" y="-6269"/>
                  <a:pt x="1377950" y="358856"/>
                  <a:pt x="1676400" y="723981"/>
                </a:cubicBezTo>
              </a:path>
            </a:pathLst>
          </a:custGeom>
          <a:noFill/>
          <a:ln w="76200">
            <a:solidFill>
              <a:srgbClr val="FD840B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870DDE5-8406-1784-AC7B-F50D4A6A4816}"/>
              </a:ext>
            </a:extLst>
          </p:cNvPr>
          <p:cNvSpPr/>
          <p:nvPr/>
        </p:nvSpPr>
        <p:spPr>
          <a:xfrm>
            <a:off x="7779626" y="8825602"/>
            <a:ext cx="811924" cy="811924"/>
          </a:xfrm>
          <a:prstGeom prst="ellipse">
            <a:avLst/>
          </a:prstGeom>
          <a:solidFill>
            <a:srgbClr val="FD840B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1CA710-69D1-E010-BF3F-509DB5BF214A}"/>
              </a:ext>
            </a:extLst>
          </p:cNvPr>
          <p:cNvSpPr txBox="1"/>
          <p:nvPr/>
        </p:nvSpPr>
        <p:spPr>
          <a:xfrm>
            <a:off x="783774" y="8224802"/>
            <a:ext cx="37239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Arced paths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5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842B77F-A0D9-463F-AF9E-84F08BCE8DF1}"/>
              </a:ext>
            </a:extLst>
          </p:cNvPr>
          <p:cNvCxnSpPr/>
          <p:nvPr/>
        </p:nvCxnSpPr>
        <p:spPr>
          <a:xfrm>
            <a:off x="566481" y="10206002"/>
            <a:ext cx="8301503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16E4A0F5-4544-A66F-7CC4-011F5DF41C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825" y="10722970"/>
            <a:ext cx="1444752" cy="14447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0F50C78-D9C3-3577-6076-E27C8232B5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832" y="10758745"/>
            <a:ext cx="1444752" cy="1444752"/>
          </a:xfrm>
          <a:prstGeom prst="rect">
            <a:avLst/>
          </a:prstGeom>
        </p:spPr>
      </p:pic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DCE6ACBE-F37B-E8A4-1BC3-29E63A7A851E}"/>
              </a:ext>
            </a:extLst>
          </p:cNvPr>
          <p:cNvSpPr/>
          <p:nvPr/>
        </p:nvSpPr>
        <p:spPr>
          <a:xfrm>
            <a:off x="7478096" y="10895454"/>
            <a:ext cx="891443" cy="768485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E0B5ED-4A1E-CCBC-5469-D5587B689D8A}"/>
              </a:ext>
            </a:extLst>
          </p:cNvPr>
          <p:cNvSpPr txBox="1"/>
          <p:nvPr/>
        </p:nvSpPr>
        <p:spPr>
          <a:xfrm>
            <a:off x="831862" y="10302737"/>
            <a:ext cx="469793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agents (people, animals, shapes, objects)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5413DDE-0FB1-0264-95BE-2F7A64C99C6A}"/>
              </a:ext>
            </a:extLst>
          </p:cNvPr>
          <p:cNvCxnSpPr/>
          <p:nvPr/>
        </p:nvCxnSpPr>
        <p:spPr>
          <a:xfrm>
            <a:off x="574503" y="12627211"/>
            <a:ext cx="8301503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519CB87-BF88-9DF8-EA03-CAC72A01C3AA}"/>
              </a:ext>
            </a:extLst>
          </p:cNvPr>
          <p:cNvSpPr txBox="1"/>
          <p:nvPr/>
        </p:nvSpPr>
        <p:spPr>
          <a:xfrm>
            <a:off x="904052" y="12934789"/>
            <a:ext cx="41467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surface appearances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7995B4-2B61-3D86-3EB5-CB5166E343E1}"/>
              </a:ext>
            </a:extLst>
          </p:cNvPr>
          <p:cNvSpPr/>
          <p:nvPr/>
        </p:nvSpPr>
        <p:spPr>
          <a:xfrm>
            <a:off x="5101389" y="13453019"/>
            <a:ext cx="831968" cy="831968"/>
          </a:xfrm>
          <a:prstGeom prst="rect">
            <a:avLst/>
          </a:prstGeom>
          <a:pattFill prst="pct80">
            <a:fgClr>
              <a:srgbClr val="4EA72E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2A879F-4F3B-7C7B-A2AC-9323A659A955}"/>
              </a:ext>
            </a:extLst>
          </p:cNvPr>
          <p:cNvSpPr/>
          <p:nvPr/>
        </p:nvSpPr>
        <p:spPr>
          <a:xfrm>
            <a:off x="6357202" y="13453019"/>
            <a:ext cx="831968" cy="831968"/>
          </a:xfrm>
          <a:prstGeom prst="rect">
            <a:avLst/>
          </a:prstGeom>
          <a:pattFill prst="sphere">
            <a:fgClr>
              <a:srgbClr val="7030A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669873F-A611-1252-CA97-B9D36BFA888D}"/>
              </a:ext>
            </a:extLst>
          </p:cNvPr>
          <p:cNvSpPr/>
          <p:nvPr/>
        </p:nvSpPr>
        <p:spPr>
          <a:xfrm>
            <a:off x="7542890" y="13458058"/>
            <a:ext cx="831968" cy="831968"/>
          </a:xfrm>
          <a:prstGeom prst="rect">
            <a:avLst/>
          </a:prstGeom>
          <a:pattFill prst="dkVert">
            <a:fgClr>
              <a:srgbClr val="FFC00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0DF1513-6B7B-9DDD-9398-3DF95655C9BD}"/>
              </a:ext>
            </a:extLst>
          </p:cNvPr>
          <p:cNvCxnSpPr>
            <a:cxnSpLocks/>
          </p:cNvCxnSpPr>
          <p:nvPr/>
        </p:nvCxnSpPr>
        <p:spPr>
          <a:xfrm>
            <a:off x="4468278" y="14965562"/>
            <a:ext cx="0" cy="742323"/>
          </a:xfrm>
          <a:prstGeom prst="line">
            <a:avLst/>
          </a:prstGeom>
          <a:ln w="101600" cap="sq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53C5459-3297-2A11-2475-9D095DFE0209}"/>
              </a:ext>
            </a:extLst>
          </p:cNvPr>
          <p:cNvSpPr txBox="1"/>
          <p:nvPr/>
        </p:nvSpPr>
        <p:spPr>
          <a:xfrm>
            <a:off x="982811" y="15632662"/>
            <a:ext cx="7751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observation of environmental regularities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36F2FF0-8291-A810-2160-101A59706A93}"/>
              </a:ext>
            </a:extLst>
          </p:cNvPr>
          <p:cNvSpPr/>
          <p:nvPr/>
        </p:nvSpPr>
        <p:spPr>
          <a:xfrm>
            <a:off x="501551" y="18845461"/>
            <a:ext cx="8386804" cy="3176333"/>
          </a:xfrm>
          <a:prstGeom prst="roundRect">
            <a:avLst/>
          </a:prstGeom>
          <a:solidFill>
            <a:srgbClr val="EFF3FC"/>
          </a:solidFill>
          <a:ln w="47625">
            <a:solidFill>
              <a:srgbClr val="8D9E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4D7DBA-5145-E965-7131-779B233417F1}"/>
              </a:ext>
            </a:extLst>
          </p:cNvPr>
          <p:cNvSpPr txBox="1"/>
          <p:nvPr/>
        </p:nvSpPr>
        <p:spPr>
          <a:xfrm>
            <a:off x="722097" y="18927310"/>
            <a:ext cx="83825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Surface Associations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226087-4701-4E0C-521D-726E75D8DD72}"/>
              </a:ext>
            </a:extLst>
          </p:cNvPr>
          <p:cNvSpPr txBox="1"/>
          <p:nvPr/>
        </p:nvSpPr>
        <p:spPr>
          <a:xfrm>
            <a:off x="1033347" y="19941326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Arced motion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05AC29-4BA9-D587-ECDB-C3B39A202D42}"/>
              </a:ext>
            </a:extLst>
          </p:cNvPr>
          <p:cNvSpPr txBox="1"/>
          <p:nvPr/>
        </p:nvSpPr>
        <p:spPr>
          <a:xfrm>
            <a:off x="660195" y="20820579"/>
            <a:ext cx="3780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 motion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98BB36-8BAE-4DE5-114A-8AA9AC7FD9BF}"/>
              </a:ext>
            </a:extLst>
          </p:cNvPr>
          <p:cNvSpPr txBox="1"/>
          <p:nvPr/>
        </p:nvSpPr>
        <p:spPr>
          <a:xfrm>
            <a:off x="5597270" y="19953418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93BFDA-5881-96A5-9F53-9125209549DE}"/>
              </a:ext>
            </a:extLst>
          </p:cNvPr>
          <p:cNvSpPr txBox="1"/>
          <p:nvPr/>
        </p:nvSpPr>
        <p:spPr>
          <a:xfrm>
            <a:off x="5593923" y="20816629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921221A-57DE-3F07-995C-05C3CA1236D4}"/>
              </a:ext>
            </a:extLst>
          </p:cNvPr>
          <p:cNvCxnSpPr/>
          <p:nvPr/>
        </p:nvCxnSpPr>
        <p:spPr>
          <a:xfrm>
            <a:off x="4331368" y="20401542"/>
            <a:ext cx="1150261" cy="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A07BB05-CCDF-2A94-2204-BE2C2635C855}"/>
              </a:ext>
            </a:extLst>
          </p:cNvPr>
          <p:cNvCxnSpPr/>
          <p:nvPr/>
        </p:nvCxnSpPr>
        <p:spPr>
          <a:xfrm>
            <a:off x="4323348" y="21259793"/>
            <a:ext cx="1150261" cy="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0091223A-49B7-5014-A874-44767D2D1A9F}"/>
              </a:ext>
            </a:extLst>
          </p:cNvPr>
          <p:cNvSpPr/>
          <p:nvPr/>
        </p:nvSpPr>
        <p:spPr>
          <a:xfrm>
            <a:off x="9557109" y="6527985"/>
            <a:ext cx="8315783" cy="7157913"/>
          </a:xfrm>
          <a:prstGeom prst="roundRect">
            <a:avLst/>
          </a:prstGeom>
          <a:solidFill>
            <a:srgbClr val="FCFCFB"/>
          </a:solidFill>
          <a:ln w="57150">
            <a:solidFill>
              <a:srgbClr val="4EA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D3D1AF6A-B110-94F5-7875-CB852BAED4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989" y="8447568"/>
            <a:ext cx="1444752" cy="1444752"/>
          </a:xfrm>
          <a:prstGeom prst="rect">
            <a:avLst/>
          </a:prstGeom>
        </p:spPr>
      </p:pic>
      <p:sp>
        <p:nvSpPr>
          <p:cNvPr id="75" name="Oval 74">
            <a:extLst>
              <a:ext uri="{FF2B5EF4-FFF2-40B4-BE49-F238E27FC236}">
                <a16:creationId xmlns:a16="http://schemas.microsoft.com/office/drawing/2014/main" id="{91D6640F-6727-058A-4FBB-D2D36627DA57}"/>
              </a:ext>
            </a:extLst>
          </p:cNvPr>
          <p:cNvSpPr/>
          <p:nvPr/>
        </p:nvSpPr>
        <p:spPr>
          <a:xfrm>
            <a:off x="15919416" y="8887057"/>
            <a:ext cx="811924" cy="811924"/>
          </a:xfrm>
          <a:prstGeom prst="ellipse">
            <a:avLst/>
          </a:prstGeom>
          <a:solidFill>
            <a:srgbClr val="4EA72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22F4BAC-F135-2268-2E33-F81450F980B3}"/>
              </a:ext>
            </a:extLst>
          </p:cNvPr>
          <p:cNvCxnSpPr>
            <a:cxnSpLocks/>
          </p:cNvCxnSpPr>
          <p:nvPr/>
        </p:nvCxnSpPr>
        <p:spPr>
          <a:xfrm>
            <a:off x="9913857" y="9937525"/>
            <a:ext cx="722183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FDE404DB-EC0F-57DC-7365-4C8DED8E5190}"/>
              </a:ext>
            </a:extLst>
          </p:cNvPr>
          <p:cNvSpPr/>
          <p:nvPr/>
        </p:nvSpPr>
        <p:spPr>
          <a:xfrm>
            <a:off x="13164768" y="8356665"/>
            <a:ext cx="564088" cy="153565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B5B024E-1699-4A9E-DD47-AA42FCF9A072}"/>
              </a:ext>
            </a:extLst>
          </p:cNvPr>
          <p:cNvSpPr/>
          <p:nvPr/>
        </p:nvSpPr>
        <p:spPr>
          <a:xfrm>
            <a:off x="11465843" y="7853087"/>
            <a:ext cx="3984171" cy="1535655"/>
          </a:xfrm>
          <a:custGeom>
            <a:avLst/>
            <a:gdLst>
              <a:gd name="csX0" fmla="*/ 0 w 3984171"/>
              <a:gd name="csY0" fmla="*/ 1535655 h 1535655"/>
              <a:gd name="csX1" fmla="*/ 1828800 w 3984171"/>
              <a:gd name="csY1" fmla="*/ 769 h 1535655"/>
              <a:gd name="csX2" fmla="*/ 3984171 w 3984171"/>
              <a:gd name="csY2" fmla="*/ 1372369 h 1535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84171" h="1535655">
                <a:moveTo>
                  <a:pt x="0" y="1535655"/>
                </a:moveTo>
                <a:cubicBezTo>
                  <a:pt x="582386" y="781819"/>
                  <a:pt x="1164772" y="27983"/>
                  <a:pt x="1828800" y="769"/>
                </a:cubicBezTo>
                <a:cubicBezTo>
                  <a:pt x="2492828" y="-26445"/>
                  <a:pt x="3238499" y="672962"/>
                  <a:pt x="3984171" y="1372369"/>
                </a:cubicBezTo>
              </a:path>
            </a:pathLst>
          </a:custGeom>
          <a:noFill/>
          <a:ln w="85725">
            <a:solidFill>
              <a:srgbClr val="4EA72E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EF1EEA-27F0-DEC4-845E-428480CDDF4E}"/>
              </a:ext>
            </a:extLst>
          </p:cNvPr>
          <p:cNvSpPr txBox="1"/>
          <p:nvPr/>
        </p:nvSpPr>
        <p:spPr>
          <a:xfrm>
            <a:off x="10309663" y="6608896"/>
            <a:ext cx="68135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12DD10E-4EDB-4D9D-61A9-167D833DF222}"/>
              </a:ext>
            </a:extLst>
          </p:cNvPr>
          <p:cNvSpPr/>
          <p:nvPr/>
        </p:nvSpPr>
        <p:spPr>
          <a:xfrm>
            <a:off x="9844641" y="10869218"/>
            <a:ext cx="7757559" cy="1992361"/>
          </a:xfrm>
          <a:prstGeom prst="roundRect">
            <a:avLst/>
          </a:prstGeom>
          <a:solidFill>
            <a:srgbClr val="FEFAE8"/>
          </a:solidFill>
          <a:ln w="57150">
            <a:solidFill>
              <a:srgbClr val="FED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0586400-31C3-8190-295A-43866DCACD79}"/>
              </a:ext>
            </a:extLst>
          </p:cNvPr>
          <p:cNvSpPr txBox="1"/>
          <p:nvPr/>
        </p:nvSpPr>
        <p:spPr>
          <a:xfrm>
            <a:off x="10102079" y="11902287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Arced motion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345DAE-84DD-260B-5DD5-869AEC52BC22}"/>
              </a:ext>
            </a:extLst>
          </p:cNvPr>
          <p:cNvSpPr txBox="1"/>
          <p:nvPr/>
        </p:nvSpPr>
        <p:spPr>
          <a:xfrm>
            <a:off x="14666002" y="11914379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2A18DEA-34BD-26CC-2DBA-B5CF238B9D2A}"/>
              </a:ext>
            </a:extLst>
          </p:cNvPr>
          <p:cNvCxnSpPr/>
          <p:nvPr/>
        </p:nvCxnSpPr>
        <p:spPr>
          <a:xfrm>
            <a:off x="13400100" y="12362503"/>
            <a:ext cx="1150261" cy="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EF2DD30-5706-115E-09A7-3648392F4E87}"/>
              </a:ext>
            </a:extLst>
          </p:cNvPr>
          <p:cNvSpPr txBox="1"/>
          <p:nvPr/>
        </p:nvSpPr>
        <p:spPr>
          <a:xfrm>
            <a:off x="10311301" y="10880210"/>
            <a:ext cx="76283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association formed: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BFA6C19-4A5B-F6C3-2C49-F4683B9BE6E3}"/>
              </a:ext>
            </a:extLst>
          </p:cNvPr>
          <p:cNvSpPr/>
          <p:nvPr/>
        </p:nvSpPr>
        <p:spPr>
          <a:xfrm>
            <a:off x="9572342" y="14023557"/>
            <a:ext cx="8315783" cy="6568424"/>
          </a:xfrm>
          <a:prstGeom prst="roundRect">
            <a:avLst/>
          </a:prstGeom>
          <a:solidFill>
            <a:srgbClr val="FCFCFB"/>
          </a:solidFill>
          <a:ln w="57150">
            <a:solidFill>
              <a:srgbClr val="4EA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E52BD707-5069-A0EB-D407-D293C9D0B8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251" y="16139081"/>
            <a:ext cx="1444752" cy="1444752"/>
          </a:xfrm>
          <a:prstGeom prst="rect">
            <a:avLst/>
          </a:prstGeom>
        </p:spPr>
      </p:pic>
      <p:sp>
        <p:nvSpPr>
          <p:cNvPr id="91" name="Oval 90">
            <a:extLst>
              <a:ext uri="{FF2B5EF4-FFF2-40B4-BE49-F238E27FC236}">
                <a16:creationId xmlns:a16="http://schemas.microsoft.com/office/drawing/2014/main" id="{62C0F97A-ED53-16E9-4567-9DFAF2382C6C}"/>
              </a:ext>
            </a:extLst>
          </p:cNvPr>
          <p:cNvSpPr/>
          <p:nvPr/>
        </p:nvSpPr>
        <p:spPr>
          <a:xfrm>
            <a:off x="15118224" y="16578570"/>
            <a:ext cx="811924" cy="811924"/>
          </a:xfrm>
          <a:prstGeom prst="ellipse">
            <a:avLst/>
          </a:prstGeom>
          <a:solidFill>
            <a:srgbClr val="4EA72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69EC4DC-C1AA-B67D-4743-F3E12CB0EDFC}"/>
              </a:ext>
            </a:extLst>
          </p:cNvPr>
          <p:cNvCxnSpPr>
            <a:cxnSpLocks/>
          </p:cNvCxnSpPr>
          <p:nvPr/>
        </p:nvCxnSpPr>
        <p:spPr>
          <a:xfrm>
            <a:off x="9929090" y="17629038"/>
            <a:ext cx="722183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CEDA7C5-A0AD-2197-01E3-79E08AC1F332}"/>
              </a:ext>
            </a:extLst>
          </p:cNvPr>
          <p:cNvSpPr/>
          <p:nvPr/>
        </p:nvSpPr>
        <p:spPr>
          <a:xfrm>
            <a:off x="16315087" y="16048178"/>
            <a:ext cx="564088" cy="153565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F3903AF6-B74D-C870-C7A3-A711B639BB79}"/>
              </a:ext>
            </a:extLst>
          </p:cNvPr>
          <p:cNvSpPr/>
          <p:nvPr/>
        </p:nvSpPr>
        <p:spPr>
          <a:xfrm>
            <a:off x="10860593" y="15544600"/>
            <a:ext cx="3984171" cy="1535655"/>
          </a:xfrm>
          <a:custGeom>
            <a:avLst/>
            <a:gdLst>
              <a:gd name="csX0" fmla="*/ 0 w 3984171"/>
              <a:gd name="csY0" fmla="*/ 1535655 h 1535655"/>
              <a:gd name="csX1" fmla="*/ 1828800 w 3984171"/>
              <a:gd name="csY1" fmla="*/ 769 h 1535655"/>
              <a:gd name="csX2" fmla="*/ 3984171 w 3984171"/>
              <a:gd name="csY2" fmla="*/ 1372369 h 1535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84171" h="1535655">
                <a:moveTo>
                  <a:pt x="0" y="1535655"/>
                </a:moveTo>
                <a:cubicBezTo>
                  <a:pt x="582386" y="781819"/>
                  <a:pt x="1164772" y="27983"/>
                  <a:pt x="1828800" y="769"/>
                </a:cubicBezTo>
                <a:cubicBezTo>
                  <a:pt x="2492828" y="-26445"/>
                  <a:pt x="3238499" y="672962"/>
                  <a:pt x="3984171" y="1372369"/>
                </a:cubicBezTo>
              </a:path>
            </a:pathLst>
          </a:custGeom>
          <a:noFill/>
          <a:ln w="85725">
            <a:solidFill>
              <a:srgbClr val="4EA72E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60915CA-B681-2E78-2617-96A9E1178359}"/>
              </a:ext>
            </a:extLst>
          </p:cNvPr>
          <p:cNvSpPr txBox="1"/>
          <p:nvPr/>
        </p:nvSpPr>
        <p:spPr>
          <a:xfrm>
            <a:off x="10847408" y="14071810"/>
            <a:ext cx="68135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Condition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B207A5E-DE7A-3C8D-CB69-C5420DBB41D8}"/>
              </a:ext>
            </a:extLst>
          </p:cNvPr>
          <p:cNvSpPr/>
          <p:nvPr/>
        </p:nvSpPr>
        <p:spPr>
          <a:xfrm>
            <a:off x="9859874" y="18070876"/>
            <a:ext cx="7757559" cy="1992361"/>
          </a:xfrm>
          <a:prstGeom prst="roundRect">
            <a:avLst/>
          </a:prstGeom>
          <a:solidFill>
            <a:srgbClr val="F0F4FB"/>
          </a:solidFill>
          <a:ln w="57150">
            <a:solidFill>
              <a:srgbClr val="9FB4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5834972-E706-EE5D-653A-E5C6665DE9A4}"/>
              </a:ext>
            </a:extLst>
          </p:cNvPr>
          <p:cNvSpPr txBox="1"/>
          <p:nvPr/>
        </p:nvSpPr>
        <p:spPr>
          <a:xfrm>
            <a:off x="10117312" y="19103945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Arced motion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0F29CE9-8B9A-B9B2-A07B-D4AE9669D788}"/>
              </a:ext>
            </a:extLst>
          </p:cNvPr>
          <p:cNvSpPr txBox="1"/>
          <p:nvPr/>
        </p:nvSpPr>
        <p:spPr>
          <a:xfrm>
            <a:off x="14681235" y="19116037"/>
            <a:ext cx="334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7EDA5A5-FBF9-5D87-6EC8-868FE1ED55CA}"/>
              </a:ext>
            </a:extLst>
          </p:cNvPr>
          <p:cNvCxnSpPr/>
          <p:nvPr/>
        </p:nvCxnSpPr>
        <p:spPr>
          <a:xfrm>
            <a:off x="13415333" y="19564161"/>
            <a:ext cx="1150261" cy="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A3937F9-2621-3A0D-D59E-9C683B42DF29}"/>
              </a:ext>
            </a:extLst>
          </p:cNvPr>
          <p:cNvSpPr txBox="1"/>
          <p:nvPr/>
        </p:nvSpPr>
        <p:spPr>
          <a:xfrm>
            <a:off x="10195906" y="18081868"/>
            <a:ext cx="76283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association formed: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365C4A9-4A74-09B6-496E-806B5167F4C9}"/>
              </a:ext>
            </a:extLst>
          </p:cNvPr>
          <p:cNvSpPr txBox="1"/>
          <p:nvPr/>
        </p:nvSpPr>
        <p:spPr>
          <a:xfrm>
            <a:off x="10425229" y="14652806"/>
            <a:ext cx="7868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off path (low salience)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62C488-6D74-9672-B7C1-FA163C068C9C}"/>
              </a:ext>
            </a:extLst>
          </p:cNvPr>
          <p:cNvSpPr txBox="1"/>
          <p:nvPr/>
        </p:nvSpPr>
        <p:spPr>
          <a:xfrm>
            <a:off x="10058270" y="20816020"/>
            <a:ext cx="796847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(Multiple repetitions strengthen or weaken these associations.)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C6A965B-A780-DF7A-A198-889291D4AA46}"/>
              </a:ext>
            </a:extLst>
          </p:cNvPr>
          <p:cNvSpPr txBox="1"/>
          <p:nvPr/>
        </p:nvSpPr>
        <p:spPr>
          <a:xfrm>
            <a:off x="9881266" y="3432471"/>
            <a:ext cx="74177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event is repeatedly observed. Existing associations are either reinforced or weakened.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F5C751E-AEF1-1A68-6812-4EA4188E0654}"/>
              </a:ext>
            </a:extLst>
          </p:cNvPr>
          <p:cNvCxnSpPr/>
          <p:nvPr/>
        </p:nvCxnSpPr>
        <p:spPr>
          <a:xfrm>
            <a:off x="4471860" y="17350918"/>
            <a:ext cx="0" cy="1248877"/>
          </a:xfrm>
          <a:prstGeom prst="straightConnector1">
            <a:avLst/>
          </a:prstGeom>
          <a:ln w="1016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4A5168B-7AE3-BD26-3543-09BB9C9F78D7}"/>
              </a:ext>
            </a:extLst>
          </p:cNvPr>
          <p:cNvSpPr txBox="1"/>
          <p:nvPr/>
        </p:nvSpPr>
        <p:spPr>
          <a:xfrm>
            <a:off x="1146011" y="3945893"/>
            <a:ext cx="7417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Infants observe many events across space and time.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ED023460-9917-C891-286A-0D1D1EA0E825}"/>
              </a:ext>
            </a:extLst>
          </p:cNvPr>
          <p:cNvSpPr/>
          <p:nvPr/>
        </p:nvSpPr>
        <p:spPr>
          <a:xfrm>
            <a:off x="18554037" y="4506688"/>
            <a:ext cx="8315783" cy="7407691"/>
          </a:xfrm>
          <a:prstGeom prst="roundRect">
            <a:avLst/>
          </a:prstGeom>
          <a:solidFill>
            <a:srgbClr val="FDFCFA"/>
          </a:solidFill>
          <a:ln w="57150">
            <a:solidFill>
              <a:srgbClr val="FED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069CDFA5-D679-7F9B-5059-96DEE83561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0173" y="6024818"/>
            <a:ext cx="1444752" cy="1444752"/>
          </a:xfrm>
          <a:prstGeom prst="rect">
            <a:avLst/>
          </a:prstGeom>
        </p:spPr>
      </p:pic>
      <p:sp>
        <p:nvSpPr>
          <p:cNvPr id="112" name="Oval 111">
            <a:extLst>
              <a:ext uri="{FF2B5EF4-FFF2-40B4-BE49-F238E27FC236}">
                <a16:creationId xmlns:a16="http://schemas.microsoft.com/office/drawing/2014/main" id="{39BA9B49-B5A5-A438-BAFE-FACD968048AA}"/>
              </a:ext>
            </a:extLst>
          </p:cNvPr>
          <p:cNvSpPr/>
          <p:nvPr/>
        </p:nvSpPr>
        <p:spPr>
          <a:xfrm>
            <a:off x="25177600" y="6464307"/>
            <a:ext cx="811924" cy="811924"/>
          </a:xfrm>
          <a:prstGeom prst="ellipse">
            <a:avLst/>
          </a:prstGeom>
          <a:solidFill>
            <a:srgbClr val="4EA72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6F6A779-8BC8-EA0C-C2A9-D92FCBAD465D}"/>
              </a:ext>
            </a:extLst>
          </p:cNvPr>
          <p:cNvCxnSpPr>
            <a:cxnSpLocks/>
          </p:cNvCxnSpPr>
          <p:nvPr/>
        </p:nvCxnSpPr>
        <p:spPr>
          <a:xfrm>
            <a:off x="19172041" y="7514775"/>
            <a:ext cx="722183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2041595-3DA3-C82E-2247-753630662D60}"/>
              </a:ext>
            </a:extLst>
          </p:cNvPr>
          <p:cNvSpPr txBox="1"/>
          <p:nvPr/>
        </p:nvSpPr>
        <p:spPr>
          <a:xfrm>
            <a:off x="18751422" y="4447399"/>
            <a:ext cx="7658744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(Straight Path)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D9DE5979-24D0-8A81-FEFE-5C4CFACE4769}"/>
              </a:ext>
            </a:extLst>
          </p:cNvPr>
          <p:cNvSpPr/>
          <p:nvPr/>
        </p:nvSpPr>
        <p:spPr>
          <a:xfrm>
            <a:off x="18841569" y="7976521"/>
            <a:ext cx="7757559" cy="3536900"/>
          </a:xfrm>
          <a:prstGeom prst="roundRect">
            <a:avLst/>
          </a:prstGeom>
          <a:solidFill>
            <a:srgbClr val="FEFAE8"/>
          </a:solidFill>
          <a:ln w="57150">
            <a:solidFill>
              <a:srgbClr val="FED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E30ADD9-B06D-22E0-050C-AF8E647909F2}"/>
              </a:ext>
            </a:extLst>
          </p:cNvPr>
          <p:cNvSpPr txBox="1"/>
          <p:nvPr/>
        </p:nvSpPr>
        <p:spPr>
          <a:xfrm>
            <a:off x="19112286" y="8196201"/>
            <a:ext cx="831888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Reactivation of associations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4D793EF-C097-F172-1425-F26572877317}"/>
              </a:ext>
            </a:extLst>
          </p:cNvPr>
          <p:cNvCxnSpPr/>
          <p:nvPr/>
        </p:nvCxnSpPr>
        <p:spPr>
          <a:xfrm>
            <a:off x="20378056" y="6904548"/>
            <a:ext cx="4539342" cy="0"/>
          </a:xfrm>
          <a:prstGeom prst="straightConnector1">
            <a:avLst/>
          </a:prstGeom>
          <a:ln w="101600">
            <a:solidFill>
              <a:srgbClr val="4EA72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70920B-8CD9-710F-D5D3-68E804D3C145}"/>
              </a:ext>
            </a:extLst>
          </p:cNvPr>
          <p:cNvSpPr txBox="1"/>
          <p:nvPr/>
        </p:nvSpPr>
        <p:spPr>
          <a:xfrm>
            <a:off x="18914420" y="9310139"/>
            <a:ext cx="1929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DCA079B-4BF2-15E5-5172-539E24A1B685}"/>
              </a:ext>
            </a:extLst>
          </p:cNvPr>
          <p:cNvCxnSpPr>
            <a:cxnSpLocks/>
          </p:cNvCxnSpPr>
          <p:nvPr/>
        </p:nvCxnSpPr>
        <p:spPr>
          <a:xfrm>
            <a:off x="20732340" y="9969367"/>
            <a:ext cx="52746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5FF17687-E926-5495-BD33-2279D6FBDE07}"/>
              </a:ext>
            </a:extLst>
          </p:cNvPr>
          <p:cNvSpPr txBox="1"/>
          <p:nvPr/>
        </p:nvSpPr>
        <p:spPr>
          <a:xfrm>
            <a:off x="21317744" y="9193318"/>
            <a:ext cx="36017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41B17EF-2511-13DB-E337-A9233C8EDE94}"/>
              </a:ext>
            </a:extLst>
          </p:cNvPr>
          <p:cNvSpPr/>
          <p:nvPr/>
        </p:nvSpPr>
        <p:spPr>
          <a:xfrm>
            <a:off x="24754114" y="9482004"/>
            <a:ext cx="1191409" cy="1191409"/>
          </a:xfrm>
          <a:prstGeom prst="rect">
            <a:avLst/>
          </a:prstGeom>
          <a:solidFill>
            <a:srgbClr val="FEFAE8"/>
          </a:solidFill>
          <a:ln w="95250">
            <a:solidFill>
              <a:srgbClr val="FED79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B2C1385-A714-3A91-FD86-18AAB583FC51}"/>
              </a:ext>
            </a:extLst>
          </p:cNvPr>
          <p:cNvSpPr/>
          <p:nvPr/>
        </p:nvSpPr>
        <p:spPr>
          <a:xfrm>
            <a:off x="18546515" y="12141363"/>
            <a:ext cx="8315783" cy="8036218"/>
          </a:xfrm>
          <a:prstGeom prst="roundRect">
            <a:avLst/>
          </a:prstGeom>
          <a:solidFill>
            <a:srgbClr val="FDFCFA"/>
          </a:solidFill>
          <a:ln w="57150">
            <a:solidFill>
              <a:srgbClr val="FED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2BAEC822-125C-9F0F-7516-6E46F1D10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2651" y="14116691"/>
            <a:ext cx="1444752" cy="1444752"/>
          </a:xfrm>
          <a:prstGeom prst="rect">
            <a:avLst/>
          </a:prstGeom>
        </p:spPr>
      </p:pic>
      <p:sp>
        <p:nvSpPr>
          <p:cNvPr id="132" name="Oval 131">
            <a:extLst>
              <a:ext uri="{FF2B5EF4-FFF2-40B4-BE49-F238E27FC236}">
                <a16:creationId xmlns:a16="http://schemas.microsoft.com/office/drawing/2014/main" id="{9A26D34C-425A-34F0-C38B-0A699DE873EB}"/>
              </a:ext>
            </a:extLst>
          </p:cNvPr>
          <p:cNvSpPr/>
          <p:nvPr/>
        </p:nvSpPr>
        <p:spPr>
          <a:xfrm>
            <a:off x="25170078" y="14556180"/>
            <a:ext cx="811924" cy="811924"/>
          </a:xfrm>
          <a:prstGeom prst="ellipse">
            <a:avLst/>
          </a:prstGeom>
          <a:solidFill>
            <a:srgbClr val="4EA72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787BA60-C9EB-E3C3-309C-678D44DD73B5}"/>
              </a:ext>
            </a:extLst>
          </p:cNvPr>
          <p:cNvCxnSpPr>
            <a:cxnSpLocks/>
          </p:cNvCxnSpPr>
          <p:nvPr/>
        </p:nvCxnSpPr>
        <p:spPr>
          <a:xfrm>
            <a:off x="19164519" y="15769933"/>
            <a:ext cx="722183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392647B-9B70-0009-478A-21603D88D2F3}"/>
              </a:ext>
            </a:extLst>
          </p:cNvPr>
          <p:cNvSpPr txBox="1"/>
          <p:nvPr/>
        </p:nvSpPr>
        <p:spPr>
          <a:xfrm>
            <a:off x="18743900" y="12310673"/>
            <a:ext cx="76587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(Arced Path)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2D1CBD40-B796-159B-3C67-BCE004B12AB3}"/>
              </a:ext>
            </a:extLst>
          </p:cNvPr>
          <p:cNvSpPr/>
          <p:nvPr/>
        </p:nvSpPr>
        <p:spPr>
          <a:xfrm>
            <a:off x="18834047" y="16068394"/>
            <a:ext cx="7757559" cy="3536900"/>
          </a:xfrm>
          <a:prstGeom prst="roundRect">
            <a:avLst/>
          </a:prstGeom>
          <a:solidFill>
            <a:srgbClr val="FEFAE8"/>
          </a:solidFill>
          <a:ln w="57150">
            <a:solidFill>
              <a:srgbClr val="FED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A7299FF-2E77-83F0-B869-71CFD788E31D}"/>
              </a:ext>
            </a:extLst>
          </p:cNvPr>
          <p:cNvSpPr txBox="1"/>
          <p:nvPr/>
        </p:nvSpPr>
        <p:spPr>
          <a:xfrm>
            <a:off x="19104764" y="16288074"/>
            <a:ext cx="831888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Reactivation of associations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60A8C44-DAA6-C6FB-35B4-5A960DDF8FBF}"/>
              </a:ext>
            </a:extLst>
          </p:cNvPr>
          <p:cNvSpPr txBox="1"/>
          <p:nvPr/>
        </p:nvSpPr>
        <p:spPr>
          <a:xfrm>
            <a:off x="18906898" y="17402012"/>
            <a:ext cx="1929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Arced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BF558D0-7D83-0E97-0525-B394824060B6}"/>
              </a:ext>
            </a:extLst>
          </p:cNvPr>
          <p:cNvCxnSpPr>
            <a:cxnSpLocks/>
          </p:cNvCxnSpPr>
          <p:nvPr/>
        </p:nvCxnSpPr>
        <p:spPr>
          <a:xfrm>
            <a:off x="20724818" y="18061240"/>
            <a:ext cx="52746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2681C28-48DA-2217-191A-17E2D044473F}"/>
              </a:ext>
            </a:extLst>
          </p:cNvPr>
          <p:cNvSpPr txBox="1"/>
          <p:nvPr/>
        </p:nvSpPr>
        <p:spPr>
          <a:xfrm>
            <a:off x="21310222" y="17285191"/>
            <a:ext cx="36017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F1E94B3-2E42-FA79-CCAE-FC3548C66D1F}"/>
              </a:ext>
            </a:extLst>
          </p:cNvPr>
          <p:cNvSpPr/>
          <p:nvPr/>
        </p:nvSpPr>
        <p:spPr>
          <a:xfrm>
            <a:off x="24746592" y="17573877"/>
            <a:ext cx="1191409" cy="1191409"/>
          </a:xfrm>
          <a:prstGeom prst="rect">
            <a:avLst/>
          </a:prstGeom>
          <a:solidFill>
            <a:srgbClr val="FEFAE8"/>
          </a:solidFill>
          <a:ln w="95250">
            <a:solidFill>
              <a:srgbClr val="FED79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95E45053-378F-7CB7-AA26-33D4F9DD768B}"/>
              </a:ext>
            </a:extLst>
          </p:cNvPr>
          <p:cNvSpPr/>
          <p:nvPr/>
        </p:nvSpPr>
        <p:spPr>
          <a:xfrm>
            <a:off x="20483556" y="14031492"/>
            <a:ext cx="3984171" cy="1535655"/>
          </a:xfrm>
          <a:custGeom>
            <a:avLst/>
            <a:gdLst>
              <a:gd name="csX0" fmla="*/ 0 w 3984171"/>
              <a:gd name="csY0" fmla="*/ 1535655 h 1535655"/>
              <a:gd name="csX1" fmla="*/ 1828800 w 3984171"/>
              <a:gd name="csY1" fmla="*/ 769 h 1535655"/>
              <a:gd name="csX2" fmla="*/ 3984171 w 3984171"/>
              <a:gd name="csY2" fmla="*/ 1372369 h 1535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84171" h="1535655">
                <a:moveTo>
                  <a:pt x="0" y="1535655"/>
                </a:moveTo>
                <a:cubicBezTo>
                  <a:pt x="582386" y="781819"/>
                  <a:pt x="1164772" y="27983"/>
                  <a:pt x="1828800" y="769"/>
                </a:cubicBezTo>
                <a:cubicBezTo>
                  <a:pt x="2492828" y="-26445"/>
                  <a:pt x="3238499" y="672962"/>
                  <a:pt x="3984171" y="1372369"/>
                </a:cubicBezTo>
              </a:path>
            </a:pathLst>
          </a:custGeom>
          <a:noFill/>
          <a:ln w="85725">
            <a:solidFill>
              <a:srgbClr val="4EA72E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1199CA3-0907-F788-550A-94132EBB2C60}"/>
              </a:ext>
            </a:extLst>
          </p:cNvPr>
          <p:cNvSpPr/>
          <p:nvPr/>
        </p:nvSpPr>
        <p:spPr>
          <a:xfrm>
            <a:off x="25017487" y="17800436"/>
            <a:ext cx="618370" cy="78837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DF66A8C-F3BC-1DB8-0B75-7E22DC4B485D}"/>
              </a:ext>
            </a:extLst>
          </p:cNvPr>
          <p:cNvSpPr txBox="1"/>
          <p:nvPr/>
        </p:nvSpPr>
        <p:spPr>
          <a:xfrm>
            <a:off x="18240155" y="3538249"/>
            <a:ext cx="88971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Infants see barrierless test events.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FA68B45-0EE4-EB1C-7B10-C9A505564D23}"/>
              </a:ext>
            </a:extLst>
          </p:cNvPr>
          <p:cNvSpPr txBox="1"/>
          <p:nvPr/>
        </p:nvSpPr>
        <p:spPr>
          <a:xfrm>
            <a:off x="19084913" y="20372675"/>
            <a:ext cx="76286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Associations learned in the world and reinforced during habituation are automatically reactivated from motion information alone.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6CF298B-1CC1-795D-E909-905C23206E69}"/>
              </a:ext>
            </a:extLst>
          </p:cNvPr>
          <p:cNvSpPr txBox="1"/>
          <p:nvPr/>
        </p:nvSpPr>
        <p:spPr>
          <a:xfrm>
            <a:off x="28026348" y="3573261"/>
            <a:ext cx="741770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 between expected and actual input produces error, which guides looking.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784E2D2-BE69-A2C6-AA95-D21E1ED2976C}"/>
              </a:ext>
            </a:extLst>
          </p:cNvPr>
          <p:cNvSpPr txBox="1"/>
          <p:nvPr/>
        </p:nvSpPr>
        <p:spPr>
          <a:xfrm>
            <a:off x="26904818" y="6366346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(Straight Path)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5A9B112-F9F1-4BC2-4795-CE7CAE59B9BE}"/>
              </a:ext>
            </a:extLst>
          </p:cNvPr>
          <p:cNvSpPr txBox="1"/>
          <p:nvPr/>
        </p:nvSpPr>
        <p:spPr>
          <a:xfrm>
            <a:off x="27013977" y="8089839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 obstacle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437DC8F-D1BB-99A7-2DED-1AC4DC4E12E8}"/>
              </a:ext>
            </a:extLst>
          </p:cNvPr>
          <p:cNvSpPr txBox="1"/>
          <p:nvPr/>
        </p:nvSpPr>
        <p:spPr>
          <a:xfrm>
            <a:off x="26921793" y="7227861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straight motion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3D7110F-DB9C-72C9-CCFD-F50B3C47F15B}"/>
              </a:ext>
            </a:extLst>
          </p:cNvPr>
          <p:cNvCxnSpPr/>
          <p:nvPr/>
        </p:nvCxnSpPr>
        <p:spPr>
          <a:xfrm>
            <a:off x="28584346" y="9307097"/>
            <a:ext cx="6162854" cy="42610"/>
          </a:xfrm>
          <a:prstGeom prst="line">
            <a:avLst/>
          </a:prstGeom>
          <a:ln w="666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C83ED589-369D-49A2-4BAE-325F1F525387}"/>
              </a:ext>
            </a:extLst>
          </p:cNvPr>
          <p:cNvSpPr txBox="1"/>
          <p:nvPr/>
        </p:nvSpPr>
        <p:spPr>
          <a:xfrm>
            <a:off x="27008426" y="9660585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A574760-FFC4-55CB-8CD5-69C746B2035A}"/>
              </a:ext>
            </a:extLst>
          </p:cNvPr>
          <p:cNvCxnSpPr>
            <a:cxnSpLocks/>
          </p:cNvCxnSpPr>
          <p:nvPr/>
        </p:nvCxnSpPr>
        <p:spPr>
          <a:xfrm>
            <a:off x="31768795" y="10558457"/>
            <a:ext cx="0" cy="721239"/>
          </a:xfrm>
          <a:prstGeom prst="straightConnector1">
            <a:avLst/>
          </a:prstGeom>
          <a:ln w="1016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CB828F7A-3A45-3C6D-15A4-E5E61221BE9A}"/>
              </a:ext>
            </a:extLst>
          </p:cNvPr>
          <p:cNvSpPr txBox="1"/>
          <p:nvPr/>
        </p:nvSpPr>
        <p:spPr>
          <a:xfrm>
            <a:off x="27099175" y="11216037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prediction error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92459C3-8C75-E7EF-2DA2-27E48D570262}"/>
              </a:ext>
            </a:extLst>
          </p:cNvPr>
          <p:cNvCxnSpPr>
            <a:cxnSpLocks/>
          </p:cNvCxnSpPr>
          <p:nvPr/>
        </p:nvCxnSpPr>
        <p:spPr>
          <a:xfrm>
            <a:off x="31790567" y="12017141"/>
            <a:ext cx="0" cy="721239"/>
          </a:xfrm>
          <a:prstGeom prst="straightConnector1">
            <a:avLst/>
          </a:prstGeom>
          <a:ln w="1016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FD423E8C-9E7C-20EF-32CF-50C296E2906F}"/>
              </a:ext>
            </a:extLst>
          </p:cNvPr>
          <p:cNvSpPr txBox="1"/>
          <p:nvPr/>
        </p:nvSpPr>
        <p:spPr>
          <a:xfrm>
            <a:off x="26965335" y="12796385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FD8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SHORTER LOOKING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E94B04AB-14B7-010C-F451-BABE3B297E7A}"/>
              </a:ext>
            </a:extLst>
          </p:cNvPr>
          <p:cNvSpPr/>
          <p:nvPr/>
        </p:nvSpPr>
        <p:spPr>
          <a:xfrm>
            <a:off x="27610904" y="14515276"/>
            <a:ext cx="8315783" cy="8036218"/>
          </a:xfrm>
          <a:prstGeom prst="roundRect">
            <a:avLst/>
          </a:prstGeom>
          <a:solidFill>
            <a:srgbClr val="FCFCFB"/>
          </a:solidFill>
          <a:ln w="57150">
            <a:solidFill>
              <a:srgbClr val="7A6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A0DCC5E-33F6-57FB-CA66-494C0D2BE777}"/>
              </a:ext>
            </a:extLst>
          </p:cNvPr>
          <p:cNvSpPr txBox="1"/>
          <p:nvPr/>
        </p:nvSpPr>
        <p:spPr>
          <a:xfrm>
            <a:off x="26904818" y="15090051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(Straight Path)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C27FA84-F8D1-5E11-09E3-125A1554A619}"/>
              </a:ext>
            </a:extLst>
          </p:cNvPr>
          <p:cNvSpPr txBox="1"/>
          <p:nvPr/>
        </p:nvSpPr>
        <p:spPr>
          <a:xfrm>
            <a:off x="26769393" y="16648251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obstacle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DD853BA-8986-EC36-19D5-180E36AFCA53}"/>
              </a:ext>
            </a:extLst>
          </p:cNvPr>
          <p:cNvSpPr txBox="1"/>
          <p:nvPr/>
        </p:nvSpPr>
        <p:spPr>
          <a:xfrm>
            <a:off x="26921793" y="15853595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arced motion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D8F12462-8A53-EE46-27AA-5644D44F16ED}"/>
              </a:ext>
            </a:extLst>
          </p:cNvPr>
          <p:cNvCxnSpPr/>
          <p:nvPr/>
        </p:nvCxnSpPr>
        <p:spPr>
          <a:xfrm>
            <a:off x="28584346" y="17769546"/>
            <a:ext cx="6162854" cy="42610"/>
          </a:xfrm>
          <a:prstGeom prst="line">
            <a:avLst/>
          </a:prstGeom>
          <a:ln w="666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A87D7D43-6B3C-D3E0-710D-9B072A36F2EB}"/>
              </a:ext>
            </a:extLst>
          </p:cNvPr>
          <p:cNvSpPr txBox="1"/>
          <p:nvPr/>
        </p:nvSpPr>
        <p:spPr>
          <a:xfrm>
            <a:off x="27001204" y="18000193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Mismatch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5A624695-8D0D-C589-6AF8-1C278568F1CD}"/>
              </a:ext>
            </a:extLst>
          </p:cNvPr>
          <p:cNvCxnSpPr>
            <a:cxnSpLocks/>
          </p:cNvCxnSpPr>
          <p:nvPr/>
        </p:nvCxnSpPr>
        <p:spPr>
          <a:xfrm>
            <a:off x="31768795" y="19020906"/>
            <a:ext cx="0" cy="721239"/>
          </a:xfrm>
          <a:prstGeom prst="straightConnector1">
            <a:avLst/>
          </a:prstGeom>
          <a:ln w="1016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3E6E8D00-09E8-C419-DDD7-45710EEAFDF1}"/>
              </a:ext>
            </a:extLst>
          </p:cNvPr>
          <p:cNvSpPr txBox="1"/>
          <p:nvPr/>
        </p:nvSpPr>
        <p:spPr>
          <a:xfrm>
            <a:off x="27099175" y="19678486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prediction error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A9CB29C-F58F-28A8-27C5-384A1FD0FD4D}"/>
              </a:ext>
            </a:extLst>
          </p:cNvPr>
          <p:cNvCxnSpPr>
            <a:cxnSpLocks/>
          </p:cNvCxnSpPr>
          <p:nvPr/>
        </p:nvCxnSpPr>
        <p:spPr>
          <a:xfrm>
            <a:off x="31790567" y="20479590"/>
            <a:ext cx="0" cy="721239"/>
          </a:xfrm>
          <a:prstGeom prst="straightConnector1">
            <a:avLst/>
          </a:prstGeom>
          <a:ln w="1016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EC7FB852-5BC1-80B1-8ABB-40085DAF27B9}"/>
              </a:ext>
            </a:extLst>
          </p:cNvPr>
          <p:cNvSpPr txBox="1"/>
          <p:nvPr/>
        </p:nvSpPr>
        <p:spPr>
          <a:xfrm>
            <a:off x="26965335" y="21258834"/>
            <a:ext cx="9593483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18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LONGER LOOKING</a:t>
            </a:r>
          </a:p>
        </p:txBody>
      </p:sp>
    </p:spTree>
    <p:extLst>
      <p:ext uri="{BB962C8B-B14F-4D97-AF65-F5344CB8AC3E}">
        <p14:creationId xmlns:p14="http://schemas.microsoft.com/office/powerpoint/2010/main" val="5193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239</Words>
  <Application>Microsoft Office PowerPoint</Application>
  <PresentationFormat>Custom</PresentationFormat>
  <Paragraphs>62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30</cp:revision>
  <dcterms:created xsi:type="dcterms:W3CDTF">2026-06-13T23:58:11Z</dcterms:created>
  <dcterms:modified xsi:type="dcterms:W3CDTF">2026-06-14T02:24:20Z</dcterms:modified>
</cp:coreProperties>
</file>