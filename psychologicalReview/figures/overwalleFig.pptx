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9" r:id="rId2"/>
  </p:sldIdLst>
  <p:sldSz cx="12960350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85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DA389-F86B-4760-8BD2-5EB7BB5FB74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93863" y="1143000"/>
            <a:ext cx="3470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1A064-CB5C-4CAD-8D6A-846BDFCA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63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1A064-CB5C-4CAD-8D6A-846BDFCA89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10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028" y="1885418"/>
            <a:ext cx="11016298" cy="4010837"/>
          </a:xfrm>
        </p:spPr>
        <p:txBody>
          <a:bodyPr anchor="b"/>
          <a:lstStyle>
            <a:lvl1pPr algn="ctr">
              <a:defRPr sz="8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6" y="6050924"/>
            <a:ext cx="9720263" cy="2781450"/>
          </a:xfrm>
        </p:spPr>
        <p:txBody>
          <a:bodyPr/>
          <a:lstStyle>
            <a:lvl1pPr marL="0" indent="0" algn="ctr">
              <a:buNone/>
              <a:defRPr sz="3402"/>
            </a:lvl1pPr>
            <a:lvl2pPr marL="648035" indent="0" algn="ctr">
              <a:buNone/>
              <a:defRPr sz="2835"/>
            </a:lvl2pPr>
            <a:lvl3pPr marL="1296071" indent="0" algn="ctr">
              <a:buNone/>
              <a:defRPr sz="2551"/>
            </a:lvl3pPr>
            <a:lvl4pPr marL="1944106" indent="0" algn="ctr">
              <a:buNone/>
              <a:defRPr sz="2268"/>
            </a:lvl4pPr>
            <a:lvl5pPr marL="2592141" indent="0" algn="ctr">
              <a:buNone/>
              <a:defRPr sz="2268"/>
            </a:lvl5pPr>
            <a:lvl6pPr marL="3240176" indent="0" algn="ctr">
              <a:buNone/>
              <a:defRPr sz="2268"/>
            </a:lvl6pPr>
            <a:lvl7pPr marL="3888212" indent="0" algn="ctr">
              <a:buNone/>
              <a:defRPr sz="2268"/>
            </a:lvl7pPr>
            <a:lvl8pPr marL="4536247" indent="0" algn="ctr">
              <a:buNone/>
              <a:defRPr sz="2268"/>
            </a:lvl8pPr>
            <a:lvl9pPr marL="5184282" indent="0" algn="ctr">
              <a:buNone/>
              <a:defRPr sz="22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4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5" y="2872125"/>
            <a:ext cx="11178302" cy="4792202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5" y="7709663"/>
            <a:ext cx="11178302" cy="2520106"/>
          </a:xfrm>
        </p:spPr>
        <p:txBody>
          <a:bodyPr/>
          <a:lstStyle>
            <a:lvl1pPr marL="0" indent="0">
              <a:buNone/>
              <a:defRPr sz="3402">
                <a:solidFill>
                  <a:schemeClr val="tx1">
                    <a:tint val="82000"/>
                  </a:schemeClr>
                </a:solidFill>
              </a:defRPr>
            </a:lvl1pPr>
            <a:lvl2pPr marL="648035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2pPr>
            <a:lvl3pPr marL="1296071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3pPr>
            <a:lvl4pPr marL="1944106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4pPr>
            <a:lvl5pPr marL="2592141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5pPr>
            <a:lvl6pPr marL="3240176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6pPr>
            <a:lvl7pPr marL="3888212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7pPr>
            <a:lvl8pPr marL="4536247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8pPr>
            <a:lvl9pPr marL="5184282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66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6" y="3066796"/>
            <a:ext cx="5508149" cy="7309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9" y="3066796"/>
            <a:ext cx="5508149" cy="7309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78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613362"/>
            <a:ext cx="11178302" cy="2226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4" y="2824120"/>
            <a:ext cx="5482835" cy="1384058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8035" indent="0">
              <a:buNone/>
              <a:defRPr sz="2835" b="1"/>
            </a:lvl2pPr>
            <a:lvl3pPr marL="1296071" indent="0">
              <a:buNone/>
              <a:defRPr sz="2551" b="1"/>
            </a:lvl3pPr>
            <a:lvl4pPr marL="1944106" indent="0">
              <a:buNone/>
              <a:defRPr sz="2268" b="1"/>
            </a:lvl4pPr>
            <a:lvl5pPr marL="2592141" indent="0">
              <a:buNone/>
              <a:defRPr sz="2268" b="1"/>
            </a:lvl5pPr>
            <a:lvl6pPr marL="3240176" indent="0">
              <a:buNone/>
              <a:defRPr sz="2268" b="1"/>
            </a:lvl6pPr>
            <a:lvl7pPr marL="3888212" indent="0">
              <a:buNone/>
              <a:defRPr sz="2268" b="1"/>
            </a:lvl7pPr>
            <a:lvl8pPr marL="4536247" indent="0">
              <a:buNone/>
              <a:defRPr sz="2268" b="1"/>
            </a:lvl8pPr>
            <a:lvl9pPr marL="5184282" indent="0">
              <a:buNone/>
              <a:defRPr sz="22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4" y="4208178"/>
            <a:ext cx="5482835" cy="61895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80" y="2824120"/>
            <a:ext cx="5509837" cy="1384058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8035" indent="0">
              <a:buNone/>
              <a:defRPr sz="2835" b="1"/>
            </a:lvl2pPr>
            <a:lvl3pPr marL="1296071" indent="0">
              <a:buNone/>
              <a:defRPr sz="2551" b="1"/>
            </a:lvl3pPr>
            <a:lvl4pPr marL="1944106" indent="0">
              <a:buNone/>
              <a:defRPr sz="2268" b="1"/>
            </a:lvl4pPr>
            <a:lvl5pPr marL="2592141" indent="0">
              <a:buNone/>
              <a:defRPr sz="2268" b="1"/>
            </a:lvl5pPr>
            <a:lvl6pPr marL="3240176" indent="0">
              <a:buNone/>
              <a:defRPr sz="2268" b="1"/>
            </a:lvl6pPr>
            <a:lvl7pPr marL="3888212" indent="0">
              <a:buNone/>
              <a:defRPr sz="2268" b="1"/>
            </a:lvl7pPr>
            <a:lvl8pPr marL="4536247" indent="0">
              <a:buNone/>
              <a:defRPr sz="2268" b="1"/>
            </a:lvl8pPr>
            <a:lvl9pPr marL="5184282" indent="0">
              <a:buNone/>
              <a:defRPr sz="22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80" y="4208178"/>
            <a:ext cx="5509837" cy="61895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1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768032"/>
            <a:ext cx="4180050" cy="2688114"/>
          </a:xfrm>
        </p:spPr>
        <p:txBody>
          <a:bodyPr anchor="b"/>
          <a:lstStyle>
            <a:lvl1pPr>
              <a:defRPr sz="4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9" y="1658744"/>
            <a:ext cx="6561177" cy="8187013"/>
          </a:xfrm>
        </p:spPr>
        <p:txBody>
          <a:bodyPr/>
          <a:lstStyle>
            <a:lvl1pPr>
              <a:defRPr sz="4536"/>
            </a:lvl1pPr>
            <a:lvl2pPr>
              <a:defRPr sz="3969"/>
            </a:lvl2pPr>
            <a:lvl3pPr>
              <a:defRPr sz="3402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3456147"/>
            <a:ext cx="4180050" cy="6402939"/>
          </a:xfrm>
        </p:spPr>
        <p:txBody>
          <a:bodyPr/>
          <a:lstStyle>
            <a:lvl1pPr marL="0" indent="0">
              <a:buNone/>
              <a:defRPr sz="2268"/>
            </a:lvl1pPr>
            <a:lvl2pPr marL="648035" indent="0">
              <a:buNone/>
              <a:defRPr sz="1984"/>
            </a:lvl2pPr>
            <a:lvl3pPr marL="1296071" indent="0">
              <a:buNone/>
              <a:defRPr sz="1701"/>
            </a:lvl3pPr>
            <a:lvl4pPr marL="1944106" indent="0">
              <a:buNone/>
              <a:defRPr sz="1417"/>
            </a:lvl4pPr>
            <a:lvl5pPr marL="2592141" indent="0">
              <a:buNone/>
              <a:defRPr sz="1417"/>
            </a:lvl5pPr>
            <a:lvl6pPr marL="3240176" indent="0">
              <a:buNone/>
              <a:defRPr sz="1417"/>
            </a:lvl6pPr>
            <a:lvl7pPr marL="3888212" indent="0">
              <a:buNone/>
              <a:defRPr sz="1417"/>
            </a:lvl7pPr>
            <a:lvl8pPr marL="4536247" indent="0">
              <a:buNone/>
              <a:defRPr sz="1417"/>
            </a:lvl8pPr>
            <a:lvl9pPr marL="5184282" indent="0">
              <a:buNone/>
              <a:defRPr sz="14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6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768032"/>
            <a:ext cx="4180050" cy="2688114"/>
          </a:xfrm>
        </p:spPr>
        <p:txBody>
          <a:bodyPr anchor="b"/>
          <a:lstStyle>
            <a:lvl1pPr>
              <a:defRPr sz="4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9" y="1658744"/>
            <a:ext cx="6561177" cy="8187013"/>
          </a:xfrm>
        </p:spPr>
        <p:txBody>
          <a:bodyPr anchor="t"/>
          <a:lstStyle>
            <a:lvl1pPr marL="0" indent="0">
              <a:buNone/>
              <a:defRPr sz="4536"/>
            </a:lvl1pPr>
            <a:lvl2pPr marL="648035" indent="0">
              <a:buNone/>
              <a:defRPr sz="3969"/>
            </a:lvl2pPr>
            <a:lvl3pPr marL="1296071" indent="0">
              <a:buNone/>
              <a:defRPr sz="3402"/>
            </a:lvl3pPr>
            <a:lvl4pPr marL="1944106" indent="0">
              <a:buNone/>
              <a:defRPr sz="2835"/>
            </a:lvl4pPr>
            <a:lvl5pPr marL="2592141" indent="0">
              <a:buNone/>
              <a:defRPr sz="2835"/>
            </a:lvl5pPr>
            <a:lvl6pPr marL="3240176" indent="0">
              <a:buNone/>
              <a:defRPr sz="2835"/>
            </a:lvl6pPr>
            <a:lvl7pPr marL="3888212" indent="0">
              <a:buNone/>
              <a:defRPr sz="2835"/>
            </a:lvl7pPr>
            <a:lvl8pPr marL="4536247" indent="0">
              <a:buNone/>
              <a:defRPr sz="2835"/>
            </a:lvl8pPr>
            <a:lvl9pPr marL="5184282" indent="0">
              <a:buNone/>
              <a:defRPr sz="283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3456147"/>
            <a:ext cx="4180050" cy="6402939"/>
          </a:xfrm>
        </p:spPr>
        <p:txBody>
          <a:bodyPr/>
          <a:lstStyle>
            <a:lvl1pPr marL="0" indent="0">
              <a:buNone/>
              <a:defRPr sz="2268"/>
            </a:lvl1pPr>
            <a:lvl2pPr marL="648035" indent="0">
              <a:buNone/>
              <a:defRPr sz="1984"/>
            </a:lvl2pPr>
            <a:lvl3pPr marL="1296071" indent="0">
              <a:buNone/>
              <a:defRPr sz="1701"/>
            </a:lvl3pPr>
            <a:lvl4pPr marL="1944106" indent="0">
              <a:buNone/>
              <a:defRPr sz="1417"/>
            </a:lvl4pPr>
            <a:lvl5pPr marL="2592141" indent="0">
              <a:buNone/>
              <a:defRPr sz="1417"/>
            </a:lvl5pPr>
            <a:lvl6pPr marL="3240176" indent="0">
              <a:buNone/>
              <a:defRPr sz="1417"/>
            </a:lvl6pPr>
            <a:lvl7pPr marL="3888212" indent="0">
              <a:buNone/>
              <a:defRPr sz="1417"/>
            </a:lvl7pPr>
            <a:lvl8pPr marL="4536247" indent="0">
              <a:buNone/>
              <a:defRPr sz="1417"/>
            </a:lvl8pPr>
            <a:lvl9pPr marL="5184282" indent="0">
              <a:buNone/>
              <a:defRPr sz="14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6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7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3" y="613363"/>
            <a:ext cx="2794575" cy="97630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5" y="613363"/>
            <a:ext cx="8221722" cy="97630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9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613362"/>
            <a:ext cx="11178302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3066796"/>
            <a:ext cx="11178302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6" y="10677792"/>
            <a:ext cx="2916079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0AFF0-F3EA-4DCF-802E-2F511665047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10677792"/>
            <a:ext cx="437411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9" y="10677792"/>
            <a:ext cx="2916079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96071" rtl="0" eaLnBrk="1" latinLnBrk="0" hangingPunct="1">
        <a:lnSpc>
          <a:spcPct val="90000"/>
        </a:lnSpc>
        <a:spcBef>
          <a:spcPct val="0"/>
        </a:spcBef>
        <a:buNone/>
        <a:defRPr sz="62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18" indent="-324018" algn="l" defTabSz="1296071" rtl="0" eaLnBrk="1" latinLnBrk="0" hangingPunct="1">
        <a:lnSpc>
          <a:spcPct val="90000"/>
        </a:lnSpc>
        <a:spcBef>
          <a:spcPts val="1417"/>
        </a:spcBef>
        <a:buFont typeface="Arial" panose="020B0604020202020204" pitchFamily="34" charset="0"/>
        <a:buChar char="•"/>
        <a:defRPr sz="3969" kern="1200">
          <a:solidFill>
            <a:schemeClr val="tx1"/>
          </a:solidFill>
          <a:latin typeface="+mn-lt"/>
          <a:ea typeface="+mn-ea"/>
          <a:cs typeface="+mn-cs"/>
        </a:defRPr>
      </a:lvl1pPr>
      <a:lvl2pPr marL="972053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620088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268123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916159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564194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4212229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860265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508300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8035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6071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4106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2141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40176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8212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6247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4282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656B08-1A3E-FD9B-4027-02DF5277B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632920"/>
              </p:ext>
            </p:extLst>
          </p:nvPr>
        </p:nvGraphicFramePr>
        <p:xfrm>
          <a:off x="1286245" y="43599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BDF3E8-022C-04DF-44FA-BEA3AEE86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450525"/>
              </p:ext>
            </p:extLst>
          </p:nvPr>
        </p:nvGraphicFramePr>
        <p:xfrm>
          <a:off x="670538" y="1521879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448910-36FF-3999-BFC6-B5FCB2F7D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349334"/>
              </p:ext>
            </p:extLst>
          </p:nvPr>
        </p:nvGraphicFramePr>
        <p:xfrm>
          <a:off x="2895769" y="1521879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0" name="Arc 19">
            <a:extLst>
              <a:ext uri="{FF2B5EF4-FFF2-40B4-BE49-F238E27FC236}">
                <a16:creationId xmlns:a16="http://schemas.microsoft.com/office/drawing/2014/main" id="{B8C0B4EA-72E0-E77F-83FF-97687CFB76EC}"/>
              </a:ext>
            </a:extLst>
          </p:cNvPr>
          <p:cNvSpPr/>
          <p:nvPr/>
        </p:nvSpPr>
        <p:spPr>
          <a:xfrm rot="16424262">
            <a:off x="2560208" y="839701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6F8B9E-1AF4-DD89-64B3-5350AA1D5BA2}"/>
              </a:ext>
            </a:extLst>
          </p:cNvPr>
          <p:cNvSpPr txBox="1"/>
          <p:nvPr/>
        </p:nvSpPr>
        <p:spPr>
          <a:xfrm>
            <a:off x="1612718" y="2482239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2650E6E-7A66-D5B2-6FA2-B3EBA09DBF47}"/>
              </a:ext>
            </a:extLst>
          </p:cNvPr>
          <p:cNvCxnSpPr/>
          <p:nvPr/>
        </p:nvCxnSpPr>
        <p:spPr>
          <a:xfrm flipV="1">
            <a:off x="958488" y="1172150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949A91-0912-9679-53B7-6D69C6C5E5D8}"/>
              </a:ext>
            </a:extLst>
          </p:cNvPr>
          <p:cNvCxnSpPr>
            <a:cxnSpLocks/>
          </p:cNvCxnSpPr>
          <p:nvPr/>
        </p:nvCxnSpPr>
        <p:spPr>
          <a:xfrm flipV="1">
            <a:off x="963322" y="1485789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22DCC62-348B-5108-32B5-B8F5ADC9D325}"/>
              </a:ext>
            </a:extLst>
          </p:cNvPr>
          <p:cNvCxnSpPr>
            <a:cxnSpLocks/>
          </p:cNvCxnSpPr>
          <p:nvPr/>
        </p:nvCxnSpPr>
        <p:spPr>
          <a:xfrm>
            <a:off x="979864" y="1778999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907D39A-E935-48AF-D072-12EFC4333960}"/>
              </a:ext>
            </a:extLst>
          </p:cNvPr>
          <p:cNvCxnSpPr>
            <a:cxnSpLocks/>
          </p:cNvCxnSpPr>
          <p:nvPr/>
        </p:nvCxnSpPr>
        <p:spPr>
          <a:xfrm>
            <a:off x="975430" y="1842356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5AD4C51-FCBB-37CD-9EF5-455EDAE3DFC0}"/>
              </a:ext>
            </a:extLst>
          </p:cNvPr>
          <p:cNvCxnSpPr>
            <a:cxnSpLocks/>
          </p:cNvCxnSpPr>
          <p:nvPr/>
        </p:nvCxnSpPr>
        <p:spPr>
          <a:xfrm>
            <a:off x="2606335" y="1268539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AC89BD3-7B34-3601-7B62-3FA2BC8423EF}"/>
              </a:ext>
            </a:extLst>
          </p:cNvPr>
          <p:cNvCxnSpPr>
            <a:cxnSpLocks/>
          </p:cNvCxnSpPr>
          <p:nvPr/>
        </p:nvCxnSpPr>
        <p:spPr>
          <a:xfrm>
            <a:off x="2619582" y="1521165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63D5774-54F5-159A-5008-31CD47E07BE9}"/>
              </a:ext>
            </a:extLst>
          </p:cNvPr>
          <p:cNvCxnSpPr>
            <a:cxnSpLocks/>
          </p:cNvCxnSpPr>
          <p:nvPr/>
        </p:nvCxnSpPr>
        <p:spPr>
          <a:xfrm>
            <a:off x="2612153" y="1799051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42AC793-5C63-67E6-F4BB-B17513F88450}"/>
              </a:ext>
            </a:extLst>
          </p:cNvPr>
          <p:cNvCxnSpPr>
            <a:cxnSpLocks/>
          </p:cNvCxnSpPr>
          <p:nvPr/>
        </p:nvCxnSpPr>
        <p:spPr>
          <a:xfrm flipH="1">
            <a:off x="2636885" y="1870223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F69EDCC3-33F0-2E54-5852-A0662D8DB672}"/>
              </a:ext>
            </a:extLst>
          </p:cNvPr>
          <p:cNvSpPr txBox="1"/>
          <p:nvPr/>
        </p:nvSpPr>
        <p:spPr>
          <a:xfrm>
            <a:off x="139290" y="1936870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D44F12E-4A1E-F87B-262B-AE713867DC32}"/>
              </a:ext>
            </a:extLst>
          </p:cNvPr>
          <p:cNvSpPr txBox="1"/>
          <p:nvPr/>
        </p:nvSpPr>
        <p:spPr>
          <a:xfrm>
            <a:off x="2666502" y="1930458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graphicFrame>
        <p:nvGraphicFramePr>
          <p:cNvPr id="221" name="Table 220">
            <a:extLst>
              <a:ext uri="{FF2B5EF4-FFF2-40B4-BE49-F238E27FC236}">
                <a16:creationId xmlns:a16="http://schemas.microsoft.com/office/drawing/2014/main" id="{37A0FB98-36EC-6B8C-9D5C-5AE66D8B4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42750"/>
              </p:ext>
            </p:extLst>
          </p:nvPr>
        </p:nvGraphicFramePr>
        <p:xfrm>
          <a:off x="5487488" y="43599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22" name="Table 221">
            <a:extLst>
              <a:ext uri="{FF2B5EF4-FFF2-40B4-BE49-F238E27FC236}">
                <a16:creationId xmlns:a16="http://schemas.microsoft.com/office/drawing/2014/main" id="{DA06AEF5-EC48-7843-38B4-2B7FBD11A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977626"/>
              </p:ext>
            </p:extLst>
          </p:nvPr>
        </p:nvGraphicFramePr>
        <p:xfrm>
          <a:off x="4871781" y="1521879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23" name="Table 222">
            <a:extLst>
              <a:ext uri="{FF2B5EF4-FFF2-40B4-BE49-F238E27FC236}">
                <a16:creationId xmlns:a16="http://schemas.microsoft.com/office/drawing/2014/main" id="{532E6AF9-771A-5422-D0F2-42B0D9BF8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713542"/>
              </p:ext>
            </p:extLst>
          </p:nvPr>
        </p:nvGraphicFramePr>
        <p:xfrm>
          <a:off x="7097012" y="1521879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24" name="Arc 223">
            <a:extLst>
              <a:ext uri="{FF2B5EF4-FFF2-40B4-BE49-F238E27FC236}">
                <a16:creationId xmlns:a16="http://schemas.microsoft.com/office/drawing/2014/main" id="{F43D02F3-EE40-A41C-7E32-26BEB3AC900A}"/>
              </a:ext>
            </a:extLst>
          </p:cNvPr>
          <p:cNvSpPr/>
          <p:nvPr/>
        </p:nvSpPr>
        <p:spPr>
          <a:xfrm rot="16424262">
            <a:off x="6761451" y="839701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60458D2-4C60-51AC-B1B3-15F3CB8DCD3E}"/>
              </a:ext>
            </a:extLst>
          </p:cNvPr>
          <p:cNvSpPr txBox="1"/>
          <p:nvPr/>
        </p:nvSpPr>
        <p:spPr>
          <a:xfrm>
            <a:off x="5813961" y="2482239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A405B3F5-8EA9-503C-E8A7-5B60CB085022}"/>
              </a:ext>
            </a:extLst>
          </p:cNvPr>
          <p:cNvCxnSpPr/>
          <p:nvPr/>
        </p:nvCxnSpPr>
        <p:spPr>
          <a:xfrm flipV="1">
            <a:off x="5159731" y="1172150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04CE83B0-FD23-F369-FF2D-02F1B050CBF0}"/>
              </a:ext>
            </a:extLst>
          </p:cNvPr>
          <p:cNvCxnSpPr>
            <a:cxnSpLocks/>
          </p:cNvCxnSpPr>
          <p:nvPr/>
        </p:nvCxnSpPr>
        <p:spPr>
          <a:xfrm flipV="1">
            <a:off x="5164565" y="1485789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BAA6925D-C710-86E4-FB49-D991422FB753}"/>
              </a:ext>
            </a:extLst>
          </p:cNvPr>
          <p:cNvCxnSpPr>
            <a:cxnSpLocks/>
          </p:cNvCxnSpPr>
          <p:nvPr/>
        </p:nvCxnSpPr>
        <p:spPr>
          <a:xfrm>
            <a:off x="5181107" y="1778999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A39282EF-D700-4845-440A-221A3CFCFB78}"/>
              </a:ext>
            </a:extLst>
          </p:cNvPr>
          <p:cNvCxnSpPr>
            <a:cxnSpLocks/>
          </p:cNvCxnSpPr>
          <p:nvPr/>
        </p:nvCxnSpPr>
        <p:spPr>
          <a:xfrm>
            <a:off x="5176673" y="1842356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A50CFA7B-1ADC-7EA4-CEA2-608C3C7F4458}"/>
              </a:ext>
            </a:extLst>
          </p:cNvPr>
          <p:cNvCxnSpPr>
            <a:cxnSpLocks/>
          </p:cNvCxnSpPr>
          <p:nvPr/>
        </p:nvCxnSpPr>
        <p:spPr>
          <a:xfrm>
            <a:off x="6807578" y="1268539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DFB49F0F-A5A8-16FF-9212-1620E680CFDF}"/>
              </a:ext>
            </a:extLst>
          </p:cNvPr>
          <p:cNvCxnSpPr>
            <a:cxnSpLocks/>
          </p:cNvCxnSpPr>
          <p:nvPr/>
        </p:nvCxnSpPr>
        <p:spPr>
          <a:xfrm>
            <a:off x="6820825" y="1521165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17A719B1-5E4C-58CE-4F0F-AF6FF4520D71}"/>
              </a:ext>
            </a:extLst>
          </p:cNvPr>
          <p:cNvCxnSpPr>
            <a:cxnSpLocks/>
          </p:cNvCxnSpPr>
          <p:nvPr/>
        </p:nvCxnSpPr>
        <p:spPr>
          <a:xfrm>
            <a:off x="6813396" y="1799051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6BFD05F5-3B84-452B-BA0B-44D3A38B5EF3}"/>
              </a:ext>
            </a:extLst>
          </p:cNvPr>
          <p:cNvCxnSpPr>
            <a:cxnSpLocks/>
          </p:cNvCxnSpPr>
          <p:nvPr/>
        </p:nvCxnSpPr>
        <p:spPr>
          <a:xfrm flipH="1">
            <a:off x="6838128" y="1870223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2B79DB2E-F9B9-EAAD-E692-9172627058C2}"/>
              </a:ext>
            </a:extLst>
          </p:cNvPr>
          <p:cNvSpPr txBox="1"/>
          <p:nvPr/>
        </p:nvSpPr>
        <p:spPr>
          <a:xfrm>
            <a:off x="4298004" y="1936870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3B2086A-F705-D18B-C488-4B3840E5D12B}"/>
              </a:ext>
            </a:extLst>
          </p:cNvPr>
          <p:cNvSpPr txBox="1"/>
          <p:nvPr/>
        </p:nvSpPr>
        <p:spPr>
          <a:xfrm>
            <a:off x="6899644" y="1962357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graphicFrame>
        <p:nvGraphicFramePr>
          <p:cNvPr id="236" name="Table 235">
            <a:extLst>
              <a:ext uri="{FF2B5EF4-FFF2-40B4-BE49-F238E27FC236}">
                <a16:creationId xmlns:a16="http://schemas.microsoft.com/office/drawing/2014/main" id="{91A60F46-0731-63C8-11F6-A9597C044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993931"/>
              </p:ext>
            </p:extLst>
          </p:nvPr>
        </p:nvGraphicFramePr>
        <p:xfrm>
          <a:off x="10105923" y="-9377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37" name="Table 236">
            <a:extLst>
              <a:ext uri="{FF2B5EF4-FFF2-40B4-BE49-F238E27FC236}">
                <a16:creationId xmlns:a16="http://schemas.microsoft.com/office/drawing/2014/main" id="{50315286-D4F7-DED4-D6A5-7F888E125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198611"/>
              </p:ext>
            </p:extLst>
          </p:nvPr>
        </p:nvGraphicFramePr>
        <p:xfrm>
          <a:off x="9490216" y="1468903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38" name="Table 237">
            <a:extLst>
              <a:ext uri="{FF2B5EF4-FFF2-40B4-BE49-F238E27FC236}">
                <a16:creationId xmlns:a16="http://schemas.microsoft.com/office/drawing/2014/main" id="{2A460D4C-B448-F694-4EFE-55B479426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690744"/>
              </p:ext>
            </p:extLst>
          </p:nvPr>
        </p:nvGraphicFramePr>
        <p:xfrm>
          <a:off x="11715447" y="1468903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39" name="Arc 238">
            <a:extLst>
              <a:ext uri="{FF2B5EF4-FFF2-40B4-BE49-F238E27FC236}">
                <a16:creationId xmlns:a16="http://schemas.microsoft.com/office/drawing/2014/main" id="{702C847D-6C42-F63F-F294-594FAD5F056B}"/>
              </a:ext>
            </a:extLst>
          </p:cNvPr>
          <p:cNvSpPr/>
          <p:nvPr/>
        </p:nvSpPr>
        <p:spPr>
          <a:xfrm rot="16424262">
            <a:off x="11379886" y="786725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A0C76A4-C391-F034-1B7B-F0370D04A66D}"/>
              </a:ext>
            </a:extLst>
          </p:cNvPr>
          <p:cNvSpPr txBox="1"/>
          <p:nvPr/>
        </p:nvSpPr>
        <p:spPr>
          <a:xfrm>
            <a:off x="10432396" y="2429263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F8033A09-EDF5-FD40-FF25-D57CF255BFC2}"/>
              </a:ext>
            </a:extLst>
          </p:cNvPr>
          <p:cNvCxnSpPr/>
          <p:nvPr/>
        </p:nvCxnSpPr>
        <p:spPr>
          <a:xfrm flipV="1">
            <a:off x="9778166" y="1119174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0318392F-B130-CCA4-CAA7-EBAE7BB6BF71}"/>
              </a:ext>
            </a:extLst>
          </p:cNvPr>
          <p:cNvCxnSpPr>
            <a:cxnSpLocks/>
          </p:cNvCxnSpPr>
          <p:nvPr/>
        </p:nvCxnSpPr>
        <p:spPr>
          <a:xfrm flipV="1">
            <a:off x="9783000" y="1432813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70F2FE8-9AC5-86E2-2011-D982A17C6E92}"/>
              </a:ext>
            </a:extLst>
          </p:cNvPr>
          <p:cNvCxnSpPr>
            <a:cxnSpLocks/>
          </p:cNvCxnSpPr>
          <p:nvPr/>
        </p:nvCxnSpPr>
        <p:spPr>
          <a:xfrm>
            <a:off x="9799542" y="1726023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B4DDC0D6-336C-BD8C-289F-C916C89E8464}"/>
              </a:ext>
            </a:extLst>
          </p:cNvPr>
          <p:cNvCxnSpPr>
            <a:cxnSpLocks/>
          </p:cNvCxnSpPr>
          <p:nvPr/>
        </p:nvCxnSpPr>
        <p:spPr>
          <a:xfrm>
            <a:off x="9795108" y="1789380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D3970B6D-BB4D-BEE8-6F33-FE327A64468B}"/>
              </a:ext>
            </a:extLst>
          </p:cNvPr>
          <p:cNvCxnSpPr>
            <a:cxnSpLocks/>
          </p:cNvCxnSpPr>
          <p:nvPr/>
        </p:nvCxnSpPr>
        <p:spPr>
          <a:xfrm>
            <a:off x="11426013" y="1215563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F2210D7B-F95D-6688-F1AA-957B5F830E41}"/>
              </a:ext>
            </a:extLst>
          </p:cNvPr>
          <p:cNvCxnSpPr>
            <a:cxnSpLocks/>
          </p:cNvCxnSpPr>
          <p:nvPr/>
        </p:nvCxnSpPr>
        <p:spPr>
          <a:xfrm>
            <a:off x="11439260" y="1468189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8C5D9D0B-F53D-282F-E983-02D90BFBA34B}"/>
              </a:ext>
            </a:extLst>
          </p:cNvPr>
          <p:cNvCxnSpPr>
            <a:cxnSpLocks/>
          </p:cNvCxnSpPr>
          <p:nvPr/>
        </p:nvCxnSpPr>
        <p:spPr>
          <a:xfrm>
            <a:off x="11431831" y="1746075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BAE8C1CE-867E-0EC7-F540-CCC29C9AB845}"/>
              </a:ext>
            </a:extLst>
          </p:cNvPr>
          <p:cNvCxnSpPr>
            <a:cxnSpLocks/>
          </p:cNvCxnSpPr>
          <p:nvPr/>
        </p:nvCxnSpPr>
        <p:spPr>
          <a:xfrm flipH="1">
            <a:off x="11456563" y="1817247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5E99A0B2-A17A-F21F-1175-48DF0B321482}"/>
              </a:ext>
            </a:extLst>
          </p:cNvPr>
          <p:cNvSpPr txBox="1"/>
          <p:nvPr/>
        </p:nvSpPr>
        <p:spPr>
          <a:xfrm>
            <a:off x="8884542" y="1883894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C85D3FA-D616-21CA-3F0F-D0FB6AD4421B}"/>
              </a:ext>
            </a:extLst>
          </p:cNvPr>
          <p:cNvSpPr txBox="1"/>
          <p:nvPr/>
        </p:nvSpPr>
        <p:spPr>
          <a:xfrm>
            <a:off x="11518079" y="1898748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graphicFrame>
        <p:nvGraphicFramePr>
          <p:cNvPr id="251" name="Table 250">
            <a:extLst>
              <a:ext uri="{FF2B5EF4-FFF2-40B4-BE49-F238E27FC236}">
                <a16:creationId xmlns:a16="http://schemas.microsoft.com/office/drawing/2014/main" id="{8B64E6D2-D86D-69D4-7204-9F4A4065E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501869"/>
              </p:ext>
            </p:extLst>
          </p:nvPr>
        </p:nvGraphicFramePr>
        <p:xfrm>
          <a:off x="1332817" y="4099738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52" name="Table 251">
            <a:extLst>
              <a:ext uri="{FF2B5EF4-FFF2-40B4-BE49-F238E27FC236}">
                <a16:creationId xmlns:a16="http://schemas.microsoft.com/office/drawing/2014/main" id="{AF168266-6025-B02E-D1AD-B461D180C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277412"/>
              </p:ext>
            </p:extLst>
          </p:nvPr>
        </p:nvGraphicFramePr>
        <p:xfrm>
          <a:off x="717110" y="5578018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53" name="Table 252">
            <a:extLst>
              <a:ext uri="{FF2B5EF4-FFF2-40B4-BE49-F238E27FC236}">
                <a16:creationId xmlns:a16="http://schemas.microsoft.com/office/drawing/2014/main" id="{A696CE48-4852-2182-3BA9-D56CDBAFC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890624"/>
              </p:ext>
            </p:extLst>
          </p:nvPr>
        </p:nvGraphicFramePr>
        <p:xfrm>
          <a:off x="2942341" y="5578018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54" name="Arc 253">
            <a:extLst>
              <a:ext uri="{FF2B5EF4-FFF2-40B4-BE49-F238E27FC236}">
                <a16:creationId xmlns:a16="http://schemas.microsoft.com/office/drawing/2014/main" id="{1C813289-E6B6-083F-F076-1F07EF6FE304}"/>
              </a:ext>
            </a:extLst>
          </p:cNvPr>
          <p:cNvSpPr/>
          <p:nvPr/>
        </p:nvSpPr>
        <p:spPr>
          <a:xfrm rot="16424262">
            <a:off x="2606780" y="4895840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4CF63DBA-308E-EA1B-EB4C-5BB413B81D22}"/>
              </a:ext>
            </a:extLst>
          </p:cNvPr>
          <p:cNvSpPr txBox="1"/>
          <p:nvPr/>
        </p:nvSpPr>
        <p:spPr>
          <a:xfrm>
            <a:off x="1776251" y="6541566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F826849B-C90F-807B-F3F2-8165551DFE1C}"/>
              </a:ext>
            </a:extLst>
          </p:cNvPr>
          <p:cNvCxnSpPr/>
          <p:nvPr/>
        </p:nvCxnSpPr>
        <p:spPr>
          <a:xfrm flipV="1">
            <a:off x="1005060" y="5228289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5F8730E0-0933-C673-33C0-D52A9AC78699}"/>
              </a:ext>
            </a:extLst>
          </p:cNvPr>
          <p:cNvCxnSpPr>
            <a:cxnSpLocks/>
          </p:cNvCxnSpPr>
          <p:nvPr/>
        </p:nvCxnSpPr>
        <p:spPr>
          <a:xfrm flipV="1">
            <a:off x="1009894" y="5541928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BE1BBFAC-CCD2-52B3-EB7C-4CA23718B993}"/>
              </a:ext>
            </a:extLst>
          </p:cNvPr>
          <p:cNvCxnSpPr>
            <a:cxnSpLocks/>
          </p:cNvCxnSpPr>
          <p:nvPr/>
        </p:nvCxnSpPr>
        <p:spPr>
          <a:xfrm>
            <a:off x="1026436" y="5835138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B5357EF7-E4DA-638B-304C-AC5112748187}"/>
              </a:ext>
            </a:extLst>
          </p:cNvPr>
          <p:cNvCxnSpPr>
            <a:cxnSpLocks/>
          </p:cNvCxnSpPr>
          <p:nvPr/>
        </p:nvCxnSpPr>
        <p:spPr>
          <a:xfrm>
            <a:off x="1022002" y="5898495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7BF5A32F-FC50-D2C3-F691-BF9EFFBD477F}"/>
              </a:ext>
            </a:extLst>
          </p:cNvPr>
          <p:cNvCxnSpPr>
            <a:cxnSpLocks/>
          </p:cNvCxnSpPr>
          <p:nvPr/>
        </p:nvCxnSpPr>
        <p:spPr>
          <a:xfrm>
            <a:off x="2652907" y="5324678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BF1107FA-A5B0-BC41-D74D-7FFC93E522FA}"/>
              </a:ext>
            </a:extLst>
          </p:cNvPr>
          <p:cNvCxnSpPr>
            <a:cxnSpLocks/>
          </p:cNvCxnSpPr>
          <p:nvPr/>
        </p:nvCxnSpPr>
        <p:spPr>
          <a:xfrm>
            <a:off x="2666154" y="5577304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26727490-F5D4-9A47-0992-E6C2B0FFB4FB}"/>
              </a:ext>
            </a:extLst>
          </p:cNvPr>
          <p:cNvCxnSpPr>
            <a:cxnSpLocks/>
          </p:cNvCxnSpPr>
          <p:nvPr/>
        </p:nvCxnSpPr>
        <p:spPr>
          <a:xfrm>
            <a:off x="2658725" y="5855190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28A54DB8-D687-4FC6-1DAB-3070E6DCC17E}"/>
              </a:ext>
            </a:extLst>
          </p:cNvPr>
          <p:cNvCxnSpPr>
            <a:cxnSpLocks/>
          </p:cNvCxnSpPr>
          <p:nvPr/>
        </p:nvCxnSpPr>
        <p:spPr>
          <a:xfrm flipH="1">
            <a:off x="2683457" y="5926362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982FC12F-8C30-956E-BB72-89110B7510D2}"/>
              </a:ext>
            </a:extLst>
          </p:cNvPr>
          <p:cNvSpPr txBox="1"/>
          <p:nvPr/>
        </p:nvSpPr>
        <p:spPr>
          <a:xfrm>
            <a:off x="132699" y="5983071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6EAAC23B-0841-5DB1-653F-85BD1E57FFF7}"/>
              </a:ext>
            </a:extLst>
          </p:cNvPr>
          <p:cNvSpPr txBox="1"/>
          <p:nvPr/>
        </p:nvSpPr>
        <p:spPr>
          <a:xfrm>
            <a:off x="2713074" y="5986597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graphicFrame>
        <p:nvGraphicFramePr>
          <p:cNvPr id="266" name="Table 265">
            <a:extLst>
              <a:ext uri="{FF2B5EF4-FFF2-40B4-BE49-F238E27FC236}">
                <a16:creationId xmlns:a16="http://schemas.microsoft.com/office/drawing/2014/main" id="{4F61EC3D-6150-C88E-BAC4-68E84E5C4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674807"/>
              </p:ext>
            </p:extLst>
          </p:nvPr>
        </p:nvGraphicFramePr>
        <p:xfrm>
          <a:off x="5534060" y="4099738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67" name="Table 266">
            <a:extLst>
              <a:ext uri="{FF2B5EF4-FFF2-40B4-BE49-F238E27FC236}">
                <a16:creationId xmlns:a16="http://schemas.microsoft.com/office/drawing/2014/main" id="{E5C38A55-3343-7215-7BF1-85ADE19B0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208160"/>
              </p:ext>
            </p:extLst>
          </p:nvPr>
        </p:nvGraphicFramePr>
        <p:xfrm>
          <a:off x="4918353" y="5578018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68" name="Table 267">
            <a:extLst>
              <a:ext uri="{FF2B5EF4-FFF2-40B4-BE49-F238E27FC236}">
                <a16:creationId xmlns:a16="http://schemas.microsoft.com/office/drawing/2014/main" id="{48724AF0-31CC-992B-C679-0FF9FC2C0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41329"/>
              </p:ext>
            </p:extLst>
          </p:nvPr>
        </p:nvGraphicFramePr>
        <p:xfrm>
          <a:off x="7143584" y="5578018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69" name="Arc 268">
            <a:extLst>
              <a:ext uri="{FF2B5EF4-FFF2-40B4-BE49-F238E27FC236}">
                <a16:creationId xmlns:a16="http://schemas.microsoft.com/office/drawing/2014/main" id="{2A84BFB6-FB42-AAA3-3B5F-45FAD87B641B}"/>
              </a:ext>
            </a:extLst>
          </p:cNvPr>
          <p:cNvSpPr/>
          <p:nvPr/>
        </p:nvSpPr>
        <p:spPr>
          <a:xfrm rot="16424262">
            <a:off x="6808023" y="4895840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3376F2FD-F713-17D5-B009-3CF4CB6F04D5}"/>
              </a:ext>
            </a:extLst>
          </p:cNvPr>
          <p:cNvSpPr txBox="1"/>
          <p:nvPr/>
        </p:nvSpPr>
        <p:spPr>
          <a:xfrm>
            <a:off x="5977494" y="6541566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66B1CE9A-B041-08B1-7348-AF0667A4DED2}"/>
              </a:ext>
            </a:extLst>
          </p:cNvPr>
          <p:cNvCxnSpPr/>
          <p:nvPr/>
        </p:nvCxnSpPr>
        <p:spPr>
          <a:xfrm flipV="1">
            <a:off x="5206303" y="5228289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754E9ECC-E40F-569D-9101-FBC7FF595AB2}"/>
              </a:ext>
            </a:extLst>
          </p:cNvPr>
          <p:cNvCxnSpPr>
            <a:cxnSpLocks/>
          </p:cNvCxnSpPr>
          <p:nvPr/>
        </p:nvCxnSpPr>
        <p:spPr>
          <a:xfrm flipV="1">
            <a:off x="5211137" y="5541928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41692783-3828-0357-C7A5-546CE81DF305}"/>
              </a:ext>
            </a:extLst>
          </p:cNvPr>
          <p:cNvCxnSpPr>
            <a:cxnSpLocks/>
          </p:cNvCxnSpPr>
          <p:nvPr/>
        </p:nvCxnSpPr>
        <p:spPr>
          <a:xfrm>
            <a:off x="5227679" y="5835138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7657DF1F-D968-E565-7FCD-6D14472FC8CE}"/>
              </a:ext>
            </a:extLst>
          </p:cNvPr>
          <p:cNvCxnSpPr>
            <a:cxnSpLocks/>
          </p:cNvCxnSpPr>
          <p:nvPr/>
        </p:nvCxnSpPr>
        <p:spPr>
          <a:xfrm>
            <a:off x="5223245" y="5898495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93C3D4AA-A890-1088-82D5-8AAB12DC52AB}"/>
              </a:ext>
            </a:extLst>
          </p:cNvPr>
          <p:cNvCxnSpPr>
            <a:cxnSpLocks/>
          </p:cNvCxnSpPr>
          <p:nvPr/>
        </p:nvCxnSpPr>
        <p:spPr>
          <a:xfrm>
            <a:off x="6854150" y="5324678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42A607B1-1293-0F40-5EB9-54A39AD119D4}"/>
              </a:ext>
            </a:extLst>
          </p:cNvPr>
          <p:cNvCxnSpPr>
            <a:cxnSpLocks/>
          </p:cNvCxnSpPr>
          <p:nvPr/>
        </p:nvCxnSpPr>
        <p:spPr>
          <a:xfrm>
            <a:off x="6867397" y="5577304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F98A6438-F13F-5E7B-E7D5-20653D52E9D5}"/>
              </a:ext>
            </a:extLst>
          </p:cNvPr>
          <p:cNvCxnSpPr>
            <a:cxnSpLocks/>
          </p:cNvCxnSpPr>
          <p:nvPr/>
        </p:nvCxnSpPr>
        <p:spPr>
          <a:xfrm>
            <a:off x="6859968" y="5855190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6F36CEF5-47E9-EB0D-8E6E-6B395290D0C8}"/>
              </a:ext>
            </a:extLst>
          </p:cNvPr>
          <p:cNvCxnSpPr>
            <a:cxnSpLocks/>
          </p:cNvCxnSpPr>
          <p:nvPr/>
        </p:nvCxnSpPr>
        <p:spPr>
          <a:xfrm flipH="1">
            <a:off x="6884700" y="5926362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59142189-E6E7-0948-B64A-DE8A3C39AE4E}"/>
              </a:ext>
            </a:extLst>
          </p:cNvPr>
          <p:cNvSpPr txBox="1"/>
          <p:nvPr/>
        </p:nvSpPr>
        <p:spPr>
          <a:xfrm>
            <a:off x="4344576" y="5993009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7508BC9-CC81-8B36-DEAA-8E0E6B0B156C}"/>
              </a:ext>
            </a:extLst>
          </p:cNvPr>
          <p:cNvSpPr txBox="1"/>
          <p:nvPr/>
        </p:nvSpPr>
        <p:spPr>
          <a:xfrm>
            <a:off x="6946216" y="6018496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graphicFrame>
        <p:nvGraphicFramePr>
          <p:cNvPr id="281" name="Table 280">
            <a:extLst>
              <a:ext uri="{FF2B5EF4-FFF2-40B4-BE49-F238E27FC236}">
                <a16:creationId xmlns:a16="http://schemas.microsoft.com/office/drawing/2014/main" id="{B3497606-827C-FB3C-78C7-9A5D5093D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241228"/>
              </p:ext>
            </p:extLst>
          </p:nvPr>
        </p:nvGraphicFramePr>
        <p:xfrm>
          <a:off x="10152495" y="4046762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82" name="Table 281">
            <a:extLst>
              <a:ext uri="{FF2B5EF4-FFF2-40B4-BE49-F238E27FC236}">
                <a16:creationId xmlns:a16="http://schemas.microsoft.com/office/drawing/2014/main" id="{86BBE56A-C3C9-91E0-FF65-06B764C6A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72417"/>
              </p:ext>
            </p:extLst>
          </p:nvPr>
        </p:nvGraphicFramePr>
        <p:xfrm>
          <a:off x="9536788" y="5525042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83" name="Table 282">
            <a:extLst>
              <a:ext uri="{FF2B5EF4-FFF2-40B4-BE49-F238E27FC236}">
                <a16:creationId xmlns:a16="http://schemas.microsoft.com/office/drawing/2014/main" id="{509D3C8A-2ADE-22F5-5CB5-EA5A45D6D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552187"/>
              </p:ext>
            </p:extLst>
          </p:nvPr>
        </p:nvGraphicFramePr>
        <p:xfrm>
          <a:off x="11762019" y="5525042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84" name="Arc 283">
            <a:extLst>
              <a:ext uri="{FF2B5EF4-FFF2-40B4-BE49-F238E27FC236}">
                <a16:creationId xmlns:a16="http://schemas.microsoft.com/office/drawing/2014/main" id="{2DE0E663-57FA-4661-D3BE-451E5E9C0D1C}"/>
              </a:ext>
            </a:extLst>
          </p:cNvPr>
          <p:cNvSpPr/>
          <p:nvPr/>
        </p:nvSpPr>
        <p:spPr>
          <a:xfrm rot="16424262">
            <a:off x="11426458" y="4842864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E3FCC467-80E7-5170-A304-2105785B8727}"/>
              </a:ext>
            </a:extLst>
          </p:cNvPr>
          <p:cNvSpPr txBox="1"/>
          <p:nvPr/>
        </p:nvSpPr>
        <p:spPr>
          <a:xfrm>
            <a:off x="10595929" y="6488590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46908B9B-90E2-6D65-3C5B-09673F4F476B}"/>
              </a:ext>
            </a:extLst>
          </p:cNvPr>
          <p:cNvCxnSpPr/>
          <p:nvPr/>
        </p:nvCxnSpPr>
        <p:spPr>
          <a:xfrm flipV="1">
            <a:off x="9824738" y="5175313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68414B58-8743-0563-4BF2-5A6AF52A847B}"/>
              </a:ext>
            </a:extLst>
          </p:cNvPr>
          <p:cNvCxnSpPr>
            <a:cxnSpLocks/>
          </p:cNvCxnSpPr>
          <p:nvPr/>
        </p:nvCxnSpPr>
        <p:spPr>
          <a:xfrm flipV="1">
            <a:off x="9829572" y="5488952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95D06BAA-B7EB-BF08-738D-76452E415F98}"/>
              </a:ext>
            </a:extLst>
          </p:cNvPr>
          <p:cNvCxnSpPr>
            <a:cxnSpLocks/>
          </p:cNvCxnSpPr>
          <p:nvPr/>
        </p:nvCxnSpPr>
        <p:spPr>
          <a:xfrm>
            <a:off x="9846114" y="5782162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515DBCD6-A12E-9FE0-07E6-4AFF342E765E}"/>
              </a:ext>
            </a:extLst>
          </p:cNvPr>
          <p:cNvCxnSpPr>
            <a:cxnSpLocks/>
          </p:cNvCxnSpPr>
          <p:nvPr/>
        </p:nvCxnSpPr>
        <p:spPr>
          <a:xfrm>
            <a:off x="9841680" y="5845519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A370CEEE-2B75-4849-F665-EB71753A5C8A}"/>
              </a:ext>
            </a:extLst>
          </p:cNvPr>
          <p:cNvCxnSpPr>
            <a:cxnSpLocks/>
          </p:cNvCxnSpPr>
          <p:nvPr/>
        </p:nvCxnSpPr>
        <p:spPr>
          <a:xfrm>
            <a:off x="11472585" y="5271702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C462887A-28B5-C1A2-12E4-E26EBAA40668}"/>
              </a:ext>
            </a:extLst>
          </p:cNvPr>
          <p:cNvCxnSpPr>
            <a:cxnSpLocks/>
          </p:cNvCxnSpPr>
          <p:nvPr/>
        </p:nvCxnSpPr>
        <p:spPr>
          <a:xfrm>
            <a:off x="11485832" y="5524328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72CE3AE2-9A2E-BF0C-3297-2333D5800D69}"/>
              </a:ext>
            </a:extLst>
          </p:cNvPr>
          <p:cNvCxnSpPr>
            <a:cxnSpLocks/>
          </p:cNvCxnSpPr>
          <p:nvPr/>
        </p:nvCxnSpPr>
        <p:spPr>
          <a:xfrm>
            <a:off x="11478403" y="5802214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97B96FF4-33E4-C1E0-8910-52BE3B5533F4}"/>
              </a:ext>
            </a:extLst>
          </p:cNvPr>
          <p:cNvCxnSpPr>
            <a:cxnSpLocks/>
          </p:cNvCxnSpPr>
          <p:nvPr/>
        </p:nvCxnSpPr>
        <p:spPr>
          <a:xfrm flipH="1">
            <a:off x="11503135" y="5873386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6C4CC816-3BA5-2903-C721-235AA0F84DC6}"/>
              </a:ext>
            </a:extLst>
          </p:cNvPr>
          <p:cNvSpPr txBox="1"/>
          <p:nvPr/>
        </p:nvSpPr>
        <p:spPr>
          <a:xfrm>
            <a:off x="8931114" y="5940033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BCEACFF-FF16-3035-0451-0BBD2DC69947}"/>
              </a:ext>
            </a:extLst>
          </p:cNvPr>
          <p:cNvSpPr txBox="1"/>
          <p:nvPr/>
        </p:nvSpPr>
        <p:spPr>
          <a:xfrm>
            <a:off x="11564651" y="5954887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graphicFrame>
        <p:nvGraphicFramePr>
          <p:cNvPr id="296" name="Table 295">
            <a:extLst>
              <a:ext uri="{FF2B5EF4-FFF2-40B4-BE49-F238E27FC236}">
                <a16:creationId xmlns:a16="http://schemas.microsoft.com/office/drawing/2014/main" id="{015B3A91-DEE9-0633-59C7-F3EC79A30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410901"/>
              </p:ext>
            </p:extLst>
          </p:nvPr>
        </p:nvGraphicFramePr>
        <p:xfrm>
          <a:off x="1332817" y="7907730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97" name="Table 296">
            <a:extLst>
              <a:ext uri="{FF2B5EF4-FFF2-40B4-BE49-F238E27FC236}">
                <a16:creationId xmlns:a16="http://schemas.microsoft.com/office/drawing/2014/main" id="{975E0AF0-4FC2-C2AB-3A8C-2DA320A84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823971"/>
              </p:ext>
            </p:extLst>
          </p:nvPr>
        </p:nvGraphicFramePr>
        <p:xfrm>
          <a:off x="717110" y="9386010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98" name="Table 297">
            <a:extLst>
              <a:ext uri="{FF2B5EF4-FFF2-40B4-BE49-F238E27FC236}">
                <a16:creationId xmlns:a16="http://schemas.microsoft.com/office/drawing/2014/main" id="{1DDC43BC-9429-8789-B627-38F68E150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323294"/>
              </p:ext>
            </p:extLst>
          </p:nvPr>
        </p:nvGraphicFramePr>
        <p:xfrm>
          <a:off x="2942341" y="9386010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99" name="Arc 298">
            <a:extLst>
              <a:ext uri="{FF2B5EF4-FFF2-40B4-BE49-F238E27FC236}">
                <a16:creationId xmlns:a16="http://schemas.microsoft.com/office/drawing/2014/main" id="{FC053922-022A-F576-24B0-561D1B59EA8D}"/>
              </a:ext>
            </a:extLst>
          </p:cNvPr>
          <p:cNvSpPr/>
          <p:nvPr/>
        </p:nvSpPr>
        <p:spPr>
          <a:xfrm rot="16424262">
            <a:off x="2606780" y="8703832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F8C783B7-0F9C-544F-B3FA-C40F839C4EFB}"/>
              </a:ext>
            </a:extLst>
          </p:cNvPr>
          <p:cNvSpPr txBox="1"/>
          <p:nvPr/>
        </p:nvSpPr>
        <p:spPr>
          <a:xfrm>
            <a:off x="1786884" y="10396697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861AFD16-4AC0-4FED-32A0-8FFA8029BFC8}"/>
              </a:ext>
            </a:extLst>
          </p:cNvPr>
          <p:cNvCxnSpPr/>
          <p:nvPr/>
        </p:nvCxnSpPr>
        <p:spPr>
          <a:xfrm flipV="1">
            <a:off x="1005060" y="9036281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E617D353-2156-D616-FBD2-172BE6C94F3C}"/>
              </a:ext>
            </a:extLst>
          </p:cNvPr>
          <p:cNvCxnSpPr>
            <a:cxnSpLocks/>
          </p:cNvCxnSpPr>
          <p:nvPr/>
        </p:nvCxnSpPr>
        <p:spPr>
          <a:xfrm flipV="1">
            <a:off x="1009894" y="9349920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7C613346-7294-A469-E3D9-D7C79D2773FD}"/>
              </a:ext>
            </a:extLst>
          </p:cNvPr>
          <p:cNvCxnSpPr>
            <a:cxnSpLocks/>
          </p:cNvCxnSpPr>
          <p:nvPr/>
        </p:nvCxnSpPr>
        <p:spPr>
          <a:xfrm>
            <a:off x="1026436" y="9643130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C02ABED5-D704-4B72-B45C-FC3005079421}"/>
              </a:ext>
            </a:extLst>
          </p:cNvPr>
          <p:cNvCxnSpPr>
            <a:cxnSpLocks/>
          </p:cNvCxnSpPr>
          <p:nvPr/>
        </p:nvCxnSpPr>
        <p:spPr>
          <a:xfrm>
            <a:off x="1022002" y="9706487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252E11E4-7715-A71F-B8C3-06AEA66BD707}"/>
              </a:ext>
            </a:extLst>
          </p:cNvPr>
          <p:cNvCxnSpPr>
            <a:cxnSpLocks/>
          </p:cNvCxnSpPr>
          <p:nvPr/>
        </p:nvCxnSpPr>
        <p:spPr>
          <a:xfrm>
            <a:off x="2652907" y="9132670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4B29E73D-CFF0-9064-86A9-BE94628D1687}"/>
              </a:ext>
            </a:extLst>
          </p:cNvPr>
          <p:cNvCxnSpPr>
            <a:cxnSpLocks/>
          </p:cNvCxnSpPr>
          <p:nvPr/>
        </p:nvCxnSpPr>
        <p:spPr>
          <a:xfrm>
            <a:off x="2666154" y="9385296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464308BF-E6F6-7098-90B6-4C85E5966F24}"/>
              </a:ext>
            </a:extLst>
          </p:cNvPr>
          <p:cNvCxnSpPr>
            <a:cxnSpLocks/>
          </p:cNvCxnSpPr>
          <p:nvPr/>
        </p:nvCxnSpPr>
        <p:spPr>
          <a:xfrm>
            <a:off x="2658725" y="9663182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F2757C2A-2A7D-504C-3EDB-BBF6D7FF7532}"/>
              </a:ext>
            </a:extLst>
          </p:cNvPr>
          <p:cNvCxnSpPr>
            <a:cxnSpLocks/>
          </p:cNvCxnSpPr>
          <p:nvPr/>
        </p:nvCxnSpPr>
        <p:spPr>
          <a:xfrm flipH="1">
            <a:off x="2683457" y="9734354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2FEFD7D0-1586-5706-F5C5-B829F0422A26}"/>
              </a:ext>
            </a:extLst>
          </p:cNvPr>
          <p:cNvSpPr txBox="1"/>
          <p:nvPr/>
        </p:nvSpPr>
        <p:spPr>
          <a:xfrm>
            <a:off x="132699" y="9775823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8A5854AA-F363-E31A-F675-4767D575A415}"/>
              </a:ext>
            </a:extLst>
          </p:cNvPr>
          <p:cNvSpPr txBox="1"/>
          <p:nvPr/>
        </p:nvSpPr>
        <p:spPr>
          <a:xfrm>
            <a:off x="2713078" y="9794589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graphicFrame>
        <p:nvGraphicFramePr>
          <p:cNvPr id="311" name="Table 310">
            <a:extLst>
              <a:ext uri="{FF2B5EF4-FFF2-40B4-BE49-F238E27FC236}">
                <a16:creationId xmlns:a16="http://schemas.microsoft.com/office/drawing/2014/main" id="{1C61FF66-C5AF-AD85-902F-9FBCD18AA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536273"/>
              </p:ext>
            </p:extLst>
          </p:nvPr>
        </p:nvGraphicFramePr>
        <p:xfrm>
          <a:off x="5534060" y="7907730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12" name="Table 311">
            <a:extLst>
              <a:ext uri="{FF2B5EF4-FFF2-40B4-BE49-F238E27FC236}">
                <a16:creationId xmlns:a16="http://schemas.microsoft.com/office/drawing/2014/main" id="{89C80814-FFF1-E8E1-38A0-C8A959E17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046519"/>
              </p:ext>
            </p:extLst>
          </p:nvPr>
        </p:nvGraphicFramePr>
        <p:xfrm>
          <a:off x="4918353" y="9386010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13" name="Table 312">
            <a:extLst>
              <a:ext uri="{FF2B5EF4-FFF2-40B4-BE49-F238E27FC236}">
                <a16:creationId xmlns:a16="http://schemas.microsoft.com/office/drawing/2014/main" id="{42B6E87A-2DF2-7D28-606D-7D53DDB31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768752"/>
              </p:ext>
            </p:extLst>
          </p:nvPr>
        </p:nvGraphicFramePr>
        <p:xfrm>
          <a:off x="7143584" y="9386010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314" name="Arc 313">
            <a:extLst>
              <a:ext uri="{FF2B5EF4-FFF2-40B4-BE49-F238E27FC236}">
                <a16:creationId xmlns:a16="http://schemas.microsoft.com/office/drawing/2014/main" id="{563F63BA-F3A6-ECD4-7361-0FB1BE3510C7}"/>
              </a:ext>
            </a:extLst>
          </p:cNvPr>
          <p:cNvSpPr/>
          <p:nvPr/>
        </p:nvSpPr>
        <p:spPr>
          <a:xfrm rot="16424262">
            <a:off x="6808023" y="8703832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57207F94-626C-A416-16B7-EB36F3BDD5C6}"/>
              </a:ext>
            </a:extLst>
          </p:cNvPr>
          <p:cNvSpPr txBox="1"/>
          <p:nvPr/>
        </p:nvSpPr>
        <p:spPr>
          <a:xfrm>
            <a:off x="5988127" y="10396697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EB788D39-3BE6-20A9-A54D-19957E4AB26B}"/>
              </a:ext>
            </a:extLst>
          </p:cNvPr>
          <p:cNvCxnSpPr/>
          <p:nvPr/>
        </p:nvCxnSpPr>
        <p:spPr>
          <a:xfrm flipV="1">
            <a:off x="5206303" y="9036281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2966773F-3436-AFEF-C5DF-5C5B126ED8E4}"/>
              </a:ext>
            </a:extLst>
          </p:cNvPr>
          <p:cNvCxnSpPr>
            <a:cxnSpLocks/>
          </p:cNvCxnSpPr>
          <p:nvPr/>
        </p:nvCxnSpPr>
        <p:spPr>
          <a:xfrm flipV="1">
            <a:off x="5211137" y="9349920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E4F035D7-4C44-02CE-AE93-C55075D8A7F4}"/>
              </a:ext>
            </a:extLst>
          </p:cNvPr>
          <p:cNvCxnSpPr>
            <a:cxnSpLocks/>
          </p:cNvCxnSpPr>
          <p:nvPr/>
        </p:nvCxnSpPr>
        <p:spPr>
          <a:xfrm>
            <a:off x="5227679" y="9643130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EBA70FD4-314A-3C9D-6733-F5C436EB3EEA}"/>
              </a:ext>
            </a:extLst>
          </p:cNvPr>
          <p:cNvCxnSpPr>
            <a:cxnSpLocks/>
          </p:cNvCxnSpPr>
          <p:nvPr/>
        </p:nvCxnSpPr>
        <p:spPr>
          <a:xfrm>
            <a:off x="5223245" y="9706487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B7A13244-9CD9-833C-FC01-101804633E7C}"/>
              </a:ext>
            </a:extLst>
          </p:cNvPr>
          <p:cNvCxnSpPr>
            <a:cxnSpLocks/>
          </p:cNvCxnSpPr>
          <p:nvPr/>
        </p:nvCxnSpPr>
        <p:spPr>
          <a:xfrm>
            <a:off x="6854150" y="9132670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DA72D21F-783B-61DB-23D6-4D67DD8D3489}"/>
              </a:ext>
            </a:extLst>
          </p:cNvPr>
          <p:cNvCxnSpPr>
            <a:cxnSpLocks/>
          </p:cNvCxnSpPr>
          <p:nvPr/>
        </p:nvCxnSpPr>
        <p:spPr>
          <a:xfrm>
            <a:off x="6867397" y="9385296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71391E5B-81ED-56BF-8308-CA98A4D07A91}"/>
              </a:ext>
            </a:extLst>
          </p:cNvPr>
          <p:cNvCxnSpPr>
            <a:cxnSpLocks/>
          </p:cNvCxnSpPr>
          <p:nvPr/>
        </p:nvCxnSpPr>
        <p:spPr>
          <a:xfrm>
            <a:off x="6859968" y="9663182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3BBCDD1D-E979-86E5-8FA8-11BE6994852E}"/>
              </a:ext>
            </a:extLst>
          </p:cNvPr>
          <p:cNvCxnSpPr>
            <a:cxnSpLocks/>
          </p:cNvCxnSpPr>
          <p:nvPr/>
        </p:nvCxnSpPr>
        <p:spPr>
          <a:xfrm flipH="1">
            <a:off x="6884700" y="9734354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BFE4E717-3354-45C7-C13C-C8B40D8D6EF8}"/>
              </a:ext>
            </a:extLst>
          </p:cNvPr>
          <p:cNvSpPr txBox="1"/>
          <p:nvPr/>
        </p:nvSpPr>
        <p:spPr>
          <a:xfrm>
            <a:off x="4344576" y="9801001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8C7FB4A4-495C-AFA3-AD9F-20B18EC78C18}"/>
              </a:ext>
            </a:extLst>
          </p:cNvPr>
          <p:cNvSpPr txBox="1"/>
          <p:nvPr/>
        </p:nvSpPr>
        <p:spPr>
          <a:xfrm>
            <a:off x="6946220" y="9826488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graphicFrame>
        <p:nvGraphicFramePr>
          <p:cNvPr id="326" name="Table 325">
            <a:extLst>
              <a:ext uri="{FF2B5EF4-FFF2-40B4-BE49-F238E27FC236}">
                <a16:creationId xmlns:a16="http://schemas.microsoft.com/office/drawing/2014/main" id="{068C6DF3-01F2-4BF5-39F6-C9E5D92E7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23257"/>
              </p:ext>
            </p:extLst>
          </p:nvPr>
        </p:nvGraphicFramePr>
        <p:xfrm>
          <a:off x="10152495" y="7854754"/>
          <a:ext cx="1286765" cy="24009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27" name="Table 326">
            <a:extLst>
              <a:ext uri="{FF2B5EF4-FFF2-40B4-BE49-F238E27FC236}">
                <a16:creationId xmlns:a16="http://schemas.microsoft.com/office/drawing/2014/main" id="{8A007175-8CE8-E1D8-83A8-5DFC9A3C2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67617"/>
              </p:ext>
            </p:extLst>
          </p:nvPr>
        </p:nvGraphicFramePr>
        <p:xfrm>
          <a:off x="9536788" y="9333034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28" name="Table 327">
            <a:extLst>
              <a:ext uri="{FF2B5EF4-FFF2-40B4-BE49-F238E27FC236}">
                <a16:creationId xmlns:a16="http://schemas.microsoft.com/office/drawing/2014/main" id="{9891776E-7537-D723-1EEE-86B66E110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043871"/>
              </p:ext>
            </p:extLst>
          </p:nvPr>
        </p:nvGraphicFramePr>
        <p:xfrm>
          <a:off x="11762019" y="9333034"/>
          <a:ext cx="228918" cy="4801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329" name="Arc 328">
            <a:extLst>
              <a:ext uri="{FF2B5EF4-FFF2-40B4-BE49-F238E27FC236}">
                <a16:creationId xmlns:a16="http://schemas.microsoft.com/office/drawing/2014/main" id="{0FAF2D13-5DF2-9761-8C63-96F8CE5DD8E4}"/>
              </a:ext>
            </a:extLst>
          </p:cNvPr>
          <p:cNvSpPr/>
          <p:nvPr/>
        </p:nvSpPr>
        <p:spPr>
          <a:xfrm rot="16424262">
            <a:off x="11426458" y="8650856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63B80717-64CF-D360-E194-BFFD6B4693E0}"/>
              </a:ext>
            </a:extLst>
          </p:cNvPr>
          <p:cNvSpPr txBox="1"/>
          <p:nvPr/>
        </p:nvSpPr>
        <p:spPr>
          <a:xfrm>
            <a:off x="10606562" y="10343721"/>
            <a:ext cx="548548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D2026BE5-1A76-CFAC-820E-4307D9333EEF}"/>
              </a:ext>
            </a:extLst>
          </p:cNvPr>
          <p:cNvCxnSpPr/>
          <p:nvPr/>
        </p:nvCxnSpPr>
        <p:spPr>
          <a:xfrm flipV="1">
            <a:off x="9824738" y="8983305"/>
            <a:ext cx="268735" cy="4741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0B6C510C-BDAD-B18E-ABB8-526A179D4127}"/>
              </a:ext>
            </a:extLst>
          </p:cNvPr>
          <p:cNvCxnSpPr>
            <a:cxnSpLocks/>
          </p:cNvCxnSpPr>
          <p:nvPr/>
        </p:nvCxnSpPr>
        <p:spPr>
          <a:xfrm flipV="1">
            <a:off x="9829572" y="9296944"/>
            <a:ext cx="234849" cy="261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2B6AC540-80FB-226F-380E-2D29616A0ADD}"/>
              </a:ext>
            </a:extLst>
          </p:cNvPr>
          <p:cNvCxnSpPr>
            <a:cxnSpLocks/>
          </p:cNvCxnSpPr>
          <p:nvPr/>
        </p:nvCxnSpPr>
        <p:spPr>
          <a:xfrm>
            <a:off x="9846114" y="9590154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282FFCEE-856D-4ACC-190E-96BEBDAEF766}"/>
              </a:ext>
            </a:extLst>
          </p:cNvPr>
          <p:cNvCxnSpPr>
            <a:cxnSpLocks/>
          </p:cNvCxnSpPr>
          <p:nvPr/>
        </p:nvCxnSpPr>
        <p:spPr>
          <a:xfrm>
            <a:off x="9841680" y="9653511"/>
            <a:ext cx="246805" cy="2061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8B9C88C4-B97C-E89B-E354-D50069BE5360}"/>
              </a:ext>
            </a:extLst>
          </p:cNvPr>
          <p:cNvCxnSpPr>
            <a:cxnSpLocks/>
          </p:cNvCxnSpPr>
          <p:nvPr/>
        </p:nvCxnSpPr>
        <p:spPr>
          <a:xfrm>
            <a:off x="11472585" y="9079694"/>
            <a:ext cx="249633" cy="413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118A0C02-48A3-DAA4-1A73-5B25096D000C}"/>
              </a:ext>
            </a:extLst>
          </p:cNvPr>
          <p:cNvCxnSpPr>
            <a:cxnSpLocks/>
          </p:cNvCxnSpPr>
          <p:nvPr/>
        </p:nvCxnSpPr>
        <p:spPr>
          <a:xfrm>
            <a:off x="11485832" y="9332320"/>
            <a:ext cx="182913" cy="220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7948CA47-2CA3-6189-5243-A4E6A6F1BE80}"/>
              </a:ext>
            </a:extLst>
          </p:cNvPr>
          <p:cNvCxnSpPr>
            <a:cxnSpLocks/>
          </p:cNvCxnSpPr>
          <p:nvPr/>
        </p:nvCxnSpPr>
        <p:spPr>
          <a:xfrm>
            <a:off x="11478403" y="9610206"/>
            <a:ext cx="201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855C0873-AF7E-66DA-649E-8D130D302412}"/>
              </a:ext>
            </a:extLst>
          </p:cNvPr>
          <p:cNvCxnSpPr>
            <a:cxnSpLocks/>
          </p:cNvCxnSpPr>
          <p:nvPr/>
        </p:nvCxnSpPr>
        <p:spPr>
          <a:xfrm flipH="1">
            <a:off x="11503135" y="9681378"/>
            <a:ext cx="166253" cy="219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92B18CD-0E72-AC20-39F5-A32590C17958}"/>
              </a:ext>
            </a:extLst>
          </p:cNvPr>
          <p:cNvSpPr txBox="1"/>
          <p:nvPr/>
        </p:nvSpPr>
        <p:spPr>
          <a:xfrm>
            <a:off x="8931114" y="9748025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E97CFD56-9AA7-9027-7514-4605FEC34AD5}"/>
              </a:ext>
            </a:extLst>
          </p:cNvPr>
          <p:cNvSpPr txBox="1"/>
          <p:nvPr/>
        </p:nvSpPr>
        <p:spPr>
          <a:xfrm>
            <a:off x="11564655" y="9762879"/>
            <a:ext cx="976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7C6246-9F89-0D73-C877-B2D2C0CC6347}"/>
              </a:ext>
            </a:extLst>
          </p:cNvPr>
          <p:cNvCxnSpPr/>
          <p:nvPr/>
        </p:nvCxnSpPr>
        <p:spPr>
          <a:xfrm>
            <a:off x="1295261" y="3213644"/>
            <a:ext cx="91705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C22366-AC54-D4F6-BB10-EF9B4D78C49E}"/>
              </a:ext>
            </a:extLst>
          </p:cNvPr>
          <p:cNvCxnSpPr/>
          <p:nvPr/>
        </p:nvCxnSpPr>
        <p:spPr>
          <a:xfrm>
            <a:off x="1306226" y="7176673"/>
            <a:ext cx="91705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53B776-2848-D4B3-74DE-93DF6B8B9F1C}"/>
              </a:ext>
            </a:extLst>
          </p:cNvPr>
          <p:cNvSpPr txBox="1"/>
          <p:nvPr/>
        </p:nvSpPr>
        <p:spPr>
          <a:xfrm>
            <a:off x="4748499" y="7075194"/>
            <a:ext cx="30102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(continued)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A24944-AB3A-B53F-4703-84E8AD79E015}"/>
              </a:ext>
            </a:extLst>
          </p:cNvPr>
          <p:cNvCxnSpPr/>
          <p:nvPr/>
        </p:nvCxnSpPr>
        <p:spPr>
          <a:xfrm>
            <a:off x="1306226" y="11078478"/>
            <a:ext cx="91705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A95698E-0513-6E01-9617-3B95F166667D}"/>
              </a:ext>
            </a:extLst>
          </p:cNvPr>
          <p:cNvSpPr/>
          <p:nvPr/>
        </p:nvSpPr>
        <p:spPr>
          <a:xfrm>
            <a:off x="10165080" y="1743022"/>
            <a:ext cx="305908" cy="434368"/>
          </a:xfrm>
          <a:custGeom>
            <a:avLst/>
            <a:gdLst>
              <a:gd name="csX0" fmla="*/ 0 w 305908"/>
              <a:gd name="csY0" fmla="*/ 396240 h 434368"/>
              <a:gd name="csX1" fmla="*/ 259080 w 305908"/>
              <a:gd name="csY1" fmla="*/ 396240 h 434368"/>
              <a:gd name="csX2" fmla="*/ 304800 w 305908"/>
              <a:gd name="csY2" fmla="*/ 0 h 434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5908" h="434368">
                <a:moveTo>
                  <a:pt x="0" y="396240"/>
                </a:moveTo>
                <a:cubicBezTo>
                  <a:pt x="104140" y="429260"/>
                  <a:pt x="208280" y="462280"/>
                  <a:pt x="259080" y="396240"/>
                </a:cubicBezTo>
                <a:cubicBezTo>
                  <a:pt x="309880" y="330200"/>
                  <a:pt x="307340" y="165100"/>
                  <a:pt x="304800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3EA0E1A-17EC-0573-E8DA-A12BD96E7CE1}"/>
              </a:ext>
            </a:extLst>
          </p:cNvPr>
          <p:cNvSpPr/>
          <p:nvPr/>
        </p:nvSpPr>
        <p:spPr>
          <a:xfrm>
            <a:off x="1433694" y="5228289"/>
            <a:ext cx="286663" cy="1047096"/>
          </a:xfrm>
          <a:custGeom>
            <a:avLst/>
            <a:gdLst>
              <a:gd name="csX0" fmla="*/ 0 w 305908"/>
              <a:gd name="csY0" fmla="*/ 396240 h 434368"/>
              <a:gd name="csX1" fmla="*/ 259080 w 305908"/>
              <a:gd name="csY1" fmla="*/ 396240 h 434368"/>
              <a:gd name="csX2" fmla="*/ 304800 w 305908"/>
              <a:gd name="csY2" fmla="*/ 0 h 434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5908" h="434368">
                <a:moveTo>
                  <a:pt x="0" y="396240"/>
                </a:moveTo>
                <a:cubicBezTo>
                  <a:pt x="104140" y="429260"/>
                  <a:pt x="208280" y="462280"/>
                  <a:pt x="259080" y="396240"/>
                </a:cubicBezTo>
                <a:cubicBezTo>
                  <a:pt x="309880" y="330200"/>
                  <a:pt x="307340" y="165100"/>
                  <a:pt x="304800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12D9CA8-08D1-3DFB-DD81-7ECE225E3168}"/>
              </a:ext>
            </a:extLst>
          </p:cNvPr>
          <p:cNvSpPr/>
          <p:nvPr/>
        </p:nvSpPr>
        <p:spPr>
          <a:xfrm>
            <a:off x="5577840" y="5291204"/>
            <a:ext cx="606346" cy="1058407"/>
          </a:xfrm>
          <a:custGeom>
            <a:avLst/>
            <a:gdLst>
              <a:gd name="csX0" fmla="*/ 0 w 579120"/>
              <a:gd name="csY0" fmla="*/ 948477 h 1029132"/>
              <a:gd name="csX1" fmla="*/ 335280 w 579120"/>
              <a:gd name="csY1" fmla="*/ 948477 h 1029132"/>
              <a:gd name="csX2" fmla="*/ 320040 w 579120"/>
              <a:gd name="csY2" fmla="*/ 110277 h 1029132"/>
              <a:gd name="csX3" fmla="*/ 579120 w 579120"/>
              <a:gd name="csY3" fmla="*/ 34077 h 1029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9120" h="1029132">
                <a:moveTo>
                  <a:pt x="0" y="948477"/>
                </a:moveTo>
                <a:cubicBezTo>
                  <a:pt x="140970" y="1018327"/>
                  <a:pt x="281940" y="1088177"/>
                  <a:pt x="335280" y="948477"/>
                </a:cubicBezTo>
                <a:cubicBezTo>
                  <a:pt x="388620" y="808777"/>
                  <a:pt x="279400" y="262677"/>
                  <a:pt x="320040" y="110277"/>
                </a:cubicBezTo>
                <a:cubicBezTo>
                  <a:pt x="360680" y="-42123"/>
                  <a:pt x="469900" y="-4023"/>
                  <a:pt x="579120" y="34077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F5A89EF-9CB3-E758-320D-204E9B1B0E20}"/>
              </a:ext>
            </a:extLst>
          </p:cNvPr>
          <p:cNvSpPr/>
          <p:nvPr/>
        </p:nvSpPr>
        <p:spPr>
          <a:xfrm>
            <a:off x="10189530" y="5150199"/>
            <a:ext cx="911279" cy="1117547"/>
          </a:xfrm>
          <a:custGeom>
            <a:avLst/>
            <a:gdLst>
              <a:gd name="csX0" fmla="*/ 0 w 579120"/>
              <a:gd name="csY0" fmla="*/ 948477 h 1029132"/>
              <a:gd name="csX1" fmla="*/ 335280 w 579120"/>
              <a:gd name="csY1" fmla="*/ 948477 h 1029132"/>
              <a:gd name="csX2" fmla="*/ 320040 w 579120"/>
              <a:gd name="csY2" fmla="*/ 110277 h 1029132"/>
              <a:gd name="csX3" fmla="*/ 579120 w 579120"/>
              <a:gd name="csY3" fmla="*/ 34077 h 1029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9120" h="1029132">
                <a:moveTo>
                  <a:pt x="0" y="948477"/>
                </a:moveTo>
                <a:cubicBezTo>
                  <a:pt x="140970" y="1018327"/>
                  <a:pt x="281940" y="1088177"/>
                  <a:pt x="335280" y="948477"/>
                </a:cubicBezTo>
                <a:cubicBezTo>
                  <a:pt x="388620" y="808777"/>
                  <a:pt x="279400" y="262677"/>
                  <a:pt x="320040" y="110277"/>
                </a:cubicBezTo>
                <a:cubicBezTo>
                  <a:pt x="360680" y="-42123"/>
                  <a:pt x="469900" y="-4023"/>
                  <a:pt x="579120" y="34077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4A1596B-3C3A-F570-5340-FB02FFD340C9}"/>
              </a:ext>
            </a:extLst>
          </p:cNvPr>
          <p:cNvSpPr/>
          <p:nvPr/>
        </p:nvSpPr>
        <p:spPr>
          <a:xfrm>
            <a:off x="1448159" y="9101486"/>
            <a:ext cx="794976" cy="1039525"/>
          </a:xfrm>
          <a:custGeom>
            <a:avLst/>
            <a:gdLst>
              <a:gd name="csX0" fmla="*/ 0 w 794976"/>
              <a:gd name="csY0" fmla="*/ 968970 h 1039525"/>
              <a:gd name="csX1" fmla="*/ 259080 w 794976"/>
              <a:gd name="csY1" fmla="*/ 953730 h 1039525"/>
              <a:gd name="csX2" fmla="*/ 259080 w 794976"/>
              <a:gd name="csY2" fmla="*/ 115530 h 1039525"/>
              <a:gd name="csX3" fmla="*/ 731520 w 794976"/>
              <a:gd name="csY3" fmla="*/ 39330 h 1039525"/>
              <a:gd name="csX4" fmla="*/ 777240 w 794976"/>
              <a:gd name="csY4" fmla="*/ 420330 h 103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4976" h="1039525">
                <a:moveTo>
                  <a:pt x="0" y="968970"/>
                </a:moveTo>
                <a:cubicBezTo>
                  <a:pt x="107950" y="1032470"/>
                  <a:pt x="215900" y="1095970"/>
                  <a:pt x="259080" y="953730"/>
                </a:cubicBezTo>
                <a:cubicBezTo>
                  <a:pt x="302260" y="811490"/>
                  <a:pt x="180340" y="267930"/>
                  <a:pt x="259080" y="115530"/>
                </a:cubicBezTo>
                <a:cubicBezTo>
                  <a:pt x="337820" y="-36870"/>
                  <a:pt x="645160" y="-11470"/>
                  <a:pt x="731520" y="39330"/>
                </a:cubicBezTo>
                <a:cubicBezTo>
                  <a:pt x="817880" y="90130"/>
                  <a:pt x="797560" y="255230"/>
                  <a:pt x="777240" y="42033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B1191F9-4E8A-F0DD-79A3-A72C41803DDF}"/>
              </a:ext>
            </a:extLst>
          </p:cNvPr>
          <p:cNvSpPr/>
          <p:nvPr/>
        </p:nvSpPr>
        <p:spPr>
          <a:xfrm>
            <a:off x="5608320" y="8995776"/>
            <a:ext cx="818204" cy="1164130"/>
          </a:xfrm>
          <a:custGeom>
            <a:avLst/>
            <a:gdLst>
              <a:gd name="csX0" fmla="*/ 0 w 818204"/>
              <a:gd name="csY0" fmla="*/ 1074676 h 1164130"/>
              <a:gd name="csX1" fmla="*/ 289560 w 818204"/>
              <a:gd name="csY1" fmla="*/ 1074676 h 1164130"/>
              <a:gd name="csX2" fmla="*/ 274320 w 818204"/>
              <a:gd name="csY2" fmla="*/ 145036 h 1164130"/>
              <a:gd name="csX3" fmla="*/ 762000 w 818204"/>
              <a:gd name="csY3" fmla="*/ 99316 h 1164130"/>
              <a:gd name="csX4" fmla="*/ 807720 w 818204"/>
              <a:gd name="csY4" fmla="*/ 1089916 h 1164130"/>
              <a:gd name="csX5" fmla="*/ 807720 w 818204"/>
              <a:gd name="csY5" fmla="*/ 1089916 h 1164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18204" h="1164130">
                <a:moveTo>
                  <a:pt x="0" y="1074676"/>
                </a:moveTo>
                <a:cubicBezTo>
                  <a:pt x="121920" y="1152146"/>
                  <a:pt x="243840" y="1229616"/>
                  <a:pt x="289560" y="1074676"/>
                </a:cubicBezTo>
                <a:cubicBezTo>
                  <a:pt x="335280" y="919736"/>
                  <a:pt x="195580" y="307596"/>
                  <a:pt x="274320" y="145036"/>
                </a:cubicBezTo>
                <a:cubicBezTo>
                  <a:pt x="353060" y="-17524"/>
                  <a:pt x="673100" y="-58164"/>
                  <a:pt x="762000" y="99316"/>
                </a:cubicBezTo>
                <a:cubicBezTo>
                  <a:pt x="850900" y="256796"/>
                  <a:pt x="807720" y="1089916"/>
                  <a:pt x="807720" y="1089916"/>
                </a:cubicBezTo>
                <a:lnTo>
                  <a:pt x="807720" y="1089916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63C3E96-98E6-972B-768D-19EFFD633FF2}"/>
              </a:ext>
            </a:extLst>
          </p:cNvPr>
          <p:cNvSpPr/>
          <p:nvPr/>
        </p:nvSpPr>
        <p:spPr>
          <a:xfrm>
            <a:off x="10226040" y="9009210"/>
            <a:ext cx="1127760" cy="1149230"/>
          </a:xfrm>
          <a:custGeom>
            <a:avLst/>
            <a:gdLst>
              <a:gd name="csX0" fmla="*/ 0 w 1127760"/>
              <a:gd name="csY0" fmla="*/ 1061242 h 1149230"/>
              <a:gd name="csX1" fmla="*/ 228600 w 1127760"/>
              <a:gd name="csY1" fmla="*/ 1061242 h 1149230"/>
              <a:gd name="csX2" fmla="*/ 289560 w 1127760"/>
              <a:gd name="csY2" fmla="*/ 146842 h 1149230"/>
              <a:gd name="csX3" fmla="*/ 838200 w 1127760"/>
              <a:gd name="csY3" fmla="*/ 85882 h 1149230"/>
              <a:gd name="csX4" fmla="*/ 853440 w 1127760"/>
              <a:gd name="csY4" fmla="*/ 985042 h 1149230"/>
              <a:gd name="csX5" fmla="*/ 1127760 w 1127760"/>
              <a:gd name="csY5" fmla="*/ 1046002 h 11492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27760" h="1149230">
                <a:moveTo>
                  <a:pt x="0" y="1061242"/>
                </a:moveTo>
                <a:cubicBezTo>
                  <a:pt x="90170" y="1137442"/>
                  <a:pt x="180340" y="1213642"/>
                  <a:pt x="228600" y="1061242"/>
                </a:cubicBezTo>
                <a:cubicBezTo>
                  <a:pt x="276860" y="908842"/>
                  <a:pt x="187960" y="309402"/>
                  <a:pt x="289560" y="146842"/>
                </a:cubicBezTo>
                <a:cubicBezTo>
                  <a:pt x="391160" y="-15718"/>
                  <a:pt x="744220" y="-53818"/>
                  <a:pt x="838200" y="85882"/>
                </a:cubicBezTo>
                <a:cubicBezTo>
                  <a:pt x="932180" y="225582"/>
                  <a:pt x="805180" y="825022"/>
                  <a:pt x="853440" y="985042"/>
                </a:cubicBezTo>
                <a:cubicBezTo>
                  <a:pt x="901700" y="1145062"/>
                  <a:pt x="1014730" y="1095532"/>
                  <a:pt x="1127760" y="1046002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289B107-384C-237B-A93A-892143F98351}"/>
              </a:ext>
            </a:extLst>
          </p:cNvPr>
          <p:cNvSpPr/>
          <p:nvPr/>
        </p:nvSpPr>
        <p:spPr>
          <a:xfrm>
            <a:off x="5577840" y="2245942"/>
            <a:ext cx="320040" cy="0"/>
          </a:xfrm>
          <a:custGeom>
            <a:avLst/>
            <a:gdLst>
              <a:gd name="csX0" fmla="*/ 0 w 320040"/>
              <a:gd name="csY0" fmla="*/ 0 h 0"/>
              <a:gd name="csX1" fmla="*/ 320040 w 32004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004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931ABAF-25BA-0B77-3302-CBF4AF620B9A}"/>
              </a:ext>
            </a:extLst>
          </p:cNvPr>
          <p:cNvSpPr/>
          <p:nvPr/>
        </p:nvSpPr>
        <p:spPr>
          <a:xfrm>
            <a:off x="1326239" y="2245942"/>
            <a:ext cx="152400" cy="0"/>
          </a:xfrm>
          <a:custGeom>
            <a:avLst/>
            <a:gdLst>
              <a:gd name="csX0" fmla="*/ 0 w 152400"/>
              <a:gd name="csY0" fmla="*/ 0 h 0"/>
              <a:gd name="csX1" fmla="*/ 152400 w 152400"/>
              <a:gd name="csY1" fmla="*/ 0 h 0"/>
              <a:gd name="csX2" fmla="*/ 152400 w 152400"/>
              <a:gd name="csY2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  <a:lnTo>
                  <a:pt x="152400" y="0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73D0D22C-5A62-119D-1DE7-6ECFD9ECD071}"/>
              </a:ext>
            </a:extLst>
          </p:cNvPr>
          <p:cNvSpPr txBox="1"/>
          <p:nvPr/>
        </p:nvSpPr>
        <p:spPr>
          <a:xfrm>
            <a:off x="4741408" y="3144677"/>
            <a:ext cx="30102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(continued)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6B0E527E-D134-2E6D-2B41-879321CDCA69}"/>
              </a:ext>
            </a:extLst>
          </p:cNvPr>
          <p:cNvSpPr txBox="1"/>
          <p:nvPr/>
        </p:nvSpPr>
        <p:spPr>
          <a:xfrm>
            <a:off x="4752040" y="10991537"/>
            <a:ext cx="30102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(continued)</a:t>
            </a:r>
          </a:p>
        </p:txBody>
      </p:sp>
    </p:spTree>
    <p:extLst>
      <p:ext uri="{BB962C8B-B14F-4D97-AF65-F5344CB8AC3E}">
        <p14:creationId xmlns:p14="http://schemas.microsoft.com/office/powerpoint/2010/main" val="2856289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</TotalTime>
  <Words>40</Words>
  <Application>Microsoft Office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11</cp:revision>
  <dcterms:created xsi:type="dcterms:W3CDTF">2025-07-09T22:20:24Z</dcterms:created>
  <dcterms:modified xsi:type="dcterms:W3CDTF">2026-06-20T03:35:31Z</dcterms:modified>
</cp:coreProperties>
</file>