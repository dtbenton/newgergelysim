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"/>
  </p:notesMasterIdLst>
  <p:sldIdLst>
    <p:sldId id="256" r:id="rId2"/>
    <p:sldId id="257" r:id="rId3"/>
    <p:sldId id="258" r:id="rId4"/>
  </p:sldIdLst>
  <p:sldSz cx="18000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3B28F-5980-4142-9501-D49A69669A91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1143000"/>
            <a:ext cx="8099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8C240-E4C9-4605-872A-94A15DADC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38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Inconsistent 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C8C240-E4C9-4605-872A-94A15DADCC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39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5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5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4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17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40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3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5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7"/>
            <a:ext cx="1552557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3" y="1681164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3" y="2505075"/>
            <a:ext cx="761512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4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14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40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7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7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1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9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7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1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9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71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6" y="365126"/>
            <a:ext cx="388139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7" y="365126"/>
            <a:ext cx="1141917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8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7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8" y="6356352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ED88F-9845-47C6-9B84-5938CC22004F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2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70" y="6356352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2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26" Type="http://schemas.openxmlformats.org/officeDocument/2006/relationships/image" Target="../media/image68.png"/><Relationship Id="rId39" Type="http://schemas.openxmlformats.org/officeDocument/2006/relationships/image" Target="../media/image81.png"/><Relationship Id="rId21" Type="http://schemas.openxmlformats.org/officeDocument/2006/relationships/image" Target="../media/image63.png"/><Relationship Id="rId34" Type="http://schemas.openxmlformats.org/officeDocument/2006/relationships/image" Target="../media/image76.png"/><Relationship Id="rId42" Type="http://schemas.openxmlformats.org/officeDocument/2006/relationships/image" Target="../media/image84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6" Type="http://schemas.openxmlformats.org/officeDocument/2006/relationships/image" Target="../media/image58.png"/><Relationship Id="rId29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24" Type="http://schemas.openxmlformats.org/officeDocument/2006/relationships/image" Target="../media/image66.png"/><Relationship Id="rId32" Type="http://schemas.openxmlformats.org/officeDocument/2006/relationships/image" Target="../media/image74.png"/><Relationship Id="rId37" Type="http://schemas.openxmlformats.org/officeDocument/2006/relationships/image" Target="../media/image79.png"/><Relationship Id="rId40" Type="http://schemas.openxmlformats.org/officeDocument/2006/relationships/image" Target="../media/image82.png"/><Relationship Id="rId45" Type="http://schemas.openxmlformats.org/officeDocument/2006/relationships/image" Target="../media/image87.png"/><Relationship Id="rId5" Type="http://schemas.openxmlformats.org/officeDocument/2006/relationships/image" Target="../media/image48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28" Type="http://schemas.openxmlformats.org/officeDocument/2006/relationships/image" Target="../media/image70.png"/><Relationship Id="rId36" Type="http://schemas.openxmlformats.org/officeDocument/2006/relationships/image" Target="../media/image78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31" Type="http://schemas.openxmlformats.org/officeDocument/2006/relationships/image" Target="../media/image73.png"/><Relationship Id="rId44" Type="http://schemas.openxmlformats.org/officeDocument/2006/relationships/image" Target="../media/image86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Relationship Id="rId27" Type="http://schemas.openxmlformats.org/officeDocument/2006/relationships/image" Target="../media/image69.png"/><Relationship Id="rId30" Type="http://schemas.openxmlformats.org/officeDocument/2006/relationships/image" Target="../media/image72.png"/><Relationship Id="rId35" Type="http://schemas.openxmlformats.org/officeDocument/2006/relationships/image" Target="../media/image77.png"/><Relationship Id="rId43" Type="http://schemas.openxmlformats.org/officeDocument/2006/relationships/image" Target="../media/image85.png"/><Relationship Id="rId8" Type="http://schemas.openxmlformats.org/officeDocument/2006/relationships/image" Target="../media/image44.png"/><Relationship Id="rId3" Type="http://schemas.openxmlformats.org/officeDocument/2006/relationships/image" Target="../media/image46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5" Type="http://schemas.openxmlformats.org/officeDocument/2006/relationships/image" Target="../media/image67.png"/><Relationship Id="rId33" Type="http://schemas.openxmlformats.org/officeDocument/2006/relationships/image" Target="../media/image75.png"/><Relationship Id="rId38" Type="http://schemas.openxmlformats.org/officeDocument/2006/relationships/image" Target="../media/image80.png"/><Relationship Id="rId46" Type="http://schemas.openxmlformats.org/officeDocument/2006/relationships/image" Target="../media/image88.png"/><Relationship Id="rId20" Type="http://schemas.openxmlformats.org/officeDocument/2006/relationships/image" Target="../media/image62.png"/><Relationship Id="rId41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9AB8-22E5-1983-6617-5F2807017D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8ECF7-85A4-42F6-58B7-6A6AB6B1D5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2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89693A-A335-2D9F-30C2-07E6D8B4B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32" y="5086903"/>
            <a:ext cx="1383536" cy="1228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DD1E1C-AC6A-0D44-6E7E-776FC8215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679" y="5071179"/>
            <a:ext cx="1412563" cy="1219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327A70-11D8-F504-4ACB-AE5366AAD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900" y="5071179"/>
            <a:ext cx="1393215" cy="1228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9D12EB-2F3D-5B73-2DE9-CAC9AA40ED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95020" y="5051128"/>
            <a:ext cx="1373859" cy="12093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1D8463-516E-1D8F-810C-7FD77EF08A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33" y="540674"/>
            <a:ext cx="1354511" cy="12384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1E2DA4-29E8-1F9D-0E34-62132CDF5F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4678" y="600315"/>
            <a:ext cx="1402886" cy="12287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5E07AA-7537-E09C-5B88-626584F60A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9176" y="600315"/>
            <a:ext cx="1393215" cy="12287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85D816-44E2-415F-6586-3B0DFF3B61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60882" y="563336"/>
            <a:ext cx="1373859" cy="12384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383D9A-182B-670C-1697-F902199157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05315" y="5839216"/>
            <a:ext cx="822380" cy="1644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DFCDE6-C79B-FC33-D5E9-FAEFF39ECE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6208" y="1099273"/>
            <a:ext cx="841733" cy="1547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0F1D960-6B54-17A5-AB96-71F99F9DFC9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75827" y="5090226"/>
            <a:ext cx="425703" cy="1451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98C8BFF-A7C2-46E5-4A44-88D6802A3E0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7146" y="5085748"/>
            <a:ext cx="686931" cy="13545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21A6AB4-92BC-B7D7-A3D2-4BB804F1E4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7061" y="5044686"/>
            <a:ext cx="295275" cy="22860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47D47EE-4967-FDD7-D893-283E6139710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2389" y="5080905"/>
            <a:ext cx="69532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01F3FC7-FB4D-9E0B-16B5-BD88023D0A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3329" y="4727891"/>
            <a:ext cx="304800" cy="1619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7AF880B-0B09-334B-7C76-462F65AF519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9960" y="4754404"/>
            <a:ext cx="285750" cy="1619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9A8BFCC-1FBE-D17D-7263-48A4F892A89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7156" y="1862376"/>
            <a:ext cx="314325" cy="16192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B07691E-A723-945E-B2DD-B14510BC043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43239" y="1921665"/>
            <a:ext cx="314325" cy="17145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D49592F-1C25-8E2F-4682-7DBB9FC52C2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86783" y="5108934"/>
            <a:ext cx="295275" cy="1524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E3F05D39-925D-3968-0C94-BBAC5BB9FE5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27988" y="1599720"/>
            <a:ext cx="209549" cy="20002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267CA32-B58D-E5E8-F47C-01F2E51C74D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10877" y="2479733"/>
            <a:ext cx="1381126" cy="71437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66A09F3-3DF7-C98D-B4F3-31E70EB0351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61846" y="3435928"/>
            <a:ext cx="1362074" cy="685801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ACA3B82-DD57-01CA-ACB4-D1FE224FBCEF}"/>
              </a:ext>
            </a:extLst>
          </p:cNvPr>
          <p:cNvSpPr txBox="1"/>
          <p:nvPr/>
        </p:nvSpPr>
        <p:spPr>
          <a:xfrm>
            <a:off x="1499306" y="5221199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Position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A2CB0D-D90C-26D7-3168-9772948AE114}"/>
              </a:ext>
            </a:extLst>
          </p:cNvPr>
          <p:cNvSpPr txBox="1"/>
          <p:nvPr/>
        </p:nvSpPr>
        <p:spPr>
          <a:xfrm>
            <a:off x="2427560" y="5212044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Height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C6D27C-92AE-0C44-A0EA-7841BA4E39C4}"/>
              </a:ext>
            </a:extLst>
          </p:cNvPr>
          <p:cNvSpPr txBox="1"/>
          <p:nvPr/>
        </p:nvSpPr>
        <p:spPr>
          <a:xfrm>
            <a:off x="3293608" y="5220941"/>
            <a:ext cx="1223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of clearance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F0D5AF8-36A9-F1F7-3DF3-9630F329A870}"/>
              </a:ext>
            </a:extLst>
          </p:cNvPr>
          <p:cNvSpPr txBox="1"/>
          <p:nvPr/>
        </p:nvSpPr>
        <p:spPr>
          <a:xfrm>
            <a:off x="5068301" y="5242830"/>
            <a:ext cx="8435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69D84F-25AD-9984-E08A-612868B7F4EF}"/>
              </a:ext>
            </a:extLst>
          </p:cNvPr>
          <p:cNvSpPr txBox="1"/>
          <p:nvPr/>
        </p:nvSpPr>
        <p:spPr>
          <a:xfrm>
            <a:off x="5868415" y="5244401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Type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7A5DB3-3E9E-873F-E754-0F7C423F376D}"/>
              </a:ext>
            </a:extLst>
          </p:cNvPr>
          <p:cNvSpPr txBox="1"/>
          <p:nvPr/>
        </p:nvSpPr>
        <p:spPr>
          <a:xfrm>
            <a:off x="4412704" y="5230872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F4C621-13E9-C551-2009-9FA0875B01F5}"/>
              </a:ext>
            </a:extLst>
          </p:cNvPr>
          <p:cNvSpPr txBox="1"/>
          <p:nvPr/>
        </p:nvSpPr>
        <p:spPr>
          <a:xfrm>
            <a:off x="2999204" y="5540165"/>
            <a:ext cx="2553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of entity/object on the left at time = 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8E2359-3256-66DD-05E8-3307EF2BB19E}"/>
              </a:ext>
            </a:extLst>
          </p:cNvPr>
          <p:cNvSpPr txBox="1"/>
          <p:nvPr/>
        </p:nvSpPr>
        <p:spPr>
          <a:xfrm>
            <a:off x="2980118" y="800218"/>
            <a:ext cx="2553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of entity/object on the left at time = 1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2558ADF-5D21-8B4E-CFAB-F7C69BFE90C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87122" y="1609186"/>
            <a:ext cx="295275" cy="14287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59829E0-A5D1-E6C1-00B3-49C4C79A379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86362" y="1609185"/>
            <a:ext cx="695325" cy="14287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CE6ED62-21D5-E1DE-36B0-8903E79CAA0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517708" y="1603647"/>
            <a:ext cx="685801" cy="17145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2E36EAE2-2B34-197D-B581-75C1890EEBB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75883" y="1604418"/>
            <a:ext cx="428625" cy="1524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407830C2-1799-7DF3-EE93-4BA702602A3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13225" y="1617938"/>
            <a:ext cx="381000" cy="142875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BA5425F-9F73-5218-237C-C9E9F753299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45634" y="5107763"/>
            <a:ext cx="438150" cy="161925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A33FB984-10D8-A4BE-7FB5-00EE959EE8C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529748" y="5102996"/>
            <a:ext cx="676275" cy="17145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5DBCBA80-73AA-EAE2-78E6-A8027D7F421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704676" y="5088908"/>
            <a:ext cx="428625" cy="180975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0804E316-03CF-0B95-1DA5-244F2208697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410737" y="5124196"/>
            <a:ext cx="685801" cy="161925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8E018AEC-0391-7EFD-7730-5484C37FC1E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426380" y="5102499"/>
            <a:ext cx="314325" cy="16192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4DD8D727-2146-4D7B-0EE2-1755D036719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870504" y="5071178"/>
            <a:ext cx="200025" cy="209549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4DF7A92D-CE22-D3C4-725C-0F2BE9C0333E}"/>
              </a:ext>
            </a:extLst>
          </p:cNvPr>
          <p:cNvSpPr txBox="1"/>
          <p:nvPr/>
        </p:nvSpPr>
        <p:spPr>
          <a:xfrm>
            <a:off x="10489200" y="5265455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Position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4243D52-11C8-99EA-7A13-120FA2B18B34}"/>
              </a:ext>
            </a:extLst>
          </p:cNvPr>
          <p:cNvSpPr txBox="1"/>
          <p:nvPr/>
        </p:nvSpPr>
        <p:spPr>
          <a:xfrm>
            <a:off x="11417454" y="5256300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Height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27C285-D271-DACB-AD22-38E5DB0C44FB}"/>
              </a:ext>
            </a:extLst>
          </p:cNvPr>
          <p:cNvSpPr txBox="1"/>
          <p:nvPr/>
        </p:nvSpPr>
        <p:spPr>
          <a:xfrm>
            <a:off x="12409232" y="5265197"/>
            <a:ext cx="1223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of clearance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EDDC217-1654-D1DA-692B-A8A2B5824DED}"/>
              </a:ext>
            </a:extLst>
          </p:cNvPr>
          <p:cNvSpPr txBox="1"/>
          <p:nvPr/>
        </p:nvSpPr>
        <p:spPr>
          <a:xfrm>
            <a:off x="14340831" y="5297890"/>
            <a:ext cx="8435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D359EED-E7EC-A86F-CBC8-53D92B773FE9}"/>
              </a:ext>
            </a:extLst>
          </p:cNvPr>
          <p:cNvSpPr txBox="1"/>
          <p:nvPr/>
        </p:nvSpPr>
        <p:spPr>
          <a:xfrm>
            <a:off x="15190475" y="5298449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Type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7AB8E44-3FBE-81D1-DA53-F3F3B6D0B9F2}"/>
              </a:ext>
            </a:extLst>
          </p:cNvPr>
          <p:cNvSpPr txBox="1"/>
          <p:nvPr/>
        </p:nvSpPr>
        <p:spPr>
          <a:xfrm>
            <a:off x="13596908" y="5275128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D0A5C03D-BD0D-9C1E-2501-9BF4E9390D8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287344" y="5759021"/>
            <a:ext cx="847725" cy="17145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15BA9D5C-88E2-CB30-AE62-164DF4D15E83}"/>
              </a:ext>
            </a:extLst>
          </p:cNvPr>
          <p:cNvSpPr txBox="1"/>
          <p:nvPr/>
        </p:nvSpPr>
        <p:spPr>
          <a:xfrm>
            <a:off x="12267094" y="5532712"/>
            <a:ext cx="2553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of entity/object on the left at time = 0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3D5AACC4-16C3-1914-4BCD-F5EB4DE250E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129711" y="992591"/>
            <a:ext cx="828675" cy="15240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A1C0FF5C-1A70-42D5-6E8D-EE8FA9631E5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859954" y="1617936"/>
            <a:ext cx="438150" cy="17145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1E37DBF4-CB86-1C8A-922A-C7350E483E53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42757" y="1656870"/>
            <a:ext cx="723900" cy="142875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17ADF7ED-88D8-AC4E-F9C9-81918EDA91DF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2840739" y="1631896"/>
            <a:ext cx="438150" cy="14287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FF59BCD5-6712-045C-2DA1-80314EAB371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3911389" y="1617936"/>
            <a:ext cx="228601" cy="17145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84EB71AD-5265-2A6A-F0CD-15D73F6F84DD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4637435" y="1628293"/>
            <a:ext cx="676275" cy="17145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879699A3-5E5D-4212-D501-025616A317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5554195" y="1633178"/>
            <a:ext cx="266700" cy="161925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40A46CF0-20B2-18FF-8F9C-0F1C784BCEC9}"/>
              </a:ext>
            </a:extLst>
          </p:cNvPr>
          <p:cNvSpPr txBox="1"/>
          <p:nvPr/>
        </p:nvSpPr>
        <p:spPr>
          <a:xfrm>
            <a:off x="12183130" y="658227"/>
            <a:ext cx="2553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of entity/object on the left at time = 1</a:t>
            </a: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4710930C-050D-A927-D281-943EA5667253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2191893" y="2475353"/>
            <a:ext cx="1371600" cy="714375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C6447A14-9401-2D2F-1113-9DED6F4BE3EC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3256031" y="3241669"/>
            <a:ext cx="1362074" cy="666749"/>
          </a:xfrm>
          <a:prstGeom prst="rect">
            <a:avLst/>
          </a:prstGeom>
        </p:spPr>
      </p:pic>
      <p:sp>
        <p:nvSpPr>
          <p:cNvPr id="118" name="Rectangle 117">
            <a:extLst>
              <a:ext uri="{FF2B5EF4-FFF2-40B4-BE49-F238E27FC236}">
                <a16:creationId xmlns:a16="http://schemas.microsoft.com/office/drawing/2014/main" id="{631EFD58-B9C1-A108-EDE0-1442B4AFCA70}"/>
              </a:ext>
            </a:extLst>
          </p:cNvPr>
          <p:cNvSpPr/>
          <p:nvPr/>
        </p:nvSpPr>
        <p:spPr>
          <a:xfrm>
            <a:off x="34293" y="4617720"/>
            <a:ext cx="8430623" cy="1977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ADE1047-C8B6-3F1E-75F8-9364F8EFC616}"/>
              </a:ext>
            </a:extLst>
          </p:cNvPr>
          <p:cNvSpPr/>
          <p:nvPr/>
        </p:nvSpPr>
        <p:spPr>
          <a:xfrm>
            <a:off x="34292" y="231709"/>
            <a:ext cx="8430623" cy="197739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499AE143-FA11-5922-8AC8-852C94EBFB74}"/>
              </a:ext>
            </a:extLst>
          </p:cNvPr>
          <p:cNvCxnSpPr>
            <a:stCxn id="57" idx="1"/>
          </p:cNvCxnSpPr>
          <p:nvPr/>
        </p:nvCxnSpPr>
        <p:spPr>
          <a:xfrm rot="10800000">
            <a:off x="3836208" y="3241671"/>
            <a:ext cx="225638" cy="5371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F94EC99D-8CF2-D548-461F-1A27B955BCC9}"/>
              </a:ext>
            </a:extLst>
          </p:cNvPr>
          <p:cNvCxnSpPr/>
          <p:nvPr/>
        </p:nvCxnSpPr>
        <p:spPr>
          <a:xfrm flipV="1">
            <a:off x="3675880" y="3220392"/>
            <a:ext cx="0" cy="1376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F90543D-8511-EC16-0E1C-46FECF7A2925}"/>
              </a:ext>
            </a:extLst>
          </p:cNvPr>
          <p:cNvCxnSpPr>
            <a:cxnSpLocks/>
          </p:cNvCxnSpPr>
          <p:nvPr/>
        </p:nvCxnSpPr>
        <p:spPr>
          <a:xfrm flipH="1" flipV="1">
            <a:off x="4001441" y="2269611"/>
            <a:ext cx="1" cy="1872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Curved 126">
            <a:extLst>
              <a:ext uri="{FF2B5EF4-FFF2-40B4-BE49-F238E27FC236}">
                <a16:creationId xmlns:a16="http://schemas.microsoft.com/office/drawing/2014/main" id="{34BB2F8A-F661-E6E6-7B82-81E9D77B3889}"/>
              </a:ext>
            </a:extLst>
          </p:cNvPr>
          <p:cNvCxnSpPr>
            <a:cxnSpLocks/>
          </p:cNvCxnSpPr>
          <p:nvPr/>
        </p:nvCxnSpPr>
        <p:spPr>
          <a:xfrm>
            <a:off x="4737459" y="2836920"/>
            <a:ext cx="270333" cy="512071"/>
          </a:xfrm>
          <a:prstGeom prst="curvedConnector2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FF9C7AF-C86A-520C-FD5C-FB567D797B15}"/>
              </a:ext>
            </a:extLst>
          </p:cNvPr>
          <p:cNvSpPr/>
          <p:nvPr/>
        </p:nvSpPr>
        <p:spPr>
          <a:xfrm>
            <a:off x="9011670" y="223248"/>
            <a:ext cx="8430623" cy="197739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C187247-DCAB-E23D-0DFF-0E5A2FD98383}"/>
              </a:ext>
            </a:extLst>
          </p:cNvPr>
          <p:cNvSpPr/>
          <p:nvPr/>
        </p:nvSpPr>
        <p:spPr>
          <a:xfrm>
            <a:off x="9014911" y="4596444"/>
            <a:ext cx="8430623" cy="1977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2" name="Connector: Curved 131">
            <a:extLst>
              <a:ext uri="{FF2B5EF4-FFF2-40B4-BE49-F238E27FC236}">
                <a16:creationId xmlns:a16="http://schemas.microsoft.com/office/drawing/2014/main" id="{DFCB1FF3-CFEF-E7A9-CA6A-8A13BD7DDBBB}"/>
              </a:ext>
            </a:extLst>
          </p:cNvPr>
          <p:cNvCxnSpPr>
            <a:cxnSpLocks/>
          </p:cNvCxnSpPr>
          <p:nvPr/>
        </p:nvCxnSpPr>
        <p:spPr>
          <a:xfrm>
            <a:off x="13600171" y="2704897"/>
            <a:ext cx="270333" cy="512071"/>
          </a:xfrm>
          <a:prstGeom prst="curvedConnector2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0152A6DE-1FE3-0EC0-D519-CD6A0DDA9562}"/>
              </a:ext>
            </a:extLst>
          </p:cNvPr>
          <p:cNvCxnSpPr/>
          <p:nvPr/>
        </p:nvCxnSpPr>
        <p:spPr>
          <a:xfrm rot="10800000">
            <a:off x="13016964" y="3178298"/>
            <a:ext cx="225638" cy="5371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4E6D6C1-BF2E-A1F3-CC37-D708C8B15969}"/>
              </a:ext>
            </a:extLst>
          </p:cNvPr>
          <p:cNvCxnSpPr/>
          <p:nvPr/>
        </p:nvCxnSpPr>
        <p:spPr>
          <a:xfrm flipV="1">
            <a:off x="12773253" y="3194106"/>
            <a:ext cx="0" cy="1376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CB878C4-0B98-0A8C-339B-A850A72E02C8}"/>
              </a:ext>
            </a:extLst>
          </p:cNvPr>
          <p:cNvCxnSpPr>
            <a:cxnSpLocks/>
          </p:cNvCxnSpPr>
          <p:nvPr/>
        </p:nvCxnSpPr>
        <p:spPr>
          <a:xfrm flipH="1" flipV="1">
            <a:off x="12886361" y="2250561"/>
            <a:ext cx="1" cy="1872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BBDDD92C-6A0F-5815-3343-7FF43EC6060D}"/>
              </a:ext>
            </a:extLst>
          </p:cNvPr>
          <p:cNvSpPr txBox="1"/>
          <p:nvPr/>
        </p:nvSpPr>
        <p:spPr>
          <a:xfrm>
            <a:off x="3032101" y="343014"/>
            <a:ext cx="274305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Inconsistent test event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DEBE36C-30E6-EAD2-B64C-10F33183F696}"/>
              </a:ext>
            </a:extLst>
          </p:cNvPr>
          <p:cNvSpPr txBox="1"/>
          <p:nvPr/>
        </p:nvSpPr>
        <p:spPr>
          <a:xfrm>
            <a:off x="12051789" y="312373"/>
            <a:ext cx="257634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Consistent test event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2DEC1A7-D8DC-2021-CACE-D135FD5C43CC}"/>
              </a:ext>
            </a:extLst>
          </p:cNvPr>
          <p:cNvCxnSpPr/>
          <p:nvPr/>
        </p:nvCxnSpPr>
        <p:spPr>
          <a:xfrm>
            <a:off x="8721090" y="171450"/>
            <a:ext cx="0" cy="6377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0C49FA6-5433-656C-4A8F-F5F84E596E38}"/>
              </a:ext>
            </a:extLst>
          </p:cNvPr>
          <p:cNvSpPr/>
          <p:nvPr/>
        </p:nvSpPr>
        <p:spPr>
          <a:xfrm>
            <a:off x="432031" y="6176395"/>
            <a:ext cx="1307076" cy="186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A59DD1-826D-AB82-6812-DEEE9B4CD10F}"/>
              </a:ext>
            </a:extLst>
          </p:cNvPr>
          <p:cNvSpPr/>
          <p:nvPr/>
        </p:nvSpPr>
        <p:spPr>
          <a:xfrm>
            <a:off x="7266879" y="6157080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65363-851F-D502-958D-B4D6B7BC2573}"/>
              </a:ext>
            </a:extLst>
          </p:cNvPr>
          <p:cNvSpPr/>
          <p:nvPr/>
        </p:nvSpPr>
        <p:spPr>
          <a:xfrm>
            <a:off x="4867823" y="5044879"/>
            <a:ext cx="250948" cy="1844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41B291-F717-B648-833C-318B2F32A008}"/>
              </a:ext>
            </a:extLst>
          </p:cNvPr>
          <p:cNvSpPr/>
          <p:nvPr/>
        </p:nvSpPr>
        <p:spPr>
          <a:xfrm>
            <a:off x="4470514" y="5043819"/>
            <a:ext cx="250948" cy="1844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38095A-E374-A5D5-DC3E-C6E936B7F112}"/>
              </a:ext>
            </a:extLst>
          </p:cNvPr>
          <p:cNvSpPr/>
          <p:nvPr/>
        </p:nvSpPr>
        <p:spPr>
          <a:xfrm>
            <a:off x="4622913" y="5213453"/>
            <a:ext cx="392759" cy="110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ACFB3B-D6FE-408B-2972-23220A0CDDC7}"/>
              </a:ext>
            </a:extLst>
          </p:cNvPr>
          <p:cNvSpPr/>
          <p:nvPr/>
        </p:nvSpPr>
        <p:spPr>
          <a:xfrm>
            <a:off x="4627988" y="4948262"/>
            <a:ext cx="392759" cy="110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293C5-AABF-7E12-1059-6B15676E3C9B}"/>
              </a:ext>
            </a:extLst>
          </p:cNvPr>
          <p:cNvSpPr/>
          <p:nvPr/>
        </p:nvSpPr>
        <p:spPr>
          <a:xfrm>
            <a:off x="4432855" y="1765417"/>
            <a:ext cx="392759" cy="110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EEC4F5-5C43-7AC5-F120-20BC419AA801}"/>
              </a:ext>
            </a:extLst>
          </p:cNvPr>
          <p:cNvSpPr/>
          <p:nvPr/>
        </p:nvSpPr>
        <p:spPr>
          <a:xfrm flipV="1">
            <a:off x="4490909" y="1581342"/>
            <a:ext cx="141645" cy="236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AB39E1-9A12-E8D6-E0B0-F102B745AFFF}"/>
              </a:ext>
            </a:extLst>
          </p:cNvPr>
          <p:cNvSpPr/>
          <p:nvPr/>
        </p:nvSpPr>
        <p:spPr>
          <a:xfrm flipV="1">
            <a:off x="4808598" y="1581342"/>
            <a:ext cx="141645" cy="236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888DAB-3D39-BF55-FC17-1DF81D88634D}"/>
              </a:ext>
            </a:extLst>
          </p:cNvPr>
          <p:cNvSpPr/>
          <p:nvPr/>
        </p:nvSpPr>
        <p:spPr>
          <a:xfrm>
            <a:off x="7260571" y="1677968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48A6AB-B2CA-A1EC-0C8B-17FBE885A38F}"/>
              </a:ext>
            </a:extLst>
          </p:cNvPr>
          <p:cNvSpPr/>
          <p:nvPr/>
        </p:nvSpPr>
        <p:spPr>
          <a:xfrm>
            <a:off x="445804" y="1637611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61DB19-E366-6520-C275-038B19D78F6D}"/>
              </a:ext>
            </a:extLst>
          </p:cNvPr>
          <p:cNvSpPr/>
          <p:nvPr/>
        </p:nvSpPr>
        <p:spPr>
          <a:xfrm>
            <a:off x="9406486" y="1699732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A1F524-38CD-57EB-9E9B-548F1D5026E8}"/>
              </a:ext>
            </a:extLst>
          </p:cNvPr>
          <p:cNvSpPr/>
          <p:nvPr/>
        </p:nvSpPr>
        <p:spPr>
          <a:xfrm>
            <a:off x="16248085" y="1649395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F2F09F-A9E6-5B97-32B2-C88102880FF7}"/>
              </a:ext>
            </a:extLst>
          </p:cNvPr>
          <p:cNvSpPr/>
          <p:nvPr/>
        </p:nvSpPr>
        <p:spPr>
          <a:xfrm>
            <a:off x="9390415" y="6138784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7FA793-E6A5-670E-B3B7-F94918FCD7A6}"/>
              </a:ext>
            </a:extLst>
          </p:cNvPr>
          <p:cNvSpPr/>
          <p:nvPr/>
        </p:nvSpPr>
        <p:spPr>
          <a:xfrm>
            <a:off x="16286903" y="6131704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FB4EE9-3353-AAD7-038D-1074F6A57AB9}"/>
              </a:ext>
            </a:extLst>
          </p:cNvPr>
          <p:cNvSpPr/>
          <p:nvPr/>
        </p:nvSpPr>
        <p:spPr>
          <a:xfrm>
            <a:off x="14051645" y="4995850"/>
            <a:ext cx="280477" cy="2961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EA3C724-FD0F-F3F4-0D2C-3AFFCECC100A}"/>
              </a:ext>
            </a:extLst>
          </p:cNvPr>
          <p:cNvSpPr/>
          <p:nvPr/>
        </p:nvSpPr>
        <p:spPr>
          <a:xfrm>
            <a:off x="13829016" y="5234618"/>
            <a:ext cx="280477" cy="89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68EC74-88CE-6D44-7ADB-18405E8AFB7C}"/>
              </a:ext>
            </a:extLst>
          </p:cNvPr>
          <p:cNvSpPr/>
          <p:nvPr/>
        </p:nvSpPr>
        <p:spPr>
          <a:xfrm>
            <a:off x="13869534" y="4999371"/>
            <a:ext cx="280477" cy="89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F0650E-4EF2-F959-34A6-37192336765B}"/>
              </a:ext>
            </a:extLst>
          </p:cNvPr>
          <p:cNvSpPr/>
          <p:nvPr/>
        </p:nvSpPr>
        <p:spPr>
          <a:xfrm>
            <a:off x="13684219" y="1607392"/>
            <a:ext cx="266700" cy="194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CFEF48-BB54-797C-D54B-954152522860}"/>
              </a:ext>
            </a:extLst>
          </p:cNvPr>
          <p:cNvSpPr/>
          <p:nvPr/>
        </p:nvSpPr>
        <p:spPr>
          <a:xfrm>
            <a:off x="14105066" y="1617936"/>
            <a:ext cx="266700" cy="194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BBE174-9BD0-EA6D-FC18-EB1E61CE5085}"/>
              </a:ext>
            </a:extLst>
          </p:cNvPr>
          <p:cNvSpPr/>
          <p:nvPr/>
        </p:nvSpPr>
        <p:spPr>
          <a:xfrm>
            <a:off x="13944138" y="1774727"/>
            <a:ext cx="266700" cy="194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8224D4-4088-3259-2747-E268C91EB487}"/>
              </a:ext>
            </a:extLst>
          </p:cNvPr>
          <p:cNvSpPr txBox="1"/>
          <p:nvPr/>
        </p:nvSpPr>
        <p:spPr>
          <a:xfrm>
            <a:off x="21831" y="4830044"/>
            <a:ext cx="12875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Entity/object features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2DCD03-0756-BBF0-A4BD-2DA2E431AD4E}"/>
              </a:ext>
            </a:extLst>
          </p:cNvPr>
          <p:cNvSpPr txBox="1"/>
          <p:nvPr/>
        </p:nvSpPr>
        <p:spPr>
          <a:xfrm>
            <a:off x="7175984" y="4848264"/>
            <a:ext cx="12875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Entity/object features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88E8E95-21B3-DAAB-0B3C-60948CDDA44A}"/>
              </a:ext>
            </a:extLst>
          </p:cNvPr>
          <p:cNvCxnSpPr>
            <a:cxnSpLocks/>
          </p:cNvCxnSpPr>
          <p:nvPr/>
        </p:nvCxnSpPr>
        <p:spPr>
          <a:xfrm flipV="1">
            <a:off x="1739107" y="488981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101C8CF-BC39-830E-8157-22E56025CEE3}"/>
              </a:ext>
            </a:extLst>
          </p:cNvPr>
          <p:cNvSpPr txBox="1"/>
          <p:nvPr/>
        </p:nvSpPr>
        <p:spPr>
          <a:xfrm>
            <a:off x="1473614" y="4677146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39303DD-5A6C-C480-311E-D8ED7238FB7A}"/>
              </a:ext>
            </a:extLst>
          </p:cNvPr>
          <p:cNvCxnSpPr>
            <a:cxnSpLocks/>
          </p:cNvCxnSpPr>
          <p:nvPr/>
        </p:nvCxnSpPr>
        <p:spPr>
          <a:xfrm flipV="1">
            <a:off x="2577307" y="4909864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040B598-19C3-C03A-303B-B1C693F12CAC}"/>
              </a:ext>
            </a:extLst>
          </p:cNvPr>
          <p:cNvSpPr txBox="1"/>
          <p:nvPr/>
        </p:nvSpPr>
        <p:spPr>
          <a:xfrm>
            <a:off x="2254923" y="4709334"/>
            <a:ext cx="7232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Height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2AA17D-49EC-16AB-6E57-061745EEF4FD}"/>
              </a:ext>
            </a:extLst>
          </p:cNvPr>
          <p:cNvSpPr txBox="1"/>
          <p:nvPr/>
        </p:nvSpPr>
        <p:spPr>
          <a:xfrm>
            <a:off x="3381233" y="4691989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Clearance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B82EA07-5116-3B3E-B22A-A0D1D6E9E9B5}"/>
              </a:ext>
            </a:extLst>
          </p:cNvPr>
          <p:cNvCxnSpPr>
            <a:cxnSpLocks/>
          </p:cNvCxnSpPr>
          <p:nvPr/>
        </p:nvCxnSpPr>
        <p:spPr>
          <a:xfrm flipV="1">
            <a:off x="3764417" y="4905852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433212C-E831-9DB2-8924-46C9D10210E6}"/>
              </a:ext>
            </a:extLst>
          </p:cNvPr>
          <p:cNvCxnSpPr>
            <a:cxnSpLocks/>
          </p:cNvCxnSpPr>
          <p:nvPr/>
        </p:nvCxnSpPr>
        <p:spPr>
          <a:xfrm flipV="1">
            <a:off x="5601240" y="4913872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1267861-2581-B0FA-7E18-1CD7D07CCA51}"/>
              </a:ext>
            </a:extLst>
          </p:cNvPr>
          <p:cNvSpPr txBox="1"/>
          <p:nvPr/>
        </p:nvSpPr>
        <p:spPr>
          <a:xfrm>
            <a:off x="5115429" y="4675773"/>
            <a:ext cx="9396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 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FE4F1A-7895-56D4-00ED-9F5A1D457071}"/>
              </a:ext>
            </a:extLst>
          </p:cNvPr>
          <p:cNvSpPr txBox="1"/>
          <p:nvPr/>
        </p:nvSpPr>
        <p:spPr>
          <a:xfrm>
            <a:off x="6028572" y="4699167"/>
            <a:ext cx="9717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Curved Motion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EF950AA-AD9C-4497-27A7-E76F43A3F2B3}"/>
              </a:ext>
            </a:extLst>
          </p:cNvPr>
          <p:cNvCxnSpPr>
            <a:cxnSpLocks/>
          </p:cNvCxnSpPr>
          <p:nvPr/>
        </p:nvCxnSpPr>
        <p:spPr>
          <a:xfrm flipV="1">
            <a:off x="6379283" y="4921891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6387ED9-B125-0B7D-2408-B21C94170EE3}"/>
              </a:ext>
            </a:extLst>
          </p:cNvPr>
          <p:cNvCxnSpPr>
            <a:cxnSpLocks/>
          </p:cNvCxnSpPr>
          <p:nvPr/>
        </p:nvCxnSpPr>
        <p:spPr>
          <a:xfrm flipV="1">
            <a:off x="10747804" y="4909950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CAFFAAC-DE49-1ADD-5AFD-956BD871E4C7}"/>
              </a:ext>
            </a:extLst>
          </p:cNvPr>
          <p:cNvSpPr txBox="1"/>
          <p:nvPr/>
        </p:nvSpPr>
        <p:spPr>
          <a:xfrm>
            <a:off x="10482311" y="4697280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D6E6E05-68B7-ACE9-C689-3D76C1826BA6}"/>
              </a:ext>
            </a:extLst>
          </p:cNvPr>
          <p:cNvCxnSpPr>
            <a:cxnSpLocks/>
          </p:cNvCxnSpPr>
          <p:nvPr/>
        </p:nvCxnSpPr>
        <p:spPr>
          <a:xfrm flipV="1">
            <a:off x="11586004" y="4929998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3A53C93-AFE5-E1AF-A2B8-C3DB45F824FB}"/>
              </a:ext>
            </a:extLst>
          </p:cNvPr>
          <p:cNvSpPr txBox="1"/>
          <p:nvPr/>
        </p:nvSpPr>
        <p:spPr>
          <a:xfrm>
            <a:off x="11263620" y="4729468"/>
            <a:ext cx="7232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Height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D600D2-7764-5798-1B81-A626A9C83220}"/>
              </a:ext>
            </a:extLst>
          </p:cNvPr>
          <p:cNvSpPr txBox="1"/>
          <p:nvPr/>
        </p:nvSpPr>
        <p:spPr>
          <a:xfrm>
            <a:off x="12389930" y="4712123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Clearance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8C1A1FE-5317-0F89-8483-AF637E0A88BC}"/>
              </a:ext>
            </a:extLst>
          </p:cNvPr>
          <p:cNvCxnSpPr>
            <a:cxnSpLocks/>
          </p:cNvCxnSpPr>
          <p:nvPr/>
        </p:nvCxnSpPr>
        <p:spPr>
          <a:xfrm flipV="1">
            <a:off x="12773114" y="492598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DC47AF2-5BE5-0501-7824-A3993F4CEAEE}"/>
              </a:ext>
            </a:extLst>
          </p:cNvPr>
          <p:cNvCxnSpPr>
            <a:cxnSpLocks/>
          </p:cNvCxnSpPr>
          <p:nvPr/>
        </p:nvCxnSpPr>
        <p:spPr>
          <a:xfrm flipV="1">
            <a:off x="14465555" y="493400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75C7BAEB-9099-8D0D-573A-F3AD7C26D241}"/>
              </a:ext>
            </a:extLst>
          </p:cNvPr>
          <p:cNvSpPr txBox="1"/>
          <p:nvPr/>
        </p:nvSpPr>
        <p:spPr>
          <a:xfrm>
            <a:off x="14124126" y="4695907"/>
            <a:ext cx="7232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Height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8B279B5-6808-AFB8-B78B-464D7667B39C}"/>
              </a:ext>
            </a:extLst>
          </p:cNvPr>
          <p:cNvSpPr txBox="1"/>
          <p:nvPr/>
        </p:nvSpPr>
        <p:spPr>
          <a:xfrm>
            <a:off x="15037269" y="4683205"/>
            <a:ext cx="998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Motion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54E915A-6EF4-7BC0-CCB1-0636F9162600}"/>
              </a:ext>
            </a:extLst>
          </p:cNvPr>
          <p:cNvCxnSpPr>
            <a:cxnSpLocks/>
          </p:cNvCxnSpPr>
          <p:nvPr/>
        </p:nvCxnSpPr>
        <p:spPr>
          <a:xfrm flipV="1">
            <a:off x="15496265" y="4929993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B8FBE5B1-D39B-10AA-BCBD-65F143549CBE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661058" y="5086195"/>
            <a:ext cx="409575" cy="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3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9BCE945-E225-E75E-B2B8-750167ECD484}"/>
              </a:ext>
            </a:extLst>
          </p:cNvPr>
          <p:cNvSpPr txBox="1"/>
          <p:nvPr/>
        </p:nvSpPr>
        <p:spPr>
          <a:xfrm>
            <a:off x="2427560" y="5212044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Height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D8133E-270D-F132-1C9D-C170016B38B3}"/>
              </a:ext>
            </a:extLst>
          </p:cNvPr>
          <p:cNvSpPr txBox="1"/>
          <p:nvPr/>
        </p:nvSpPr>
        <p:spPr>
          <a:xfrm>
            <a:off x="1499306" y="5221199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Position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972439-2639-8F07-AA88-5ACBFC17D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1" y="5040475"/>
            <a:ext cx="1371600" cy="1228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0F8BAC-AB84-F9C8-EDA4-6C640FC4E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100" y="5028443"/>
            <a:ext cx="1371600" cy="1209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EEF883-5CB9-3890-2AF3-A60ACE481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31" y="335886"/>
            <a:ext cx="1362075" cy="1200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818C46-DD1D-7284-018B-9114FD7C9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0328" y="329606"/>
            <a:ext cx="1352550" cy="12096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773757-BC40-9587-B97D-BF47E120BE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415" y="5040475"/>
            <a:ext cx="447675" cy="152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5C1683-74B4-4FA1-B8A0-D07DD0EBAC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2447" y="5040475"/>
            <a:ext cx="676275" cy="1428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6B5FC3-2310-34AE-229D-E85323A3CCDC}"/>
              </a:ext>
            </a:extLst>
          </p:cNvPr>
          <p:cNvSpPr txBox="1"/>
          <p:nvPr/>
        </p:nvSpPr>
        <p:spPr>
          <a:xfrm>
            <a:off x="3293608" y="5220941"/>
            <a:ext cx="1223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of clearance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D41E6E-0BC0-48F5-A2D4-FC531E435BDC}"/>
              </a:ext>
            </a:extLst>
          </p:cNvPr>
          <p:cNvSpPr txBox="1"/>
          <p:nvPr/>
        </p:nvSpPr>
        <p:spPr>
          <a:xfrm>
            <a:off x="5068301" y="5242830"/>
            <a:ext cx="8435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446DA8-FA7F-37FE-B510-E30EF5D413B4}"/>
              </a:ext>
            </a:extLst>
          </p:cNvPr>
          <p:cNvSpPr txBox="1"/>
          <p:nvPr/>
        </p:nvSpPr>
        <p:spPr>
          <a:xfrm>
            <a:off x="5868415" y="5244401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Type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0E1ECB-BD08-BF85-E25D-6CB2322DABCF}"/>
              </a:ext>
            </a:extLst>
          </p:cNvPr>
          <p:cNvSpPr txBox="1"/>
          <p:nvPr/>
        </p:nvSpPr>
        <p:spPr>
          <a:xfrm>
            <a:off x="4412704" y="5230872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58F2978-6008-D107-761C-F17EC5D48E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1058" y="5040475"/>
            <a:ext cx="409575" cy="1428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EA2305-DC61-0443-CB5C-3CB5F5B932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3090" y="5028443"/>
            <a:ext cx="695325" cy="1714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82A57FD-5865-0BFD-FDE4-2A44D19971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0120" y="5042982"/>
            <a:ext cx="295275" cy="1619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B01985D-F819-936C-7E2B-B7F34B136B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4185" y="5040475"/>
            <a:ext cx="180975" cy="2000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C40D635-ED49-D7E7-124F-FF555B1F10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9295" y="5799841"/>
            <a:ext cx="847725" cy="1809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55C1D2E-1FBC-CC7E-32E4-08CC2BC073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231" y="4693318"/>
            <a:ext cx="314325" cy="1905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5A55B2E-59B9-B81F-E5BE-80163D17338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12950" y="4693318"/>
            <a:ext cx="285750" cy="1524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0BF80C2-ABAC-55AB-AE9C-D96F90416E7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47808" y="1571124"/>
            <a:ext cx="295275" cy="1524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D2CDD51-FE77-10ED-A6C3-4DBD377580D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281" y="1611730"/>
            <a:ext cx="295275" cy="16192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27952D9-CF84-4E44-0224-663A9D0CE28A}"/>
              </a:ext>
            </a:extLst>
          </p:cNvPr>
          <p:cNvSpPr txBox="1"/>
          <p:nvPr/>
        </p:nvSpPr>
        <p:spPr>
          <a:xfrm>
            <a:off x="2999204" y="5540165"/>
            <a:ext cx="2553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of entity/object on the left at time = 0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11C19DB-79EF-82E4-F75F-CDC1025FE79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88627" y="1290625"/>
            <a:ext cx="409575" cy="1524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24E2CD6-25DE-89B0-D843-92D4CDD7B11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99901" y="1256298"/>
            <a:ext cx="685800" cy="17145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DF93559-25A0-17E8-E57B-6F5F67F4AC2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5007" y="1253183"/>
            <a:ext cx="438150" cy="17145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6B60B92-722A-FE6B-CCED-212FE6E0C31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95134" y="1256088"/>
            <a:ext cx="219075" cy="20002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5F7239C-432A-3ECB-81C4-D91AFFB6478B}"/>
              </a:ext>
            </a:extLst>
          </p:cNvPr>
          <p:cNvSpPr txBox="1"/>
          <p:nvPr/>
        </p:nvSpPr>
        <p:spPr>
          <a:xfrm>
            <a:off x="21831" y="4830044"/>
            <a:ext cx="12875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Entity/object features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9AF6C8-C7D4-5533-8070-66E638134C80}"/>
              </a:ext>
            </a:extLst>
          </p:cNvPr>
          <p:cNvSpPr txBox="1"/>
          <p:nvPr/>
        </p:nvSpPr>
        <p:spPr>
          <a:xfrm>
            <a:off x="7175984" y="4812168"/>
            <a:ext cx="12875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Entity/object features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7173DB2-25EC-1252-47E1-FF51E7CA3488}"/>
              </a:ext>
            </a:extLst>
          </p:cNvPr>
          <p:cNvCxnSpPr>
            <a:cxnSpLocks/>
          </p:cNvCxnSpPr>
          <p:nvPr/>
        </p:nvCxnSpPr>
        <p:spPr>
          <a:xfrm flipV="1">
            <a:off x="1867696" y="4853470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D030D4F-3C66-ECC5-51CF-600EC3B670E0}"/>
              </a:ext>
            </a:extLst>
          </p:cNvPr>
          <p:cNvSpPr txBox="1"/>
          <p:nvPr/>
        </p:nvSpPr>
        <p:spPr>
          <a:xfrm>
            <a:off x="1602203" y="4640800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04F0438-F649-EC24-36CC-35E3A6A82A0C}"/>
              </a:ext>
            </a:extLst>
          </p:cNvPr>
          <p:cNvCxnSpPr>
            <a:cxnSpLocks/>
          </p:cNvCxnSpPr>
          <p:nvPr/>
        </p:nvCxnSpPr>
        <p:spPr>
          <a:xfrm flipV="1">
            <a:off x="2597608" y="4873518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C9666BE-08B8-4741-867E-BA3B72E95141}"/>
              </a:ext>
            </a:extLst>
          </p:cNvPr>
          <p:cNvSpPr txBox="1"/>
          <p:nvPr/>
        </p:nvSpPr>
        <p:spPr>
          <a:xfrm>
            <a:off x="2263195" y="4672988"/>
            <a:ext cx="7232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Height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0968DD-AF2A-4498-5551-2BB540C72FEC}"/>
              </a:ext>
            </a:extLst>
          </p:cNvPr>
          <p:cNvSpPr txBox="1"/>
          <p:nvPr/>
        </p:nvSpPr>
        <p:spPr>
          <a:xfrm>
            <a:off x="3509822" y="4655643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Clearance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6FCD17-D722-6548-7255-02C7D55998E2}"/>
              </a:ext>
            </a:extLst>
          </p:cNvPr>
          <p:cNvCxnSpPr>
            <a:cxnSpLocks/>
          </p:cNvCxnSpPr>
          <p:nvPr/>
        </p:nvCxnSpPr>
        <p:spPr>
          <a:xfrm flipV="1">
            <a:off x="3724562" y="486950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60D899D-C0EF-2BC3-BFF4-98C719E802CD}"/>
              </a:ext>
            </a:extLst>
          </p:cNvPr>
          <p:cNvCxnSpPr>
            <a:cxnSpLocks/>
          </p:cNvCxnSpPr>
          <p:nvPr/>
        </p:nvCxnSpPr>
        <p:spPr>
          <a:xfrm flipV="1">
            <a:off x="5657637" y="487752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1CEDF0F-868C-EBA4-5B69-17AD67F7A9B0}"/>
              </a:ext>
            </a:extLst>
          </p:cNvPr>
          <p:cNvSpPr txBox="1"/>
          <p:nvPr/>
        </p:nvSpPr>
        <p:spPr>
          <a:xfrm>
            <a:off x="5244018" y="4639427"/>
            <a:ext cx="9396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 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D54596-EAA3-6A8C-E8A6-BB0DB8161598}"/>
              </a:ext>
            </a:extLst>
          </p:cNvPr>
          <p:cNvSpPr txBox="1"/>
          <p:nvPr/>
        </p:nvSpPr>
        <p:spPr>
          <a:xfrm>
            <a:off x="6084969" y="4650789"/>
            <a:ext cx="9717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Curved Motion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F747466-3950-0A3F-2A3C-D30766035FA9}"/>
              </a:ext>
            </a:extLst>
          </p:cNvPr>
          <p:cNvCxnSpPr>
            <a:cxnSpLocks/>
          </p:cNvCxnSpPr>
          <p:nvPr/>
        </p:nvCxnSpPr>
        <p:spPr>
          <a:xfrm flipV="1">
            <a:off x="6411616" y="4885545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7956335C-5EC3-F785-C9D5-C22F41CDE68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51581" y="2491356"/>
            <a:ext cx="1381125" cy="6858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F4180E4-6741-B275-585F-BC51BAB4667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21149" y="3435030"/>
            <a:ext cx="1371600" cy="67627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12BFD5C-8920-543D-0D7A-73FC6784EDE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84555" y="5014155"/>
            <a:ext cx="1390650" cy="123825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F21B337D-763E-1302-31B8-A6D79BEEFB0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978645" y="5052267"/>
            <a:ext cx="1371600" cy="11811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E613A7BB-6548-080D-B00A-9CAFB2AA17F9}"/>
              </a:ext>
            </a:extLst>
          </p:cNvPr>
          <p:cNvSpPr txBox="1"/>
          <p:nvPr/>
        </p:nvSpPr>
        <p:spPr>
          <a:xfrm>
            <a:off x="10489200" y="5265455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Position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2F819D-3FD5-F5A8-5E7E-96F99F4FB9D9}"/>
              </a:ext>
            </a:extLst>
          </p:cNvPr>
          <p:cNvSpPr txBox="1"/>
          <p:nvPr/>
        </p:nvSpPr>
        <p:spPr>
          <a:xfrm>
            <a:off x="11417454" y="5256300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Height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29B7DA9-E944-DF5C-2282-A39A0C65F2C6}"/>
              </a:ext>
            </a:extLst>
          </p:cNvPr>
          <p:cNvSpPr txBox="1"/>
          <p:nvPr/>
        </p:nvSpPr>
        <p:spPr>
          <a:xfrm>
            <a:off x="12409232" y="5265197"/>
            <a:ext cx="1223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of clearance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0463217-824F-53C5-FA25-5492E08A58D2}"/>
              </a:ext>
            </a:extLst>
          </p:cNvPr>
          <p:cNvSpPr txBox="1"/>
          <p:nvPr/>
        </p:nvSpPr>
        <p:spPr>
          <a:xfrm>
            <a:off x="14340831" y="5297890"/>
            <a:ext cx="8435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5CADB5-5DA0-61CF-4A3E-B18A628B8254}"/>
              </a:ext>
            </a:extLst>
          </p:cNvPr>
          <p:cNvSpPr txBox="1"/>
          <p:nvPr/>
        </p:nvSpPr>
        <p:spPr>
          <a:xfrm>
            <a:off x="15190475" y="5298449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Type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960EFB5-F6E5-C405-6EA4-2775E89D75B2}"/>
              </a:ext>
            </a:extLst>
          </p:cNvPr>
          <p:cNvSpPr txBox="1"/>
          <p:nvPr/>
        </p:nvSpPr>
        <p:spPr>
          <a:xfrm>
            <a:off x="13596908" y="5275128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8AEF3D4A-127B-E35B-99B0-674F5CD3A4F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68683" y="5096124"/>
            <a:ext cx="438150" cy="180975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846962E4-E0BB-F07F-2EAA-A0DE3710E37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489795" y="5124698"/>
            <a:ext cx="657225" cy="142875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1BC55089-A127-79B1-E157-C23FBB76AE3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723527" y="5108155"/>
            <a:ext cx="438150" cy="17145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06C1810-08A3-B24B-9C91-89A8BC538AA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809425" y="4992850"/>
            <a:ext cx="171450" cy="200025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89EFB1FA-E186-5706-4E30-1BD22D5C62C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376567" y="5136671"/>
            <a:ext cx="723900" cy="17145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81467874-52F9-0383-02C2-03431196F12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427923" y="5156533"/>
            <a:ext cx="276225" cy="152400"/>
          </a:xfrm>
          <a:prstGeom prst="rect">
            <a:avLst/>
          </a:prstGeom>
        </p:spPr>
      </p:pic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97527AF-55A0-6103-8D6B-44257D90C9D3}"/>
              </a:ext>
            </a:extLst>
          </p:cNvPr>
          <p:cNvCxnSpPr>
            <a:cxnSpLocks/>
          </p:cNvCxnSpPr>
          <p:nvPr/>
        </p:nvCxnSpPr>
        <p:spPr>
          <a:xfrm flipV="1">
            <a:off x="10747804" y="4909950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3E33A68-8E0A-7D56-02C2-7BD4ABEA4221}"/>
              </a:ext>
            </a:extLst>
          </p:cNvPr>
          <p:cNvSpPr txBox="1"/>
          <p:nvPr/>
        </p:nvSpPr>
        <p:spPr>
          <a:xfrm>
            <a:off x="10482311" y="4697280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9615876-2B4F-2950-4A47-44A0FD39EEB6}"/>
              </a:ext>
            </a:extLst>
          </p:cNvPr>
          <p:cNvCxnSpPr>
            <a:cxnSpLocks/>
          </p:cNvCxnSpPr>
          <p:nvPr/>
        </p:nvCxnSpPr>
        <p:spPr>
          <a:xfrm flipV="1">
            <a:off x="11586004" y="4929998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577101D2-4562-D69D-D89F-3332C4BCCA8C}"/>
              </a:ext>
            </a:extLst>
          </p:cNvPr>
          <p:cNvSpPr txBox="1"/>
          <p:nvPr/>
        </p:nvSpPr>
        <p:spPr>
          <a:xfrm>
            <a:off x="11263620" y="4729468"/>
            <a:ext cx="7232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Height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0E05D74-E567-5404-2EED-697FAD187376}"/>
              </a:ext>
            </a:extLst>
          </p:cNvPr>
          <p:cNvSpPr txBox="1"/>
          <p:nvPr/>
        </p:nvSpPr>
        <p:spPr>
          <a:xfrm>
            <a:off x="12389930" y="4712123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Clearance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0925616-0C73-D6CE-3E60-DA7724B1D2C1}"/>
              </a:ext>
            </a:extLst>
          </p:cNvPr>
          <p:cNvCxnSpPr>
            <a:cxnSpLocks/>
          </p:cNvCxnSpPr>
          <p:nvPr/>
        </p:nvCxnSpPr>
        <p:spPr>
          <a:xfrm flipV="1">
            <a:off x="12809210" y="492598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308665F-1A1F-3449-3B93-732138F943E9}"/>
              </a:ext>
            </a:extLst>
          </p:cNvPr>
          <p:cNvCxnSpPr>
            <a:cxnSpLocks/>
          </p:cNvCxnSpPr>
          <p:nvPr/>
        </p:nvCxnSpPr>
        <p:spPr>
          <a:xfrm flipV="1">
            <a:off x="14465555" y="493400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1B309C5-E7BF-FCC4-D205-786042E306AD}"/>
              </a:ext>
            </a:extLst>
          </p:cNvPr>
          <p:cNvSpPr txBox="1"/>
          <p:nvPr/>
        </p:nvSpPr>
        <p:spPr>
          <a:xfrm>
            <a:off x="14124126" y="4695907"/>
            <a:ext cx="7232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Height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325A368-7A7A-A041-5E67-93EDBC4B21A0}"/>
              </a:ext>
            </a:extLst>
          </p:cNvPr>
          <p:cNvSpPr txBox="1"/>
          <p:nvPr/>
        </p:nvSpPr>
        <p:spPr>
          <a:xfrm>
            <a:off x="15037269" y="4683205"/>
            <a:ext cx="998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Motion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0325922-7D54-654B-F352-8E48B9601780}"/>
              </a:ext>
            </a:extLst>
          </p:cNvPr>
          <p:cNvCxnSpPr>
            <a:cxnSpLocks/>
          </p:cNvCxnSpPr>
          <p:nvPr/>
        </p:nvCxnSpPr>
        <p:spPr>
          <a:xfrm flipV="1">
            <a:off x="15496265" y="4929993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0" name="Picture 99">
            <a:extLst>
              <a:ext uri="{FF2B5EF4-FFF2-40B4-BE49-F238E27FC236}">
                <a16:creationId xmlns:a16="http://schemas.microsoft.com/office/drawing/2014/main" id="{5CF426EF-B2CD-1EFD-581C-BA1B46F20AE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189372" y="2486855"/>
            <a:ext cx="1362075" cy="714375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F2CAAD1B-2503-3F55-4591-415AB768790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279917" y="3284905"/>
            <a:ext cx="1362075" cy="695325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5E34BF68-3738-3793-BB9B-98778775F1D9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077034" y="312468"/>
            <a:ext cx="1362075" cy="1209675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3583F5D2-6D1E-FEFB-E1A1-9C56AFD6E48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995439" y="365959"/>
            <a:ext cx="1362075" cy="120967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B31E3910-47CF-5CF2-7F4A-2902B901E85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072523" y="1585159"/>
            <a:ext cx="285750" cy="1524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8DA1F39A-5629-A4E6-BABC-DE861D1C9EA5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7043189" y="1623260"/>
            <a:ext cx="314325" cy="1524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7FB9F986-3CC9-B198-35D9-C2C5E1B6A82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522731" y="1307076"/>
            <a:ext cx="438150" cy="142875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BADC0B49-22ED-EC62-9EA4-0D968345AC8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320744" y="1310982"/>
            <a:ext cx="666750" cy="142875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9891D76B-1A44-6F01-359B-0E7A3E350CF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2735846" y="1318979"/>
            <a:ext cx="419100" cy="15240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A26AE40F-CADB-DA3F-6715-1DD2D3FD03E8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674730" y="1307076"/>
            <a:ext cx="247650" cy="219075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8BCD6BB0-58A7-CC40-8A26-758E94ED4BFB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408153" y="1326076"/>
            <a:ext cx="685800" cy="161925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F6456631-B116-0742-92B2-51919AEFDDE0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5384364" y="1290625"/>
            <a:ext cx="304800" cy="18097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BA354AEE-7AAF-E1EC-109E-7D3704B10A68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086250" y="4677644"/>
            <a:ext cx="333375" cy="152400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90F8520E-2CB2-B72A-986F-396D51649306}"/>
              </a:ext>
            </a:extLst>
          </p:cNvPr>
          <p:cNvSpPr txBox="1"/>
          <p:nvPr/>
        </p:nvSpPr>
        <p:spPr>
          <a:xfrm>
            <a:off x="8993936" y="4778155"/>
            <a:ext cx="12875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Entity/object features</a:t>
            </a: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19E82943-B1CA-C132-F0C5-6845C459F43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7009634" y="4702843"/>
            <a:ext cx="314325" cy="171450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7BB27037-DE91-309C-BFBF-3415F716712A}"/>
              </a:ext>
            </a:extLst>
          </p:cNvPr>
          <p:cNvSpPr txBox="1"/>
          <p:nvPr/>
        </p:nvSpPr>
        <p:spPr>
          <a:xfrm>
            <a:off x="16169857" y="4823201"/>
            <a:ext cx="12875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Entity/object features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ED1BFCE-9867-0AD2-9690-27328DC2A1F2}"/>
              </a:ext>
            </a:extLst>
          </p:cNvPr>
          <p:cNvSpPr/>
          <p:nvPr/>
        </p:nvSpPr>
        <p:spPr>
          <a:xfrm>
            <a:off x="34293" y="4617720"/>
            <a:ext cx="8430623" cy="1977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BCA1DF-D3A2-9A3F-E906-BB5EFA9AA753}"/>
              </a:ext>
            </a:extLst>
          </p:cNvPr>
          <p:cNvSpPr/>
          <p:nvPr/>
        </p:nvSpPr>
        <p:spPr>
          <a:xfrm>
            <a:off x="9014911" y="4596444"/>
            <a:ext cx="8430623" cy="1977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7D81EA3-7BE5-1CA0-CCD4-89697E000371}"/>
              </a:ext>
            </a:extLst>
          </p:cNvPr>
          <p:cNvSpPr/>
          <p:nvPr/>
        </p:nvSpPr>
        <p:spPr>
          <a:xfrm>
            <a:off x="9011670" y="223248"/>
            <a:ext cx="8430623" cy="197739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83D0590-6097-C643-2245-DF0F276E1FBF}"/>
              </a:ext>
            </a:extLst>
          </p:cNvPr>
          <p:cNvSpPr/>
          <p:nvPr/>
        </p:nvSpPr>
        <p:spPr>
          <a:xfrm>
            <a:off x="34292" y="231709"/>
            <a:ext cx="8430623" cy="197739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Connector: Curved 132">
            <a:extLst>
              <a:ext uri="{FF2B5EF4-FFF2-40B4-BE49-F238E27FC236}">
                <a16:creationId xmlns:a16="http://schemas.microsoft.com/office/drawing/2014/main" id="{F45704BE-0060-4A17-9B89-8D45FA8EC7ED}"/>
              </a:ext>
            </a:extLst>
          </p:cNvPr>
          <p:cNvCxnSpPr>
            <a:cxnSpLocks/>
          </p:cNvCxnSpPr>
          <p:nvPr/>
        </p:nvCxnSpPr>
        <p:spPr>
          <a:xfrm>
            <a:off x="4737459" y="2836920"/>
            <a:ext cx="270333" cy="512071"/>
          </a:xfrm>
          <a:prstGeom prst="curvedConnector2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: Curved 133">
            <a:extLst>
              <a:ext uri="{FF2B5EF4-FFF2-40B4-BE49-F238E27FC236}">
                <a16:creationId xmlns:a16="http://schemas.microsoft.com/office/drawing/2014/main" id="{AFCBFEF4-A380-3927-D422-7A5254BC0FBF}"/>
              </a:ext>
            </a:extLst>
          </p:cNvPr>
          <p:cNvCxnSpPr>
            <a:cxnSpLocks/>
          </p:cNvCxnSpPr>
          <p:nvPr/>
        </p:nvCxnSpPr>
        <p:spPr>
          <a:xfrm>
            <a:off x="13600171" y="2704897"/>
            <a:ext cx="270333" cy="512071"/>
          </a:xfrm>
          <a:prstGeom prst="curvedConnector2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5EC149B2-E297-F6F3-2924-06BAF99FDD37}"/>
              </a:ext>
            </a:extLst>
          </p:cNvPr>
          <p:cNvCxnSpPr/>
          <p:nvPr/>
        </p:nvCxnSpPr>
        <p:spPr>
          <a:xfrm rot="10800000">
            <a:off x="3836208" y="3241671"/>
            <a:ext cx="225638" cy="5371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308AE3A0-3451-31D4-01B1-1629667EB9E4}"/>
              </a:ext>
            </a:extLst>
          </p:cNvPr>
          <p:cNvCxnSpPr/>
          <p:nvPr/>
        </p:nvCxnSpPr>
        <p:spPr>
          <a:xfrm flipV="1">
            <a:off x="3675880" y="3220392"/>
            <a:ext cx="0" cy="1376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51A90906-A9E0-C889-6F7E-FD7B10DCCBC5}"/>
              </a:ext>
            </a:extLst>
          </p:cNvPr>
          <p:cNvCxnSpPr>
            <a:cxnSpLocks/>
          </p:cNvCxnSpPr>
          <p:nvPr/>
        </p:nvCxnSpPr>
        <p:spPr>
          <a:xfrm flipH="1" flipV="1">
            <a:off x="4001441" y="2269611"/>
            <a:ext cx="1" cy="1872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52AF125F-560B-7531-AED4-C1B9C2535774}"/>
              </a:ext>
            </a:extLst>
          </p:cNvPr>
          <p:cNvCxnSpPr/>
          <p:nvPr/>
        </p:nvCxnSpPr>
        <p:spPr>
          <a:xfrm rot="10800000">
            <a:off x="13016964" y="3178298"/>
            <a:ext cx="225638" cy="5371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940E4D65-9325-049F-F05C-155889F902DF}"/>
              </a:ext>
            </a:extLst>
          </p:cNvPr>
          <p:cNvCxnSpPr/>
          <p:nvPr/>
        </p:nvCxnSpPr>
        <p:spPr>
          <a:xfrm flipV="1">
            <a:off x="12773253" y="3194106"/>
            <a:ext cx="0" cy="1376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5A789A8-B687-F2EF-5410-F8A4A7942754}"/>
              </a:ext>
            </a:extLst>
          </p:cNvPr>
          <p:cNvCxnSpPr>
            <a:cxnSpLocks/>
          </p:cNvCxnSpPr>
          <p:nvPr/>
        </p:nvCxnSpPr>
        <p:spPr>
          <a:xfrm flipH="1" flipV="1">
            <a:off x="12886361" y="2250561"/>
            <a:ext cx="1" cy="1872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5A52E9C1-BA9B-0A14-9661-1F55C2CE3496}"/>
              </a:ext>
            </a:extLst>
          </p:cNvPr>
          <p:cNvSpPr txBox="1"/>
          <p:nvPr/>
        </p:nvSpPr>
        <p:spPr>
          <a:xfrm>
            <a:off x="3032101" y="343014"/>
            <a:ext cx="274305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Inconsistent test event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22D427E-8873-5A24-8E8C-E6CFFECFED42}"/>
              </a:ext>
            </a:extLst>
          </p:cNvPr>
          <p:cNvSpPr txBox="1"/>
          <p:nvPr/>
        </p:nvSpPr>
        <p:spPr>
          <a:xfrm>
            <a:off x="12051789" y="312373"/>
            <a:ext cx="257634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Consistent test event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CE955E-20CB-9D22-B7B9-B58C656DFC8B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297378" y="1287023"/>
            <a:ext cx="285750" cy="142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869420-4585-E92C-04A2-D1A3C0323042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120484" y="1272233"/>
            <a:ext cx="676275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30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197</Words>
  <Application>Microsoft Office PowerPoint</Application>
  <PresentationFormat>Custom</PresentationFormat>
  <Paragraphs>61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8</cp:revision>
  <dcterms:created xsi:type="dcterms:W3CDTF">2025-07-14T22:39:17Z</dcterms:created>
  <dcterms:modified xsi:type="dcterms:W3CDTF">2025-07-15T01:35:43Z</dcterms:modified>
</cp:coreProperties>
</file>