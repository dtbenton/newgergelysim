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1301E-6046-4C25-9FDA-773327A7C18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A044-5A15-4CD7-BD31-6B9D0EBC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9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A044-5A15-4CD7-BD31-6B9D0EBC70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1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Utnrained</a:t>
            </a:r>
            <a:r>
              <a:rPr lang="en-US" dirty="0"/>
              <a:t>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A044-5A15-4CD7-BD31-6B9D0EBC70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96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FB50-FE11-539A-00BC-3D790A28D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61293-807C-F314-93FF-A233848BB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1921-59D9-DBC2-9B7B-0CC1A174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3DC8A-0CE0-3717-EA58-C9C34739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E668F-1146-A5F6-89C6-5B64D68E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7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32CD5-0D5A-0665-D007-51D65B04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E755E-CD92-B563-4ED5-5FD3B1961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8697-F411-2CAF-275A-856AEAA0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B720D-CDB9-1263-5E61-18FB6776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77D34-B6A8-727E-5AE3-D5B38F31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4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AD6CF-1B0A-2F2C-0B47-B9E88DFB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EBFDB-702A-AC20-0077-1ACAB0480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7232A-7E8C-FD13-4E5E-13096D54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81E1D-6993-2837-A5F8-BD877CCF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BBB73-F4BA-F460-549C-1330C91F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51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B2E4-94D9-D763-364B-3A09DA52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9AC2-A9FF-2505-225E-9C06C0430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14443-4D8D-2104-E636-0D962931D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BEA35-5C00-7744-BB5F-BED6DF79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14E44-22DC-16DF-FEF8-60D31D07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1C5DB-DED2-9DE5-189D-C087DED9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F937-9D40-27E2-E30D-D0A0E4C5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DB49B-DACB-FBF3-2AC7-DE3504B5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BE0AE-E291-7666-E8ED-A17EB5452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C4AF3-96A1-2051-8D08-1FA088AFD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D1AA0-6E04-DB2A-2D30-1D0C01AFE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F89587-AF97-BDB1-CFFA-7F2E08FB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E8930-0927-6B7C-0186-66105E6A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4D781-465C-5314-20CE-3C4A9E47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3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79FE-9156-0F3F-7349-7BF1E7CD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F5F19-77F0-4B75-5B3B-D4AAE9F02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D759D-22EF-FC58-2FE9-8B520202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710BE-9858-F5E4-BD2B-E12EFDCE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8A232-7D65-8A34-4247-3B36BD17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EF21D-903E-1B2E-E9F2-98303E9F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82BE2-4981-62BE-E24A-C9B39DB4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7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F253-5D81-990E-D340-DB286D96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9041-8724-E640-60CA-8F2FA146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B442B-40E5-CE42-7B81-8B9A74EB8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B45BB-CCC4-69BA-881D-06EC95B7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A9E27-D2E4-265A-7A21-77341F32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A1032-68E7-9DBF-8CC6-A2A7F41E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8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A4B7-85D9-DFD9-604D-8641CFE0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C9BED-1187-1E2A-2FE1-438997334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78F82-7CC5-3864-0631-363255E83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EF26F-789C-FBB7-989D-9B34E0DC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2AF2D-CC7F-8C49-37DE-707EC2CE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8D7A0-2FB6-478D-D779-54E2A732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5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D5EE-820A-CAE5-3F7F-2A5CD6EB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15406-9BD0-86CA-35A8-1F8BB6268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7360-4942-7C71-A519-4D370B42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CF4F-BE17-6A05-9DC1-F1070A7F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E65B-603B-BE52-E054-EA095335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2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1C057-6D6E-14A7-7F8F-94DC8B5BC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A11D8-8AE5-B05C-5BFE-5A56C5AD9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9262F-134F-143C-8503-63798E1D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0A3B3-B123-20AF-B1B9-70C86C58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F3E4D-7EA8-327F-3D75-665E09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0A302-F47E-CFF2-51C3-FB5571CE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8C839-B7F4-498A-A062-0841A089C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E2EB0-E1A9-3740-8832-DDF3E4D8E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62986-AF40-4307-9931-093D7A3A72E7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1F304-0680-128D-6A8C-A75B51668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142F7-0715-ADCB-9472-D5531DF23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103B5-AC39-4E00-B028-43963CBF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5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2CDD-BBA8-60E8-7EA0-B9E120D40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B8056-9674-D3D0-552B-33B4D1AA4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1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982A5C-102A-A97A-85D4-CEDCAA02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58" y="1054062"/>
            <a:ext cx="931175" cy="92535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4F1688B-4F03-9A65-CF01-C58CDA72C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972" y="1077512"/>
            <a:ext cx="909103" cy="91478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B3A4971-C9F5-1B7F-560E-00F307798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158" y="2134471"/>
            <a:ext cx="926365" cy="91485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96669BC-A6A4-E76D-6DF9-DC5075A96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381" y="3199792"/>
            <a:ext cx="926542" cy="92654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F219E9C-A90C-3564-75BC-711169C2A7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855" y="4237127"/>
            <a:ext cx="944049" cy="9323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49295C8-BEEE-4E6E-4161-99616EF822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844" y="5249659"/>
            <a:ext cx="919475" cy="9194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FADC2BC-36ED-9090-B3CE-FE3A55B24F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8972" y="2110778"/>
            <a:ext cx="926365" cy="91478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0B3F731-B1C4-1D72-BC8C-80D6D922EC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3906" y="3105914"/>
            <a:ext cx="926292" cy="91478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BD9E2DD-E0ED-2528-5341-AD3AC1A86C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2787" y="4164431"/>
            <a:ext cx="896037" cy="91305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CD71A07-4CC2-3B33-A626-2BA75AE09F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4013" y="5186500"/>
            <a:ext cx="931187" cy="91947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FFFFA38-1010-AAD7-6054-DC5667E74AAC}"/>
              </a:ext>
            </a:extLst>
          </p:cNvPr>
          <p:cNvSpPr txBox="1"/>
          <p:nvPr/>
        </p:nvSpPr>
        <p:spPr>
          <a:xfrm>
            <a:off x="1255670" y="60871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9E136D1-F8CB-19DE-CB40-885F2A928C6F}"/>
              </a:ext>
            </a:extLst>
          </p:cNvPr>
          <p:cNvSpPr txBox="1"/>
          <p:nvPr/>
        </p:nvSpPr>
        <p:spPr>
          <a:xfrm>
            <a:off x="279583" y="1467413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1</a:t>
            </a:r>
            <a:endParaRPr lang="en-US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0DC66C3-7B8A-1741-DD56-02D28A76CE71}"/>
              </a:ext>
            </a:extLst>
          </p:cNvPr>
          <p:cNvSpPr txBox="1"/>
          <p:nvPr/>
        </p:nvSpPr>
        <p:spPr>
          <a:xfrm>
            <a:off x="4344263" y="1416649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2</a:t>
            </a:r>
            <a:endParaRPr lang="en-US" sz="1000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F48B689-5C3A-5861-3210-81551157D783}"/>
              </a:ext>
            </a:extLst>
          </p:cNvPr>
          <p:cNvCxnSpPr>
            <a:cxnSpLocks/>
          </p:cNvCxnSpPr>
          <p:nvPr/>
        </p:nvCxnSpPr>
        <p:spPr>
          <a:xfrm>
            <a:off x="6008099" y="1131662"/>
            <a:ext cx="0" cy="4905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9B570581-9BB0-2CF0-C28A-F10E2D37B97C}"/>
              </a:ext>
            </a:extLst>
          </p:cNvPr>
          <p:cNvSpPr txBox="1"/>
          <p:nvPr/>
        </p:nvSpPr>
        <p:spPr>
          <a:xfrm rot="5400000">
            <a:off x="5871985" y="3301001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1B0663-1E63-7F3F-3181-52A52C305C20}"/>
              </a:ext>
            </a:extLst>
          </p:cNvPr>
          <p:cNvSpPr txBox="1"/>
          <p:nvPr/>
        </p:nvSpPr>
        <p:spPr>
          <a:xfrm>
            <a:off x="298596" y="2547681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2</a:t>
            </a:r>
            <a:endParaRPr lang="en-US" sz="1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76077E0-7580-5DDE-9F06-4CD3792AA8B8}"/>
              </a:ext>
            </a:extLst>
          </p:cNvPr>
          <p:cNvSpPr txBox="1"/>
          <p:nvPr/>
        </p:nvSpPr>
        <p:spPr>
          <a:xfrm>
            <a:off x="288269" y="3560253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3</a:t>
            </a:r>
            <a:endParaRPr lang="en-US" sz="10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C7878EC-9C1A-F32A-5B3C-C04DCCE1CEF7}"/>
              </a:ext>
            </a:extLst>
          </p:cNvPr>
          <p:cNvSpPr txBox="1"/>
          <p:nvPr/>
        </p:nvSpPr>
        <p:spPr>
          <a:xfrm>
            <a:off x="307747" y="4633816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4</a:t>
            </a:r>
            <a:endParaRPr 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1A4F3FA-5B05-0ADC-C4C9-688DB06943F8}"/>
              </a:ext>
            </a:extLst>
          </p:cNvPr>
          <p:cNvSpPr txBox="1"/>
          <p:nvPr/>
        </p:nvSpPr>
        <p:spPr>
          <a:xfrm>
            <a:off x="266549" y="5525403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5</a:t>
            </a:r>
            <a:endParaRPr lang="en-US" sz="1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05C76E9-0404-4116-A6C9-2682D543FEF6}"/>
              </a:ext>
            </a:extLst>
          </p:cNvPr>
          <p:cNvSpPr txBox="1"/>
          <p:nvPr/>
        </p:nvSpPr>
        <p:spPr>
          <a:xfrm>
            <a:off x="4339644" y="2461522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3</a:t>
            </a:r>
            <a:endParaRPr lang="en-US" sz="1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A143774-E0C3-DA66-817C-168B31565876}"/>
              </a:ext>
            </a:extLst>
          </p:cNvPr>
          <p:cNvSpPr txBox="1"/>
          <p:nvPr/>
        </p:nvSpPr>
        <p:spPr>
          <a:xfrm>
            <a:off x="4405184" y="3401872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4</a:t>
            </a:r>
            <a:endParaRPr lang="en-US" sz="10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C9A3EC6-5BC3-BA78-6DC0-5EB174EF23C0}"/>
              </a:ext>
            </a:extLst>
          </p:cNvPr>
          <p:cNvSpPr txBox="1"/>
          <p:nvPr/>
        </p:nvSpPr>
        <p:spPr>
          <a:xfrm>
            <a:off x="4415607" y="4403187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5</a:t>
            </a:r>
            <a:endParaRPr lang="en-US" sz="1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054FB7-E439-10A0-C067-72E73A74DAC4}"/>
              </a:ext>
            </a:extLst>
          </p:cNvPr>
          <p:cNvSpPr txBox="1"/>
          <p:nvPr/>
        </p:nvSpPr>
        <p:spPr>
          <a:xfrm>
            <a:off x="4382100" y="5591961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6</a:t>
            </a:r>
            <a:endParaRPr lang="en-US" sz="10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17CE46D-9AC2-AF8C-F6CE-B8E1111A6992}"/>
              </a:ext>
            </a:extLst>
          </p:cNvPr>
          <p:cNvSpPr txBox="1"/>
          <p:nvPr/>
        </p:nvSpPr>
        <p:spPr>
          <a:xfrm>
            <a:off x="3450047" y="60871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7B1BC1F-B160-334B-91E5-3E019DCC236F}"/>
              </a:ext>
            </a:extLst>
          </p:cNvPr>
          <p:cNvCxnSpPr>
            <a:cxnSpLocks/>
          </p:cNvCxnSpPr>
          <p:nvPr/>
        </p:nvCxnSpPr>
        <p:spPr>
          <a:xfrm>
            <a:off x="2141210" y="1556164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26379AD-0A26-00A0-F2E5-EB05819EDA2E}"/>
              </a:ext>
            </a:extLst>
          </p:cNvPr>
          <p:cNvSpPr txBox="1"/>
          <p:nvPr/>
        </p:nvSpPr>
        <p:spPr>
          <a:xfrm>
            <a:off x="1733074" y="188722"/>
            <a:ext cx="19436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Straight path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A7272CF4-8D94-4667-97CA-3C386F883A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2237" y="1077512"/>
            <a:ext cx="909103" cy="925632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C5E2BEFA-FA46-D9F5-B764-212716AF59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8153" y="2113503"/>
            <a:ext cx="917368" cy="925632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8E646CC7-DB99-789C-A46A-2375C412825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3194" y="3113204"/>
            <a:ext cx="917368" cy="917368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5B7AECFA-D562-9A04-57E3-9A8DDFD2686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25052" y="4156225"/>
            <a:ext cx="917367" cy="942386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30C12B8F-80B4-339C-8485-79F5C00A55A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41404" y="5177514"/>
            <a:ext cx="950800" cy="942386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66B8FF8-566F-E20B-0EE3-677D5C0520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9311" y="1075004"/>
            <a:ext cx="909103" cy="917293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914FE995-9904-D663-0881-93E6ED0BF16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32373" y="2132675"/>
            <a:ext cx="942461" cy="92563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14C6BF8A-6844-5A2E-F8DA-D2F460B466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55740" y="3113204"/>
            <a:ext cx="917367" cy="942387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6669CDA-AA37-A0AF-B5B6-58B437996F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60547" y="4156225"/>
            <a:ext cx="917368" cy="94261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23D9C633-99CB-621F-D5EA-E0A65708F9B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49949" y="5173634"/>
            <a:ext cx="950799" cy="968086"/>
          </a:xfrm>
          <a:prstGeom prst="rect">
            <a:avLst/>
          </a:prstGeom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0D96C70-EEF2-FB91-6CBE-316ACD51A04F}"/>
              </a:ext>
            </a:extLst>
          </p:cNvPr>
          <p:cNvCxnSpPr>
            <a:cxnSpLocks/>
          </p:cNvCxnSpPr>
          <p:nvPr/>
        </p:nvCxnSpPr>
        <p:spPr>
          <a:xfrm>
            <a:off x="2141210" y="3707799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984E4835-7A6F-4B36-6FE2-4E77B784C6F4}"/>
              </a:ext>
            </a:extLst>
          </p:cNvPr>
          <p:cNvCxnSpPr>
            <a:cxnSpLocks/>
          </p:cNvCxnSpPr>
          <p:nvPr/>
        </p:nvCxnSpPr>
        <p:spPr>
          <a:xfrm>
            <a:off x="2141210" y="4747776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5E1EE050-2903-1F1F-99F6-903BFEA93450}"/>
              </a:ext>
            </a:extLst>
          </p:cNvPr>
          <p:cNvCxnSpPr>
            <a:cxnSpLocks/>
          </p:cNvCxnSpPr>
          <p:nvPr/>
        </p:nvCxnSpPr>
        <p:spPr>
          <a:xfrm>
            <a:off x="2141210" y="5689882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7583D22-6558-9D55-1EDE-4770FDB7AC40}"/>
              </a:ext>
            </a:extLst>
          </p:cNvPr>
          <p:cNvCxnSpPr>
            <a:cxnSpLocks/>
          </p:cNvCxnSpPr>
          <p:nvPr/>
        </p:nvCxnSpPr>
        <p:spPr>
          <a:xfrm>
            <a:off x="2141210" y="2619720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E6F8BF57-6464-BC2E-FE5C-ECF1ADCA169C}"/>
              </a:ext>
            </a:extLst>
          </p:cNvPr>
          <p:cNvCxnSpPr>
            <a:cxnSpLocks/>
          </p:cNvCxnSpPr>
          <p:nvPr/>
        </p:nvCxnSpPr>
        <p:spPr>
          <a:xfrm>
            <a:off x="8171634" y="1556164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7123787-4F29-C109-BC0B-20E0AF8ECB3D}"/>
              </a:ext>
            </a:extLst>
          </p:cNvPr>
          <p:cNvCxnSpPr>
            <a:cxnSpLocks/>
          </p:cNvCxnSpPr>
          <p:nvPr/>
        </p:nvCxnSpPr>
        <p:spPr>
          <a:xfrm>
            <a:off x="8171634" y="3707799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4156E8E-FAEB-D090-A40B-015A1E00D74F}"/>
              </a:ext>
            </a:extLst>
          </p:cNvPr>
          <p:cNvCxnSpPr>
            <a:cxnSpLocks/>
          </p:cNvCxnSpPr>
          <p:nvPr/>
        </p:nvCxnSpPr>
        <p:spPr>
          <a:xfrm>
            <a:off x="8171634" y="4747776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5472DE0-ECE2-43A0-2C6F-E98F40AA0623}"/>
              </a:ext>
            </a:extLst>
          </p:cNvPr>
          <p:cNvCxnSpPr>
            <a:cxnSpLocks/>
          </p:cNvCxnSpPr>
          <p:nvPr/>
        </p:nvCxnSpPr>
        <p:spPr>
          <a:xfrm>
            <a:off x="8171634" y="5689882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7EE1C47-3156-FD12-31B8-CC9BBA617F06}"/>
              </a:ext>
            </a:extLst>
          </p:cNvPr>
          <p:cNvCxnSpPr>
            <a:cxnSpLocks/>
          </p:cNvCxnSpPr>
          <p:nvPr/>
        </p:nvCxnSpPr>
        <p:spPr>
          <a:xfrm>
            <a:off x="8171634" y="2619720"/>
            <a:ext cx="10758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4B24771-0018-60A2-04E9-2E5299E0CC26}"/>
              </a:ext>
            </a:extLst>
          </p:cNvPr>
          <p:cNvSpPr txBox="1"/>
          <p:nvPr/>
        </p:nvSpPr>
        <p:spPr>
          <a:xfrm>
            <a:off x="6349684" y="1467413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1</a:t>
            </a:r>
            <a:endParaRPr lang="en-US" sz="1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7AC9AD2-B18D-6E48-74F8-773018FD29B9}"/>
              </a:ext>
            </a:extLst>
          </p:cNvPr>
          <p:cNvSpPr txBox="1"/>
          <p:nvPr/>
        </p:nvSpPr>
        <p:spPr>
          <a:xfrm>
            <a:off x="6368697" y="2547681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2</a:t>
            </a:r>
            <a:endParaRPr lang="en-US" sz="10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35E443A-931D-1CF3-BF78-026477779494}"/>
              </a:ext>
            </a:extLst>
          </p:cNvPr>
          <p:cNvSpPr txBox="1"/>
          <p:nvPr/>
        </p:nvSpPr>
        <p:spPr>
          <a:xfrm>
            <a:off x="6358370" y="3560253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3</a:t>
            </a:r>
            <a:endParaRPr lang="en-US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A10C461-C52D-A30A-904E-C9CEB03DCEE1}"/>
              </a:ext>
            </a:extLst>
          </p:cNvPr>
          <p:cNvSpPr txBox="1"/>
          <p:nvPr/>
        </p:nvSpPr>
        <p:spPr>
          <a:xfrm>
            <a:off x="6377848" y="4633816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4</a:t>
            </a:r>
            <a:endParaRPr lang="en-US" sz="10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7523BB-DF1A-CCB9-6091-089935A1CA70}"/>
              </a:ext>
            </a:extLst>
          </p:cNvPr>
          <p:cNvSpPr txBox="1"/>
          <p:nvPr/>
        </p:nvSpPr>
        <p:spPr>
          <a:xfrm>
            <a:off x="6336650" y="5525403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Position at t</a:t>
            </a:r>
            <a:r>
              <a:rPr lang="en-US" sz="1000" baseline="-25000" dirty="0"/>
              <a:t>5</a:t>
            </a:r>
            <a:endParaRPr lang="en-US" sz="10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08A2EA8-5D80-2C7A-BA7C-E78BB86EA8E5}"/>
              </a:ext>
            </a:extLst>
          </p:cNvPr>
          <p:cNvSpPr txBox="1"/>
          <p:nvPr/>
        </p:nvSpPr>
        <p:spPr>
          <a:xfrm>
            <a:off x="10362911" y="1293538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2</a:t>
            </a:r>
            <a:endParaRPr lang="en-US" sz="10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98F8A63-65E4-1694-EB3E-03173B19AD01}"/>
              </a:ext>
            </a:extLst>
          </p:cNvPr>
          <p:cNvSpPr txBox="1"/>
          <p:nvPr/>
        </p:nvSpPr>
        <p:spPr>
          <a:xfrm>
            <a:off x="10358292" y="2338411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3</a:t>
            </a:r>
            <a:endParaRPr lang="en-US" sz="10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5D76EE6-5F70-D4A2-38CB-D5F86250E173}"/>
              </a:ext>
            </a:extLst>
          </p:cNvPr>
          <p:cNvSpPr txBox="1"/>
          <p:nvPr/>
        </p:nvSpPr>
        <p:spPr>
          <a:xfrm>
            <a:off x="10423832" y="3278761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4</a:t>
            </a:r>
            <a:endParaRPr lang="en-US" sz="10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7BBAA87-2551-DF99-4287-110D0F4B2756}"/>
              </a:ext>
            </a:extLst>
          </p:cNvPr>
          <p:cNvSpPr txBox="1"/>
          <p:nvPr/>
        </p:nvSpPr>
        <p:spPr>
          <a:xfrm>
            <a:off x="10434255" y="4280076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5</a:t>
            </a:r>
            <a:endParaRPr lang="en-US" sz="10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7A9BCB6-EAF0-BE4B-D096-67C2CEE57084}"/>
              </a:ext>
            </a:extLst>
          </p:cNvPr>
          <p:cNvSpPr txBox="1"/>
          <p:nvPr/>
        </p:nvSpPr>
        <p:spPr>
          <a:xfrm>
            <a:off x="10400748" y="5468850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Predicted position at t</a:t>
            </a:r>
            <a:r>
              <a:rPr lang="en-US" sz="1000" baseline="-25000" dirty="0"/>
              <a:t>6</a:t>
            </a:r>
            <a:endParaRPr lang="en-US" sz="10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57D108-04B7-D00A-A72E-9EA91C193E25}"/>
              </a:ext>
            </a:extLst>
          </p:cNvPr>
          <p:cNvSpPr txBox="1"/>
          <p:nvPr/>
        </p:nvSpPr>
        <p:spPr>
          <a:xfrm>
            <a:off x="7276367" y="65322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8D2CF64-3063-FA0E-BE78-BF461B65D186}"/>
              </a:ext>
            </a:extLst>
          </p:cNvPr>
          <p:cNvSpPr txBox="1"/>
          <p:nvPr/>
        </p:nvSpPr>
        <p:spPr>
          <a:xfrm>
            <a:off x="9470744" y="65322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37951C9-7A2B-E8F1-D90B-1912518D64B9}"/>
              </a:ext>
            </a:extLst>
          </p:cNvPr>
          <p:cNvSpPr txBox="1"/>
          <p:nvPr/>
        </p:nvSpPr>
        <p:spPr>
          <a:xfrm>
            <a:off x="7878462" y="233233"/>
            <a:ext cx="187955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Curved path</a:t>
            </a:r>
          </a:p>
        </p:txBody>
      </p:sp>
    </p:spTree>
    <p:extLst>
      <p:ext uri="{BB962C8B-B14F-4D97-AF65-F5344CB8AC3E}">
        <p14:creationId xmlns:p14="http://schemas.microsoft.com/office/powerpoint/2010/main" val="252145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1D2993-6C9B-84C3-7471-3C5BF42B1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796" y="5029197"/>
            <a:ext cx="1314450" cy="1314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A0EC69-C9E7-5973-D9CE-AB68302A5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417" y="4937757"/>
            <a:ext cx="1295400" cy="1314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F74ED-26B8-510C-B92E-D02A1B8F0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481" y="2614875"/>
            <a:ext cx="1352550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467308-D5B2-4DD9-D667-25C9ECDAA3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440328"/>
            <a:ext cx="1323975" cy="666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EA3A62-26C7-5F4B-EB6A-56481BD45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9351" y="910240"/>
            <a:ext cx="1066800" cy="1057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21CB54-53AC-1D35-4C9E-80749546E8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826" y="4365394"/>
            <a:ext cx="1076325" cy="1076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1D075E-A2C9-7C7C-5C7B-7E43E95D3A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4796" y="196050"/>
            <a:ext cx="1323975" cy="1333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BEDC62-C6DD-910F-E895-AB0968CB86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2505" y="224966"/>
            <a:ext cx="1323975" cy="1333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BDB185-12DC-633B-585B-4F0900D72F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4796" y="1512924"/>
            <a:ext cx="285750" cy="152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0F3C7A-083E-C2A5-7F09-258DDAF567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2682" y="1529550"/>
            <a:ext cx="266700" cy="1619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FA3811-F2C1-ADDF-F38C-9C21E4342A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4796" y="6343647"/>
            <a:ext cx="285750" cy="1619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CFEB94-5ADD-099B-A5FD-FEC3BC50ED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3" y="6235581"/>
            <a:ext cx="266700" cy="152400"/>
          </a:xfrm>
          <a:prstGeom prst="rect">
            <a:avLst/>
          </a:prstGeom>
        </p:spPr>
      </p:pic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AEA84474-54E1-D2A7-2E7B-16B6E3665D66}"/>
              </a:ext>
            </a:extLst>
          </p:cNvPr>
          <p:cNvCxnSpPr>
            <a:cxnSpLocks/>
          </p:cNvCxnSpPr>
          <p:nvPr/>
        </p:nvCxnSpPr>
        <p:spPr>
          <a:xfrm>
            <a:off x="4743969" y="2800970"/>
            <a:ext cx="815166" cy="528523"/>
          </a:xfrm>
          <a:prstGeom prst="curvedConnector3">
            <a:avLst>
              <a:gd name="adj1" fmla="val 100988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2CC94BC-C648-B9E2-F968-5DDDF01B9BBA}"/>
              </a:ext>
            </a:extLst>
          </p:cNvPr>
          <p:cNvSpPr/>
          <p:nvPr/>
        </p:nvSpPr>
        <p:spPr>
          <a:xfrm>
            <a:off x="1296785" y="4267791"/>
            <a:ext cx="5769033" cy="24987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BABC5AE-8322-7D91-9FA4-76FD447E3CD0}"/>
              </a:ext>
            </a:extLst>
          </p:cNvPr>
          <p:cNvSpPr/>
          <p:nvPr/>
        </p:nvSpPr>
        <p:spPr>
          <a:xfrm>
            <a:off x="1296785" y="21241"/>
            <a:ext cx="5769033" cy="2264236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439AAB4-D131-F5F7-B5FE-3C26A0F99B87}"/>
              </a:ext>
            </a:extLst>
          </p:cNvPr>
          <p:cNvCxnSpPr/>
          <p:nvPr/>
        </p:nvCxnSpPr>
        <p:spPr>
          <a:xfrm flipV="1">
            <a:off x="3931920" y="3329493"/>
            <a:ext cx="0" cy="9382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DA64B1F-401E-BC7A-6308-C5223D548D28}"/>
              </a:ext>
            </a:extLst>
          </p:cNvPr>
          <p:cNvCxnSpPr>
            <a:cxnSpLocks/>
          </p:cNvCxnSpPr>
          <p:nvPr/>
        </p:nvCxnSpPr>
        <p:spPr>
          <a:xfrm rot="10800000">
            <a:off x="4225638" y="3379577"/>
            <a:ext cx="493393" cy="404656"/>
          </a:xfrm>
          <a:prstGeom prst="bentConnector3">
            <a:avLst>
              <a:gd name="adj1" fmla="val 9886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B8B81B7-7148-1EFB-1192-431FFBD926D5}"/>
              </a:ext>
            </a:extLst>
          </p:cNvPr>
          <p:cNvCxnSpPr>
            <a:cxnSpLocks/>
          </p:cNvCxnSpPr>
          <p:nvPr/>
        </p:nvCxnSpPr>
        <p:spPr>
          <a:xfrm flipV="1">
            <a:off x="3926378" y="2331821"/>
            <a:ext cx="0" cy="283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0706928-3202-79DE-BB27-2CEC10C35017}"/>
              </a:ext>
            </a:extLst>
          </p:cNvPr>
          <p:cNvSpPr txBox="1"/>
          <p:nvPr/>
        </p:nvSpPr>
        <p:spPr>
          <a:xfrm rot="3070651">
            <a:off x="5281589" y="2819569"/>
            <a:ext cx="1104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Copy-back connections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1DCCBF8-A5C6-5546-BCCD-5B3C0B7F09FF}"/>
              </a:ext>
            </a:extLst>
          </p:cNvPr>
          <p:cNvSpPr txBox="1"/>
          <p:nvPr/>
        </p:nvSpPr>
        <p:spPr>
          <a:xfrm>
            <a:off x="2341842" y="2819275"/>
            <a:ext cx="1024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Hidden layer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3930D03-A953-883D-1CEF-0CFA06B8BB4F}"/>
              </a:ext>
            </a:extLst>
          </p:cNvPr>
          <p:cNvSpPr txBox="1"/>
          <p:nvPr/>
        </p:nvSpPr>
        <p:spPr>
          <a:xfrm>
            <a:off x="6096000" y="3636378"/>
            <a:ext cx="1060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Context layer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6E339C9-D1D3-E49E-0296-C9F290BA1309}"/>
              </a:ext>
            </a:extLst>
          </p:cNvPr>
          <p:cNvSpPr txBox="1"/>
          <p:nvPr/>
        </p:nvSpPr>
        <p:spPr>
          <a:xfrm>
            <a:off x="2030556" y="6432024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 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13F6866-BF89-45D3-B6DE-0CE6A2518181}"/>
              </a:ext>
            </a:extLst>
          </p:cNvPr>
          <p:cNvSpPr txBox="1"/>
          <p:nvPr/>
        </p:nvSpPr>
        <p:spPr>
          <a:xfrm>
            <a:off x="5350283" y="6340922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 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978985D-187B-4AAA-1BF9-2065C12227F7}"/>
              </a:ext>
            </a:extLst>
          </p:cNvPr>
          <p:cNvSpPr txBox="1"/>
          <p:nvPr/>
        </p:nvSpPr>
        <p:spPr>
          <a:xfrm>
            <a:off x="3450818" y="5463932"/>
            <a:ext cx="1019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Position at t</a:t>
            </a:r>
            <a:r>
              <a:rPr lang="en-US" sz="1200" baseline="-25000" dirty="0"/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C34DA0E-54A6-526C-405C-BF5C2A28681D}"/>
              </a:ext>
            </a:extLst>
          </p:cNvPr>
          <p:cNvSpPr txBox="1"/>
          <p:nvPr/>
        </p:nvSpPr>
        <p:spPr>
          <a:xfrm>
            <a:off x="3189561" y="1994531"/>
            <a:ext cx="1689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Predicted Position at t</a:t>
            </a:r>
            <a:r>
              <a:rPr lang="en-US" sz="1200" baseline="-25000" dirty="0"/>
              <a:t>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82EB700-EDC4-9543-BD9B-8B09183BBEFC}"/>
              </a:ext>
            </a:extLst>
          </p:cNvPr>
          <p:cNvSpPr txBox="1"/>
          <p:nvPr/>
        </p:nvSpPr>
        <p:spPr>
          <a:xfrm>
            <a:off x="2038094" y="1519449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 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9998921-77F7-0B1B-29FE-4EECEDB18DE2}"/>
              </a:ext>
            </a:extLst>
          </p:cNvPr>
          <p:cNvSpPr txBox="1"/>
          <p:nvPr/>
        </p:nvSpPr>
        <p:spPr>
          <a:xfrm>
            <a:off x="5243602" y="1538643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 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80A7FC4-D2C7-01A8-C489-CC8B73A2CACE}"/>
              </a:ext>
            </a:extLst>
          </p:cNvPr>
          <p:cNvSpPr txBox="1"/>
          <p:nvPr/>
        </p:nvSpPr>
        <p:spPr>
          <a:xfrm>
            <a:off x="7156034" y="5225405"/>
            <a:ext cx="164314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Input layer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C6D1491-6DCC-11FC-DAA0-CA0829B20D9F}"/>
              </a:ext>
            </a:extLst>
          </p:cNvPr>
          <p:cNvSpPr txBox="1"/>
          <p:nvPr/>
        </p:nvSpPr>
        <p:spPr>
          <a:xfrm>
            <a:off x="7065818" y="976743"/>
            <a:ext cx="19012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2973532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108</Words>
  <Application>Microsoft Office PowerPoint</Application>
  <PresentationFormat>Widescreen</PresentationFormat>
  <Paragraphs>41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13</cp:revision>
  <dcterms:created xsi:type="dcterms:W3CDTF">2025-01-24T15:58:29Z</dcterms:created>
  <dcterms:modified xsi:type="dcterms:W3CDTF">2025-01-24T21:52:27Z</dcterms:modified>
</cp:coreProperties>
</file>