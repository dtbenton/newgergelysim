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"/>
  </p:notesMasterIdLst>
  <p:sldIdLst>
    <p:sldId id="258" r:id="rId2"/>
    <p:sldId id="259" r:id="rId3"/>
  </p:sldIdLst>
  <p:sldSz cx="50399950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8F5"/>
    <a:srgbClr val="F1F5F8"/>
    <a:srgbClr val="E0FFFF"/>
    <a:srgbClr val="F0FFF0"/>
    <a:srgbClr val="CCFFCC"/>
    <a:srgbClr val="2F5A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4660"/>
  </p:normalViewPr>
  <p:slideViewPr>
    <p:cSldViewPr snapToGrid="0">
      <p:cViewPr varScale="1">
        <p:scale>
          <a:sx n="32" d="100"/>
          <a:sy n="32" d="100"/>
        </p:scale>
        <p:origin x="198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6BCF61-F42E-4834-BCD0-9EC4CEE09EFA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890588" y="1143000"/>
            <a:ext cx="86391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F787F6-54F0-45AE-A2D2-876D106DB9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3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1pPr>
    <a:lvl2pPr marL="604784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2pPr>
    <a:lvl3pPr marL="1209568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3pPr>
    <a:lvl4pPr marL="1814352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4pPr>
    <a:lvl5pPr marL="2419137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5pPr>
    <a:lvl6pPr marL="3023921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6pPr>
    <a:lvl7pPr marL="3628705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7pPr>
    <a:lvl8pPr marL="4233489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8pPr>
    <a:lvl9pPr marL="4838273" algn="l" defTabSz="1209568" rtl="0" eaLnBrk="1" latinLnBrk="0" hangingPunct="1">
      <a:defRPr sz="158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890588" y="1143000"/>
            <a:ext cx="8639176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757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E37B9-8D45-3EF2-C4DD-737021E58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ED539-0675-8FF2-35B6-1D78F14BE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890588" y="1143000"/>
            <a:ext cx="8639176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C50F06-7748-888D-0467-5A47F65C1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2A054-5F88-4CA0-C88E-409B6525CA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787F6-54F0-45AE-A2D2-876D106DB9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9994" y="2945943"/>
            <a:ext cx="37799963" cy="6266897"/>
          </a:xfrm>
        </p:spPr>
        <p:txBody>
          <a:bodyPr anchor="b"/>
          <a:lstStyle>
            <a:lvl1pPr algn="ctr"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9994" y="9454516"/>
            <a:ext cx="37799963" cy="4345992"/>
          </a:xfrm>
        </p:spPr>
        <p:txBody>
          <a:bodyPr/>
          <a:lstStyle>
            <a:lvl1pPr marL="0" indent="0" algn="ctr">
              <a:buNone/>
              <a:defRPr sz="6300"/>
            </a:lvl1pPr>
            <a:lvl2pPr marL="1200059" indent="0" algn="ctr">
              <a:buNone/>
              <a:defRPr sz="5250"/>
            </a:lvl2pPr>
            <a:lvl3pPr marL="2400117" indent="0" algn="ctr">
              <a:buNone/>
              <a:defRPr sz="4725"/>
            </a:lvl3pPr>
            <a:lvl4pPr marL="3600176" indent="0" algn="ctr">
              <a:buNone/>
              <a:defRPr sz="4200"/>
            </a:lvl4pPr>
            <a:lvl5pPr marL="4800234" indent="0" algn="ctr">
              <a:buNone/>
              <a:defRPr sz="4200"/>
            </a:lvl5pPr>
            <a:lvl6pPr marL="6000293" indent="0" algn="ctr">
              <a:buNone/>
              <a:defRPr sz="4200"/>
            </a:lvl6pPr>
            <a:lvl7pPr marL="7200351" indent="0" algn="ctr">
              <a:buNone/>
              <a:defRPr sz="4200"/>
            </a:lvl7pPr>
            <a:lvl8pPr marL="8400410" indent="0" algn="ctr">
              <a:buNone/>
              <a:defRPr sz="4200"/>
            </a:lvl8pPr>
            <a:lvl9pPr marL="9600468" indent="0" algn="ctr">
              <a:buNone/>
              <a:defRPr sz="4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43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04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747" y="4487668"/>
            <a:ext cx="43469957" cy="7487774"/>
          </a:xfrm>
        </p:spPr>
        <p:txBody>
          <a:bodyPr anchor="b"/>
          <a:lstStyle>
            <a:lvl1pPr>
              <a:defRPr sz="157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747" y="12046280"/>
            <a:ext cx="43469957" cy="3937644"/>
          </a:xfrm>
        </p:spPr>
        <p:txBody>
          <a:bodyPr/>
          <a:lstStyle>
            <a:lvl1pPr marL="0" indent="0">
              <a:buNone/>
              <a:defRPr sz="6300">
                <a:solidFill>
                  <a:schemeClr val="tx1">
                    <a:tint val="82000"/>
                  </a:schemeClr>
                </a:solidFill>
              </a:defRPr>
            </a:lvl1pPr>
            <a:lvl2pPr marL="1200059" indent="0">
              <a:buNone/>
              <a:defRPr sz="5250">
                <a:solidFill>
                  <a:schemeClr val="tx1">
                    <a:tint val="82000"/>
                  </a:schemeClr>
                </a:solidFill>
              </a:defRPr>
            </a:lvl2pPr>
            <a:lvl3pPr marL="2400117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3pPr>
            <a:lvl4pPr marL="3600176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4pPr>
            <a:lvl5pPr marL="4800234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5pPr>
            <a:lvl6pPr marL="6000293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6pPr>
            <a:lvl7pPr marL="7200351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7pPr>
            <a:lvl8pPr marL="8400410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8pPr>
            <a:lvl9pPr marL="9600468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4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4996" y="4791843"/>
            <a:ext cx="2141997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4975" y="4791843"/>
            <a:ext cx="21419979" cy="114212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504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1" y="958370"/>
            <a:ext cx="43469957" cy="34792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563" y="4412664"/>
            <a:ext cx="21321539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563" y="6575242"/>
            <a:ext cx="21321539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4975" y="4412664"/>
            <a:ext cx="21426543" cy="2162578"/>
          </a:xfrm>
        </p:spPr>
        <p:txBody>
          <a:bodyPr anchor="b"/>
          <a:lstStyle>
            <a:lvl1pPr marL="0" indent="0">
              <a:buNone/>
              <a:defRPr sz="6300" b="1"/>
            </a:lvl1pPr>
            <a:lvl2pPr marL="1200059" indent="0">
              <a:buNone/>
              <a:defRPr sz="5250" b="1"/>
            </a:lvl2pPr>
            <a:lvl3pPr marL="2400117" indent="0">
              <a:buNone/>
              <a:defRPr sz="4725" b="1"/>
            </a:lvl3pPr>
            <a:lvl4pPr marL="3600176" indent="0">
              <a:buNone/>
              <a:defRPr sz="4200" b="1"/>
            </a:lvl4pPr>
            <a:lvl5pPr marL="4800234" indent="0">
              <a:buNone/>
              <a:defRPr sz="4200" b="1"/>
            </a:lvl5pPr>
            <a:lvl6pPr marL="6000293" indent="0">
              <a:buNone/>
              <a:defRPr sz="4200" b="1"/>
            </a:lvl6pPr>
            <a:lvl7pPr marL="7200351" indent="0">
              <a:buNone/>
              <a:defRPr sz="4200" b="1"/>
            </a:lvl7pPr>
            <a:lvl8pPr marL="8400410" indent="0">
              <a:buNone/>
              <a:defRPr sz="4200" b="1"/>
            </a:lvl8pPr>
            <a:lvl9pPr marL="9600468" indent="0">
              <a:buNone/>
              <a:defRPr sz="4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4975" y="6575242"/>
            <a:ext cx="21426543" cy="9671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3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48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01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200044"/>
            <a:ext cx="16255294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6543" y="2591763"/>
            <a:ext cx="25514975" cy="12792138"/>
          </a:xfrm>
        </p:spPr>
        <p:txBody>
          <a:bodyPr/>
          <a:lstStyle>
            <a:lvl1pPr>
              <a:defRPr sz="8399"/>
            </a:lvl1pPr>
            <a:lvl2pPr>
              <a:defRPr sz="7349"/>
            </a:lvl2pPr>
            <a:lvl3pPr>
              <a:defRPr sz="6300"/>
            </a:lvl3pPr>
            <a:lvl4pPr>
              <a:defRPr sz="5250"/>
            </a:lvl4pPr>
            <a:lvl5pPr>
              <a:defRPr sz="5250"/>
            </a:lvl5pPr>
            <a:lvl6pPr>
              <a:defRPr sz="5250"/>
            </a:lvl6pPr>
            <a:lvl7pPr>
              <a:defRPr sz="5250"/>
            </a:lvl7pPr>
            <a:lvl8pPr>
              <a:defRPr sz="5250"/>
            </a:lvl8pPr>
            <a:lvl9pPr>
              <a:defRPr sz="52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5400199"/>
            <a:ext cx="16255294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22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563" y="1200044"/>
            <a:ext cx="16255294" cy="4200155"/>
          </a:xfrm>
        </p:spPr>
        <p:txBody>
          <a:bodyPr anchor="b"/>
          <a:lstStyle>
            <a:lvl1pPr>
              <a:defRPr sz="83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426543" y="2591763"/>
            <a:ext cx="25514975" cy="12792138"/>
          </a:xfrm>
        </p:spPr>
        <p:txBody>
          <a:bodyPr anchor="t"/>
          <a:lstStyle>
            <a:lvl1pPr marL="0" indent="0">
              <a:buNone/>
              <a:defRPr sz="8399"/>
            </a:lvl1pPr>
            <a:lvl2pPr marL="1200059" indent="0">
              <a:buNone/>
              <a:defRPr sz="7349"/>
            </a:lvl2pPr>
            <a:lvl3pPr marL="2400117" indent="0">
              <a:buNone/>
              <a:defRPr sz="6300"/>
            </a:lvl3pPr>
            <a:lvl4pPr marL="3600176" indent="0">
              <a:buNone/>
              <a:defRPr sz="5250"/>
            </a:lvl4pPr>
            <a:lvl5pPr marL="4800234" indent="0">
              <a:buNone/>
              <a:defRPr sz="5250"/>
            </a:lvl5pPr>
            <a:lvl6pPr marL="6000293" indent="0">
              <a:buNone/>
              <a:defRPr sz="5250"/>
            </a:lvl6pPr>
            <a:lvl7pPr marL="7200351" indent="0">
              <a:buNone/>
              <a:defRPr sz="5250"/>
            </a:lvl7pPr>
            <a:lvl8pPr marL="8400410" indent="0">
              <a:buNone/>
              <a:defRPr sz="5250"/>
            </a:lvl8pPr>
            <a:lvl9pPr marL="9600468" indent="0">
              <a:buNone/>
              <a:defRPr sz="52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563" y="5400199"/>
            <a:ext cx="16255294" cy="10004536"/>
          </a:xfrm>
        </p:spPr>
        <p:txBody>
          <a:bodyPr/>
          <a:lstStyle>
            <a:lvl1pPr marL="0" indent="0">
              <a:buNone/>
              <a:defRPr sz="4200"/>
            </a:lvl1pPr>
            <a:lvl2pPr marL="1200059" indent="0">
              <a:buNone/>
              <a:defRPr sz="3675"/>
            </a:lvl2pPr>
            <a:lvl3pPr marL="2400117" indent="0">
              <a:buNone/>
              <a:defRPr sz="3150"/>
            </a:lvl3pPr>
            <a:lvl4pPr marL="3600176" indent="0">
              <a:buNone/>
              <a:defRPr sz="2625"/>
            </a:lvl4pPr>
            <a:lvl5pPr marL="4800234" indent="0">
              <a:buNone/>
              <a:defRPr sz="2625"/>
            </a:lvl5pPr>
            <a:lvl6pPr marL="6000293" indent="0">
              <a:buNone/>
              <a:defRPr sz="2625"/>
            </a:lvl6pPr>
            <a:lvl7pPr marL="7200351" indent="0">
              <a:buNone/>
              <a:defRPr sz="2625"/>
            </a:lvl7pPr>
            <a:lvl8pPr marL="8400410" indent="0">
              <a:buNone/>
              <a:defRPr sz="2625"/>
            </a:lvl8pPr>
            <a:lvl9pPr marL="9600468" indent="0">
              <a:buNone/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1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52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7464" y="958369"/>
            <a:ext cx="10867489" cy="152547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4997" y="958369"/>
            <a:ext cx="31972468" cy="152547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95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4997" y="958370"/>
            <a:ext cx="43469957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4997" y="4791843"/>
            <a:ext cx="43469957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4996" y="16683949"/>
            <a:ext cx="1133998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8CD7-63E8-421D-92A5-1A28A92294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4984" y="16683949"/>
            <a:ext cx="17009983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4965" y="16683949"/>
            <a:ext cx="11339989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9D92D-2C3C-4E37-9856-1C1673E51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7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2400117" rtl="0" eaLnBrk="1" latinLnBrk="0" hangingPunct="1">
        <a:lnSpc>
          <a:spcPct val="90000"/>
        </a:lnSpc>
        <a:spcBef>
          <a:spcPct val="0"/>
        </a:spcBef>
        <a:buNone/>
        <a:defRPr sz="115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29" indent="-600029" algn="l" defTabSz="2400117" rtl="0" eaLnBrk="1" latinLnBrk="0" hangingPunct="1">
        <a:lnSpc>
          <a:spcPct val="90000"/>
        </a:lnSpc>
        <a:spcBef>
          <a:spcPts val="2625"/>
        </a:spcBef>
        <a:buFont typeface="Arial" panose="020B0604020202020204" pitchFamily="34" charset="0"/>
        <a:buChar char="•"/>
        <a:defRPr sz="7349" kern="1200">
          <a:solidFill>
            <a:schemeClr val="tx1"/>
          </a:solidFill>
          <a:latin typeface="+mn-lt"/>
          <a:ea typeface="+mn-ea"/>
          <a:cs typeface="+mn-cs"/>
        </a:defRPr>
      </a:lvl1pPr>
      <a:lvl2pPr marL="180008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2pPr>
      <a:lvl3pPr marL="3000146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5250" kern="1200">
          <a:solidFill>
            <a:schemeClr val="tx1"/>
          </a:solidFill>
          <a:latin typeface="+mn-lt"/>
          <a:ea typeface="+mn-ea"/>
          <a:cs typeface="+mn-cs"/>
        </a:defRPr>
      </a:lvl3pPr>
      <a:lvl4pPr marL="4200205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5400264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600322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800381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9000439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10200498" indent="-600029" algn="l" defTabSz="240011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1pPr>
      <a:lvl2pPr marL="1200059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400117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3pPr>
      <a:lvl4pPr marL="3600176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4pPr>
      <a:lvl5pPr marL="4800234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5pPr>
      <a:lvl6pPr marL="6000293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6pPr>
      <a:lvl7pPr marL="7200351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7pPr>
      <a:lvl8pPr marL="8400410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8pPr>
      <a:lvl9pPr marL="9600468" algn="l" defTabSz="2400117" rtl="0" eaLnBrk="1" latinLnBrk="0" hangingPunct="1">
        <a:defRPr sz="47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94">
            <a:extLst>
              <a:ext uri="{FF2B5EF4-FFF2-40B4-BE49-F238E27FC236}">
                <a16:creationId xmlns:a16="http://schemas.microsoft.com/office/drawing/2014/main" id="{0D66364E-2839-6B65-6F25-BBBB1BC787D0}"/>
              </a:ext>
            </a:extLst>
          </p:cNvPr>
          <p:cNvGrpSpPr/>
          <p:nvPr/>
        </p:nvGrpSpPr>
        <p:grpSpPr>
          <a:xfrm>
            <a:off x="17207785" y="8648859"/>
            <a:ext cx="4991999" cy="1558309"/>
            <a:chOff x="2498104" y="1876424"/>
            <a:chExt cx="4991999" cy="1558309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4E5827C0-55BF-76C3-6BD1-3FF85E7B6B8F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A325E2E-E787-93E6-A014-C0D735227C51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3CF9814-D612-72EB-E758-C498903071BC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4C34C65-8B32-43F3-5B16-F5E91E8222F2}"/>
              </a:ext>
            </a:extLst>
          </p:cNvPr>
          <p:cNvCxnSpPr>
            <a:cxnSpLocks/>
          </p:cNvCxnSpPr>
          <p:nvPr/>
        </p:nvCxnSpPr>
        <p:spPr>
          <a:xfrm>
            <a:off x="15086936" y="503250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D3FE959-80AD-4E7E-B7A2-E732E51FBD98}"/>
              </a:ext>
            </a:extLst>
          </p:cNvPr>
          <p:cNvSpPr/>
          <p:nvPr/>
        </p:nvSpPr>
        <p:spPr>
          <a:xfrm>
            <a:off x="22186272" y="444804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CC7E239-3748-B60C-847F-5686F94FD757}"/>
              </a:ext>
            </a:extLst>
          </p:cNvPr>
          <p:cNvSpPr/>
          <p:nvPr/>
        </p:nvSpPr>
        <p:spPr>
          <a:xfrm>
            <a:off x="15520378" y="4161312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822E6C-43FF-73E9-8E94-06D5AF58744F}"/>
              </a:ext>
            </a:extLst>
          </p:cNvPr>
          <p:cNvSpPr/>
          <p:nvPr/>
        </p:nvSpPr>
        <p:spPr>
          <a:xfrm>
            <a:off x="21971321" y="4118111"/>
            <a:ext cx="996879" cy="895541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9444081-51B9-DFCC-4E4F-3F0D71676A1E}"/>
              </a:ext>
            </a:extLst>
          </p:cNvPr>
          <p:cNvCxnSpPr>
            <a:cxnSpLocks/>
            <a:stCxn id="18" idx="0"/>
            <a:endCxn id="16" idx="0"/>
          </p:cNvCxnSpPr>
          <p:nvPr/>
        </p:nvCxnSpPr>
        <p:spPr>
          <a:xfrm flipH="1">
            <a:off x="22469080" y="4118111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4BEF71D-B2D8-9C7E-EC93-6141B9E80648}"/>
              </a:ext>
            </a:extLst>
          </p:cNvPr>
          <p:cNvCxnSpPr>
            <a:cxnSpLocks/>
          </p:cNvCxnSpPr>
          <p:nvPr/>
        </p:nvCxnSpPr>
        <p:spPr>
          <a:xfrm>
            <a:off x="22044534" y="4344345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8FA2E7-AA96-A8AE-9F00-582AAE83ED54}"/>
              </a:ext>
            </a:extLst>
          </p:cNvPr>
          <p:cNvCxnSpPr>
            <a:cxnSpLocks/>
          </p:cNvCxnSpPr>
          <p:nvPr/>
        </p:nvCxnSpPr>
        <p:spPr>
          <a:xfrm flipV="1">
            <a:off x="22706871" y="4419761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648B04A9-CFA1-1BCC-7581-BAB2EDBFE3EB}"/>
              </a:ext>
            </a:extLst>
          </p:cNvPr>
          <p:cNvSpPr/>
          <p:nvPr/>
        </p:nvSpPr>
        <p:spPr>
          <a:xfrm>
            <a:off x="15372393" y="3816463"/>
            <a:ext cx="1131217" cy="118972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867AD3A-7A4A-5826-FC9F-57041A884B2C}"/>
              </a:ext>
            </a:extLst>
          </p:cNvPr>
          <p:cNvCxnSpPr>
            <a:cxnSpLocks/>
          </p:cNvCxnSpPr>
          <p:nvPr/>
        </p:nvCxnSpPr>
        <p:spPr>
          <a:xfrm flipH="1">
            <a:off x="15937660" y="3830593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5FC16C-7F6B-3BB6-E1F5-47912FEE2495}"/>
              </a:ext>
            </a:extLst>
          </p:cNvPr>
          <p:cNvCxnSpPr>
            <a:cxnSpLocks/>
          </p:cNvCxnSpPr>
          <p:nvPr/>
        </p:nvCxnSpPr>
        <p:spPr>
          <a:xfrm>
            <a:off x="15454106" y="4099257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EA975C4-E696-2046-D421-77069294F1F9}"/>
              </a:ext>
            </a:extLst>
          </p:cNvPr>
          <p:cNvCxnSpPr>
            <a:cxnSpLocks/>
          </p:cNvCxnSpPr>
          <p:nvPr/>
        </p:nvCxnSpPr>
        <p:spPr>
          <a:xfrm flipV="1">
            <a:off x="16177066" y="4080401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1AE518FA-EDCD-3F5C-F5F5-10CFE0065FB6}"/>
              </a:ext>
            </a:extLst>
          </p:cNvPr>
          <p:cNvSpPr/>
          <p:nvPr/>
        </p:nvSpPr>
        <p:spPr>
          <a:xfrm>
            <a:off x="22461935" y="6936713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418E241-7B4C-8EE4-1C14-6D204309F546}"/>
              </a:ext>
            </a:extLst>
          </p:cNvPr>
          <p:cNvSpPr/>
          <p:nvPr/>
        </p:nvSpPr>
        <p:spPr>
          <a:xfrm>
            <a:off x="15648377" y="15756301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7D0CDC7-D04C-7A4B-16F4-5277DB2D172B}"/>
              </a:ext>
            </a:extLst>
          </p:cNvPr>
          <p:cNvCxnSpPr>
            <a:cxnSpLocks/>
          </p:cNvCxnSpPr>
          <p:nvPr/>
        </p:nvCxnSpPr>
        <p:spPr>
          <a:xfrm>
            <a:off x="21388941" y="7073310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F4DC44-531A-17A6-DC50-8F94241D9F06}"/>
              </a:ext>
            </a:extLst>
          </p:cNvPr>
          <p:cNvCxnSpPr>
            <a:cxnSpLocks/>
          </p:cNvCxnSpPr>
          <p:nvPr/>
        </p:nvCxnSpPr>
        <p:spPr>
          <a:xfrm flipH="1">
            <a:off x="21425045" y="7315357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5E26A6F-C1C2-0AB7-5F58-95CBAC80BC84}"/>
              </a:ext>
            </a:extLst>
          </p:cNvPr>
          <p:cNvGrpSpPr/>
          <p:nvPr/>
        </p:nvGrpSpPr>
        <p:grpSpPr>
          <a:xfrm>
            <a:off x="17208851" y="5634738"/>
            <a:ext cx="4991999" cy="1558309"/>
            <a:chOff x="2498104" y="1876424"/>
            <a:chExt cx="4991999" cy="155830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FE785F0-167E-3E9B-547B-C03C8AF6CB9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38A7DE9-8C5F-C107-8471-AF8BE533E99E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628034B-E40C-95C5-3B03-A58A20748F4E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B1A956AD-9E5E-16C1-A9A1-DC825BA784CB}"/>
              </a:ext>
            </a:extLst>
          </p:cNvPr>
          <p:cNvSpPr/>
          <p:nvPr/>
        </p:nvSpPr>
        <p:spPr>
          <a:xfrm>
            <a:off x="20631802" y="694286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83140CD-8F33-0FC8-7BD2-727305F1D98B}"/>
              </a:ext>
            </a:extLst>
          </p:cNvPr>
          <p:cNvSpPr/>
          <p:nvPr/>
        </p:nvSpPr>
        <p:spPr>
          <a:xfrm>
            <a:off x="19139315" y="5977186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459330-EB60-5014-2475-F9E13317813B}"/>
              </a:ext>
            </a:extLst>
          </p:cNvPr>
          <p:cNvCxnSpPr>
            <a:cxnSpLocks/>
          </p:cNvCxnSpPr>
          <p:nvPr/>
        </p:nvCxnSpPr>
        <p:spPr>
          <a:xfrm>
            <a:off x="15022437" y="7519030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89AB4661-80DF-2AF2-B1D0-EB624E3E08C4}"/>
              </a:ext>
            </a:extLst>
          </p:cNvPr>
          <p:cNvSpPr/>
          <p:nvPr/>
        </p:nvSpPr>
        <p:spPr>
          <a:xfrm>
            <a:off x="22460869" y="995083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9EF03C87-222C-7C27-7477-94E75450E38C}"/>
              </a:ext>
            </a:extLst>
          </p:cNvPr>
          <p:cNvSpPr/>
          <p:nvPr/>
        </p:nvSpPr>
        <p:spPr>
          <a:xfrm>
            <a:off x="19295231" y="838543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863B4F56-E49C-E345-412C-7E85A3AA5233}"/>
              </a:ext>
            </a:extLst>
          </p:cNvPr>
          <p:cNvCxnSpPr>
            <a:cxnSpLocks/>
          </p:cNvCxnSpPr>
          <p:nvPr/>
        </p:nvCxnSpPr>
        <p:spPr>
          <a:xfrm>
            <a:off x="15021371" y="10533151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>
            <a:extLst>
              <a:ext uri="{FF2B5EF4-FFF2-40B4-BE49-F238E27FC236}">
                <a16:creationId xmlns:a16="http://schemas.microsoft.com/office/drawing/2014/main" id="{E755FC43-ABAC-876A-F2C3-9C67AC70BA32}"/>
              </a:ext>
            </a:extLst>
          </p:cNvPr>
          <p:cNvSpPr/>
          <p:nvPr/>
        </p:nvSpPr>
        <p:spPr>
          <a:xfrm>
            <a:off x="22477983" y="1297307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53D575DB-B649-D3E2-B9E6-0DF4563751A8}"/>
              </a:ext>
            </a:extLst>
          </p:cNvPr>
          <p:cNvCxnSpPr>
            <a:cxnSpLocks/>
          </p:cNvCxnSpPr>
          <p:nvPr/>
        </p:nvCxnSpPr>
        <p:spPr>
          <a:xfrm>
            <a:off x="21404989" y="13109669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13104C-7B9D-AFE6-336C-0A4F1632FBB9}"/>
              </a:ext>
            </a:extLst>
          </p:cNvPr>
          <p:cNvCxnSpPr>
            <a:cxnSpLocks/>
          </p:cNvCxnSpPr>
          <p:nvPr/>
        </p:nvCxnSpPr>
        <p:spPr>
          <a:xfrm flipH="1">
            <a:off x="21441093" y="13351716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47806B8-2021-B84C-9A78-E42ED88E9721}"/>
              </a:ext>
            </a:extLst>
          </p:cNvPr>
          <p:cNvGrpSpPr/>
          <p:nvPr/>
        </p:nvGrpSpPr>
        <p:grpSpPr>
          <a:xfrm>
            <a:off x="17224899" y="11671097"/>
            <a:ext cx="4991999" cy="1558309"/>
            <a:chOff x="2498104" y="1876424"/>
            <a:chExt cx="4991999" cy="1558309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8C7644AA-8AA6-6BE0-7A1D-5E58B6E422F0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B8C2C76-B3DB-D5E5-E923-FE13A81F4B3A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9F13AA6F-C2E7-9AC1-A5D2-CEF4ABB19E89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68BC1311-54E3-C952-BA47-C25F2116DB73}"/>
              </a:ext>
            </a:extLst>
          </p:cNvPr>
          <p:cNvSpPr/>
          <p:nvPr/>
        </p:nvSpPr>
        <p:spPr>
          <a:xfrm>
            <a:off x="18022657" y="1294961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58932C6-9F19-4DB9-232D-1D48EC7D8EFD}"/>
              </a:ext>
            </a:extLst>
          </p:cNvPr>
          <p:cNvCxnSpPr>
            <a:cxnSpLocks/>
          </p:cNvCxnSpPr>
          <p:nvPr/>
        </p:nvCxnSpPr>
        <p:spPr>
          <a:xfrm>
            <a:off x="15038485" y="13555389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Oval 116">
            <a:extLst>
              <a:ext uri="{FF2B5EF4-FFF2-40B4-BE49-F238E27FC236}">
                <a16:creationId xmlns:a16="http://schemas.microsoft.com/office/drawing/2014/main" id="{A18882C2-1EC8-7EDA-4FDB-B1AAAFA6FDAE}"/>
              </a:ext>
            </a:extLst>
          </p:cNvPr>
          <p:cNvSpPr/>
          <p:nvPr/>
        </p:nvSpPr>
        <p:spPr>
          <a:xfrm>
            <a:off x="22477983" y="16051880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7DA5A87E-8727-255E-5A65-4EDF15E1AC6B}"/>
              </a:ext>
            </a:extLst>
          </p:cNvPr>
          <p:cNvSpPr/>
          <p:nvPr/>
        </p:nvSpPr>
        <p:spPr>
          <a:xfrm>
            <a:off x="15643274" y="12685061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3AD7E3F-B12E-7AEF-4D07-86BAE6BBF4FB}"/>
              </a:ext>
            </a:extLst>
          </p:cNvPr>
          <p:cNvCxnSpPr>
            <a:cxnSpLocks/>
          </p:cNvCxnSpPr>
          <p:nvPr/>
        </p:nvCxnSpPr>
        <p:spPr>
          <a:xfrm>
            <a:off x="21404989" y="16188477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57A7025-112B-A14B-AFFE-3B77918DF801}"/>
              </a:ext>
            </a:extLst>
          </p:cNvPr>
          <p:cNvCxnSpPr>
            <a:cxnSpLocks/>
          </p:cNvCxnSpPr>
          <p:nvPr/>
        </p:nvCxnSpPr>
        <p:spPr>
          <a:xfrm flipH="1">
            <a:off x="21441093" y="16430524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B323808-C3E6-CBE6-38EE-78A183364276}"/>
              </a:ext>
            </a:extLst>
          </p:cNvPr>
          <p:cNvGrpSpPr/>
          <p:nvPr/>
        </p:nvGrpSpPr>
        <p:grpSpPr>
          <a:xfrm>
            <a:off x="17224899" y="14749905"/>
            <a:ext cx="4991999" cy="1558309"/>
            <a:chOff x="2498104" y="1876424"/>
            <a:chExt cx="4991999" cy="1558309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8DFD593-BFF9-8886-7CEA-F7C7A613DAD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D7959ADC-2345-5467-E1BE-736B863E523D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7DB9B478-3C2E-C63E-9DD4-66BA51DADAB6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7096A1A6-385F-737B-C2AD-640DF319A64B}"/>
              </a:ext>
            </a:extLst>
          </p:cNvPr>
          <p:cNvSpPr/>
          <p:nvPr/>
        </p:nvSpPr>
        <p:spPr>
          <a:xfrm>
            <a:off x="16615925" y="16031524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B97E9EA-2C81-17B6-B1BD-993B6D7B4A1A}"/>
              </a:ext>
            </a:extLst>
          </p:cNvPr>
          <p:cNvCxnSpPr>
            <a:cxnSpLocks/>
          </p:cNvCxnSpPr>
          <p:nvPr/>
        </p:nvCxnSpPr>
        <p:spPr>
          <a:xfrm>
            <a:off x="15038485" y="16634197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20DF5EDB-AE3C-9530-55CC-56EFE41131FC}"/>
              </a:ext>
            </a:extLst>
          </p:cNvPr>
          <p:cNvSpPr/>
          <p:nvPr/>
        </p:nvSpPr>
        <p:spPr>
          <a:xfrm>
            <a:off x="15636451" y="966336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50BF73DD-1A29-01DA-2E89-5283DC8AC96A}"/>
              </a:ext>
            </a:extLst>
          </p:cNvPr>
          <p:cNvSpPr/>
          <p:nvPr/>
        </p:nvSpPr>
        <p:spPr>
          <a:xfrm>
            <a:off x="15603755" y="6646985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B5AE3EBA-8B27-3B80-A19C-35A8FB3BB412}"/>
              </a:ext>
            </a:extLst>
          </p:cNvPr>
          <p:cNvGrpSpPr/>
          <p:nvPr/>
        </p:nvGrpSpPr>
        <p:grpSpPr>
          <a:xfrm>
            <a:off x="28559054" y="11009416"/>
            <a:ext cx="4991999" cy="1558309"/>
            <a:chOff x="2498104" y="1876424"/>
            <a:chExt cx="4991999" cy="155830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B3B9487A-4A89-93F5-9DCA-B763EE59047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1CA2AF-F57F-8F40-877B-E92E220256E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C7866183-8F38-15C8-3140-409A3B1C5203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EF29D224-B8B6-CFBD-993F-78FDE96BF7D9}"/>
              </a:ext>
            </a:extLst>
          </p:cNvPr>
          <p:cNvCxnSpPr>
            <a:cxnSpLocks/>
          </p:cNvCxnSpPr>
          <p:nvPr/>
        </p:nvCxnSpPr>
        <p:spPr>
          <a:xfrm>
            <a:off x="26759133" y="7494862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BE6E93E5-1DC8-42F0-42BA-D0F9AD4272CD}"/>
              </a:ext>
            </a:extLst>
          </p:cNvPr>
          <p:cNvSpPr/>
          <p:nvPr/>
        </p:nvSpPr>
        <p:spPr>
          <a:xfrm>
            <a:off x="33551050" y="6910398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B5007C01-6DF0-EACC-7ABD-D8BBC2CC866C}"/>
              </a:ext>
            </a:extLst>
          </p:cNvPr>
          <p:cNvSpPr/>
          <p:nvPr/>
        </p:nvSpPr>
        <p:spPr>
          <a:xfrm>
            <a:off x="26716324" y="6623670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AF91DBB-B82F-D8E8-854D-AF8D24F9B1CC}"/>
              </a:ext>
            </a:extLst>
          </p:cNvPr>
          <p:cNvCxnSpPr>
            <a:cxnSpLocks/>
          </p:cNvCxnSpPr>
          <p:nvPr/>
        </p:nvCxnSpPr>
        <p:spPr>
          <a:xfrm>
            <a:off x="26853960" y="12805496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5C9EEADB-39FB-C78A-FB78-B5FDD47F1187}"/>
              </a:ext>
            </a:extLst>
          </p:cNvPr>
          <p:cNvSpPr/>
          <p:nvPr/>
        </p:nvSpPr>
        <p:spPr>
          <a:xfrm>
            <a:off x="33645877" y="1222103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13B6A774-5169-03BC-2007-C34CED4373C2}"/>
              </a:ext>
            </a:extLst>
          </p:cNvPr>
          <p:cNvSpPr/>
          <p:nvPr/>
        </p:nvSpPr>
        <p:spPr>
          <a:xfrm>
            <a:off x="26943498" y="1193430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9CB4AAE-8AE3-1026-0035-AD2A01AE7B2A}"/>
              </a:ext>
            </a:extLst>
          </p:cNvPr>
          <p:cNvCxnSpPr>
            <a:cxnSpLocks/>
          </p:cNvCxnSpPr>
          <p:nvPr/>
        </p:nvCxnSpPr>
        <p:spPr>
          <a:xfrm flipH="1">
            <a:off x="28464227" y="7170977"/>
            <a:ext cx="4845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EDAA1DE1-0CC2-16F3-D961-DF72E46CB728}"/>
              </a:ext>
            </a:extLst>
          </p:cNvPr>
          <p:cNvSpPr/>
          <p:nvPr/>
        </p:nvSpPr>
        <p:spPr>
          <a:xfrm>
            <a:off x="27707726" y="6918965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F976910E-1FA9-2F36-99D7-D9F059D6377E}"/>
              </a:ext>
            </a:extLst>
          </p:cNvPr>
          <p:cNvSpPr/>
          <p:nvPr/>
        </p:nvSpPr>
        <p:spPr>
          <a:xfrm>
            <a:off x="27905245" y="1219738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9716292E-1898-F0A2-D8B6-3FE18F2602EC}"/>
              </a:ext>
            </a:extLst>
          </p:cNvPr>
          <p:cNvCxnSpPr>
            <a:cxnSpLocks/>
          </p:cNvCxnSpPr>
          <p:nvPr/>
        </p:nvCxnSpPr>
        <p:spPr>
          <a:xfrm>
            <a:off x="32554506" y="12445116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FB76BB8-3A00-BB21-CE55-13D711146E33}"/>
              </a:ext>
            </a:extLst>
          </p:cNvPr>
          <p:cNvCxnSpPr>
            <a:cxnSpLocks/>
          </p:cNvCxnSpPr>
          <p:nvPr/>
        </p:nvCxnSpPr>
        <p:spPr>
          <a:xfrm flipH="1">
            <a:off x="32554506" y="12675131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F6E23BD9-DE88-D7C0-860F-BCA307418D31}"/>
              </a:ext>
            </a:extLst>
          </p:cNvPr>
          <p:cNvSpPr txBox="1"/>
          <p:nvPr/>
        </p:nvSpPr>
        <p:spPr>
          <a:xfrm>
            <a:off x="29478020" y="9937321"/>
            <a:ext cx="313541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07FE5E9B-9D58-FC07-01DD-05F66A217400}"/>
              </a:ext>
            </a:extLst>
          </p:cNvPr>
          <p:cNvSpPr txBox="1"/>
          <p:nvPr/>
        </p:nvSpPr>
        <p:spPr>
          <a:xfrm>
            <a:off x="29478020" y="6132666"/>
            <a:ext cx="28580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4539A159-75D1-478B-153D-EEDD42C553B1}"/>
              </a:ext>
            </a:extLst>
          </p:cNvPr>
          <p:cNvSpPr/>
          <p:nvPr/>
        </p:nvSpPr>
        <p:spPr>
          <a:xfrm>
            <a:off x="19159364" y="900513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2E6B18D-585D-4B8A-F229-AFFD145AA63C}"/>
              </a:ext>
            </a:extLst>
          </p:cNvPr>
          <p:cNvSpPr/>
          <p:nvPr/>
        </p:nvSpPr>
        <p:spPr>
          <a:xfrm>
            <a:off x="19165972" y="1202092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D5F2C8D-D052-9757-07D0-DF96AB9E5620}"/>
              </a:ext>
            </a:extLst>
          </p:cNvPr>
          <p:cNvSpPr/>
          <p:nvPr/>
        </p:nvSpPr>
        <p:spPr>
          <a:xfrm>
            <a:off x="19147394" y="15073565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9589C605-8113-CD93-79E5-CDCEBA4A5D1E}"/>
              </a:ext>
            </a:extLst>
          </p:cNvPr>
          <p:cNvSpPr/>
          <p:nvPr/>
        </p:nvSpPr>
        <p:spPr>
          <a:xfrm>
            <a:off x="19122530" y="3495419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272ACF6-3EC3-5EEC-96BB-1E6024B6437C}"/>
              </a:ext>
            </a:extLst>
          </p:cNvPr>
          <p:cNvSpPr txBox="1"/>
          <p:nvPr/>
        </p:nvSpPr>
        <p:spPr>
          <a:xfrm>
            <a:off x="17311500" y="2389698"/>
            <a:ext cx="475322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5114056-1BD3-B851-7624-84D30EF99E42}"/>
              </a:ext>
            </a:extLst>
          </p:cNvPr>
          <p:cNvSpPr txBox="1"/>
          <p:nvPr/>
        </p:nvSpPr>
        <p:spPr>
          <a:xfrm>
            <a:off x="29496705" y="2389698"/>
            <a:ext cx="2776658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A2ED962E-7BE2-032E-F632-5641A3B242E1}"/>
              </a:ext>
            </a:extLst>
          </p:cNvPr>
          <p:cNvSpPr txBox="1"/>
          <p:nvPr/>
        </p:nvSpPr>
        <p:spPr>
          <a:xfrm>
            <a:off x="20853657" y="241339"/>
            <a:ext cx="86926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Action Event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FDFFF1D-84D6-6B94-3922-1952FE0E51AD}"/>
              </a:ext>
            </a:extLst>
          </p:cNvPr>
          <p:cNvCxnSpPr/>
          <p:nvPr/>
        </p:nvCxnSpPr>
        <p:spPr>
          <a:xfrm>
            <a:off x="13402094" y="4577702"/>
            <a:ext cx="0" cy="1042892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1DE11F73-3A5F-CA59-6475-AC03A23780D9}"/>
              </a:ext>
            </a:extLst>
          </p:cNvPr>
          <p:cNvSpPr txBox="1"/>
          <p:nvPr/>
        </p:nvSpPr>
        <p:spPr>
          <a:xfrm rot="5400000">
            <a:off x="13351380" y="9142262"/>
            <a:ext cx="13151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3116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1C87-2F54-86DA-0899-1DBD2E7B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>
            <a:extLst>
              <a:ext uri="{FF2B5EF4-FFF2-40B4-BE49-F238E27FC236}">
                <a16:creationId xmlns:a16="http://schemas.microsoft.com/office/drawing/2014/main" id="{09B899A5-77B6-455F-AB51-CFC43DE645B4}"/>
              </a:ext>
            </a:extLst>
          </p:cNvPr>
          <p:cNvSpPr/>
          <p:nvPr/>
        </p:nvSpPr>
        <p:spPr>
          <a:xfrm>
            <a:off x="39175377" y="2318656"/>
            <a:ext cx="10482932" cy="15120255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FE328332-2BE1-07C9-96D6-BBCB39EE676F}"/>
              </a:ext>
            </a:extLst>
          </p:cNvPr>
          <p:cNvSpPr/>
          <p:nvPr/>
        </p:nvSpPr>
        <p:spPr>
          <a:xfrm>
            <a:off x="28702120" y="2318657"/>
            <a:ext cx="10482932" cy="15120255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716EE3B-06DA-6C14-0024-41CDDECCC94F}"/>
              </a:ext>
            </a:extLst>
          </p:cNvPr>
          <p:cNvSpPr/>
          <p:nvPr/>
        </p:nvSpPr>
        <p:spPr>
          <a:xfrm>
            <a:off x="12628628" y="2318656"/>
            <a:ext cx="10482932" cy="15120255"/>
          </a:xfrm>
          <a:prstGeom prst="rect">
            <a:avLst/>
          </a:prstGeom>
          <a:solidFill>
            <a:srgbClr val="F4F8F5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BBDCC8A4-21E3-59F0-742C-28F9A77D5211}"/>
              </a:ext>
            </a:extLst>
          </p:cNvPr>
          <p:cNvSpPr/>
          <p:nvPr/>
        </p:nvSpPr>
        <p:spPr>
          <a:xfrm>
            <a:off x="2155371" y="2318657"/>
            <a:ext cx="10482932" cy="15120255"/>
          </a:xfrm>
          <a:prstGeom prst="rect">
            <a:avLst/>
          </a:prstGeom>
          <a:solidFill>
            <a:srgbClr val="F1F5F8"/>
          </a:solidFill>
          <a:ln w="952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D728EFA-DC0F-592D-A2B3-727D6C9B8638}"/>
              </a:ext>
            </a:extLst>
          </p:cNvPr>
          <p:cNvGrpSpPr/>
          <p:nvPr/>
        </p:nvGrpSpPr>
        <p:grpSpPr>
          <a:xfrm>
            <a:off x="31185043" y="8942773"/>
            <a:ext cx="4991999" cy="1558309"/>
            <a:chOff x="2498104" y="1876424"/>
            <a:chExt cx="4991999" cy="1558309"/>
          </a:xfrm>
        </p:grpSpPr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A342F-5FCE-18CB-CD15-78B78E838CB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3DAB849-3C2C-44CE-0DA9-25533291333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7204A6F-3046-6567-6965-3AC64B6361BB}"/>
                </a:ext>
              </a:extLst>
            </p:cNvPr>
            <p:cNvCxnSpPr>
              <a:cxnSpLocks/>
              <a:stCxn id="9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D64C28-FB47-F346-C93C-93A718FEBB5B}"/>
              </a:ext>
            </a:extLst>
          </p:cNvPr>
          <p:cNvCxnSpPr>
            <a:cxnSpLocks/>
          </p:cNvCxnSpPr>
          <p:nvPr/>
        </p:nvCxnSpPr>
        <p:spPr>
          <a:xfrm>
            <a:off x="29064194" y="5326418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04E07B79-F2E8-C66D-820D-F953B24443D0}"/>
              </a:ext>
            </a:extLst>
          </p:cNvPr>
          <p:cNvSpPr/>
          <p:nvPr/>
        </p:nvSpPr>
        <p:spPr>
          <a:xfrm>
            <a:off x="36163530" y="474195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DBFF9E-B6F5-F75F-1F2C-895BBD506072}"/>
              </a:ext>
            </a:extLst>
          </p:cNvPr>
          <p:cNvSpPr/>
          <p:nvPr/>
        </p:nvSpPr>
        <p:spPr>
          <a:xfrm>
            <a:off x="29497636" y="4455226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D3752F-89B3-7090-AD58-91C9E3060982}"/>
              </a:ext>
            </a:extLst>
          </p:cNvPr>
          <p:cNvSpPr/>
          <p:nvPr/>
        </p:nvSpPr>
        <p:spPr>
          <a:xfrm>
            <a:off x="35948579" y="4412025"/>
            <a:ext cx="996879" cy="895541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1E13503-3F8A-A2E1-6E86-37E65E53FC87}"/>
              </a:ext>
            </a:extLst>
          </p:cNvPr>
          <p:cNvCxnSpPr>
            <a:cxnSpLocks/>
            <a:stCxn id="18" idx="0"/>
            <a:endCxn id="16" idx="0"/>
          </p:cNvCxnSpPr>
          <p:nvPr/>
        </p:nvCxnSpPr>
        <p:spPr>
          <a:xfrm flipH="1">
            <a:off x="36446338" y="4412025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7B8FFD-64DF-95AA-190F-4135E7ABE50F}"/>
              </a:ext>
            </a:extLst>
          </p:cNvPr>
          <p:cNvCxnSpPr>
            <a:cxnSpLocks/>
          </p:cNvCxnSpPr>
          <p:nvPr/>
        </p:nvCxnSpPr>
        <p:spPr>
          <a:xfrm>
            <a:off x="36021792" y="4638259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7D094A-2EBC-C2A9-54B6-EEAA3CA2683C}"/>
              </a:ext>
            </a:extLst>
          </p:cNvPr>
          <p:cNvCxnSpPr>
            <a:cxnSpLocks/>
          </p:cNvCxnSpPr>
          <p:nvPr/>
        </p:nvCxnSpPr>
        <p:spPr>
          <a:xfrm flipV="1">
            <a:off x="36684129" y="4713675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7967208-A2D2-3178-1B50-BD9706F65656}"/>
              </a:ext>
            </a:extLst>
          </p:cNvPr>
          <p:cNvSpPr/>
          <p:nvPr/>
        </p:nvSpPr>
        <p:spPr>
          <a:xfrm>
            <a:off x="29349651" y="4110377"/>
            <a:ext cx="1131217" cy="118972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5493F3E-8171-6BA0-B162-5A52E0661A1C}"/>
              </a:ext>
            </a:extLst>
          </p:cNvPr>
          <p:cNvCxnSpPr>
            <a:cxnSpLocks/>
          </p:cNvCxnSpPr>
          <p:nvPr/>
        </p:nvCxnSpPr>
        <p:spPr>
          <a:xfrm flipH="1">
            <a:off x="29914918" y="4124507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95283B9-63CD-C15B-734F-83D77C5F47A5}"/>
              </a:ext>
            </a:extLst>
          </p:cNvPr>
          <p:cNvCxnSpPr>
            <a:cxnSpLocks/>
          </p:cNvCxnSpPr>
          <p:nvPr/>
        </p:nvCxnSpPr>
        <p:spPr>
          <a:xfrm>
            <a:off x="29431364" y="4393171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E518413-1696-A16C-E292-720689051AFE}"/>
              </a:ext>
            </a:extLst>
          </p:cNvPr>
          <p:cNvCxnSpPr>
            <a:cxnSpLocks/>
          </p:cNvCxnSpPr>
          <p:nvPr/>
        </p:nvCxnSpPr>
        <p:spPr>
          <a:xfrm flipV="1">
            <a:off x="30154324" y="4374315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80561134-CC3C-51F1-BF43-0A40677A9062}"/>
              </a:ext>
            </a:extLst>
          </p:cNvPr>
          <p:cNvSpPr/>
          <p:nvPr/>
        </p:nvSpPr>
        <p:spPr>
          <a:xfrm>
            <a:off x="36439193" y="7230627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AA99EA-D0BF-0669-0112-555B5085217A}"/>
              </a:ext>
            </a:extLst>
          </p:cNvPr>
          <p:cNvSpPr/>
          <p:nvPr/>
        </p:nvSpPr>
        <p:spPr>
          <a:xfrm>
            <a:off x="29625635" y="16050215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986F47-D7D5-B253-AD9F-5D3FE43124D1}"/>
              </a:ext>
            </a:extLst>
          </p:cNvPr>
          <p:cNvCxnSpPr>
            <a:cxnSpLocks/>
          </p:cNvCxnSpPr>
          <p:nvPr/>
        </p:nvCxnSpPr>
        <p:spPr>
          <a:xfrm>
            <a:off x="35366199" y="7367224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13D7BE-1976-29FE-446F-F06B478672F1}"/>
              </a:ext>
            </a:extLst>
          </p:cNvPr>
          <p:cNvCxnSpPr>
            <a:cxnSpLocks/>
          </p:cNvCxnSpPr>
          <p:nvPr/>
        </p:nvCxnSpPr>
        <p:spPr>
          <a:xfrm flipH="1">
            <a:off x="35402303" y="7609271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F1CB714-15B4-C5F2-BF1E-E9D592AEDFB7}"/>
              </a:ext>
            </a:extLst>
          </p:cNvPr>
          <p:cNvGrpSpPr/>
          <p:nvPr/>
        </p:nvGrpSpPr>
        <p:grpSpPr>
          <a:xfrm>
            <a:off x="31186109" y="5928652"/>
            <a:ext cx="4991999" cy="1558309"/>
            <a:chOff x="2498104" y="1876424"/>
            <a:chExt cx="4991999" cy="1558309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6AE478D7-678C-55C0-6002-A0F6D790411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A2D9873-18E0-0F86-BB46-3087A6325E45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3610905-3C41-F8E7-285F-43792DF3105D}"/>
                </a:ext>
              </a:extLst>
            </p:cNvPr>
            <p:cNvCxnSpPr>
              <a:cxnSpLocks/>
              <a:stCxn id="37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0" name="Oval 39">
            <a:extLst>
              <a:ext uri="{FF2B5EF4-FFF2-40B4-BE49-F238E27FC236}">
                <a16:creationId xmlns:a16="http://schemas.microsoft.com/office/drawing/2014/main" id="{035D47D2-0916-C7DA-E65C-99E1E1367E74}"/>
              </a:ext>
            </a:extLst>
          </p:cNvPr>
          <p:cNvSpPr/>
          <p:nvPr/>
        </p:nvSpPr>
        <p:spPr>
          <a:xfrm>
            <a:off x="34609060" y="7236783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870875C-C141-67AE-F765-1526D88DDFF4}"/>
              </a:ext>
            </a:extLst>
          </p:cNvPr>
          <p:cNvCxnSpPr>
            <a:cxnSpLocks/>
          </p:cNvCxnSpPr>
          <p:nvPr/>
        </p:nvCxnSpPr>
        <p:spPr>
          <a:xfrm>
            <a:off x="28999695" y="781294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A60F3C5E-E1F7-E1B0-893B-F8691C27AC22}"/>
              </a:ext>
            </a:extLst>
          </p:cNvPr>
          <p:cNvSpPr/>
          <p:nvPr/>
        </p:nvSpPr>
        <p:spPr>
          <a:xfrm>
            <a:off x="37231922" y="6266298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578A8C22-B7F8-5BED-182D-1B547E39FC00}"/>
              </a:ext>
            </a:extLst>
          </p:cNvPr>
          <p:cNvSpPr/>
          <p:nvPr/>
        </p:nvSpPr>
        <p:spPr>
          <a:xfrm>
            <a:off x="36438127" y="10244748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834D7BA6-F2AD-0022-0A2E-EE38EBA273C9}"/>
              </a:ext>
            </a:extLst>
          </p:cNvPr>
          <p:cNvSpPr/>
          <p:nvPr/>
        </p:nvSpPr>
        <p:spPr>
          <a:xfrm>
            <a:off x="33272489" y="867934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B8361DA-7CA0-E8ED-FA02-D05982372001}"/>
              </a:ext>
            </a:extLst>
          </p:cNvPr>
          <p:cNvCxnSpPr>
            <a:cxnSpLocks/>
          </p:cNvCxnSpPr>
          <p:nvPr/>
        </p:nvCxnSpPr>
        <p:spPr>
          <a:xfrm>
            <a:off x="28998629" y="10827065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01D47A3-4AF2-9F71-663A-0097FABDD5F0}"/>
              </a:ext>
            </a:extLst>
          </p:cNvPr>
          <p:cNvSpPr/>
          <p:nvPr/>
        </p:nvSpPr>
        <p:spPr>
          <a:xfrm>
            <a:off x="37230856" y="9280419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B5414912-395C-A715-D817-158EB85B8AAC}"/>
              </a:ext>
            </a:extLst>
          </p:cNvPr>
          <p:cNvSpPr/>
          <p:nvPr/>
        </p:nvSpPr>
        <p:spPr>
          <a:xfrm>
            <a:off x="36455241" y="13266986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5F57B7E-A4FF-73C4-15A5-AACFCAE84812}"/>
              </a:ext>
            </a:extLst>
          </p:cNvPr>
          <p:cNvCxnSpPr>
            <a:cxnSpLocks/>
          </p:cNvCxnSpPr>
          <p:nvPr/>
        </p:nvCxnSpPr>
        <p:spPr>
          <a:xfrm>
            <a:off x="35382247" y="13403583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3BC85F9-D65E-1976-CCB5-ED96AF57B69A}"/>
              </a:ext>
            </a:extLst>
          </p:cNvPr>
          <p:cNvCxnSpPr>
            <a:cxnSpLocks/>
          </p:cNvCxnSpPr>
          <p:nvPr/>
        </p:nvCxnSpPr>
        <p:spPr>
          <a:xfrm flipH="1">
            <a:off x="35418351" y="13645630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7E8AAE28-7615-C50F-3878-6780808308A0}"/>
              </a:ext>
            </a:extLst>
          </p:cNvPr>
          <p:cNvGrpSpPr/>
          <p:nvPr/>
        </p:nvGrpSpPr>
        <p:grpSpPr>
          <a:xfrm>
            <a:off x="31202157" y="11965011"/>
            <a:ext cx="4991999" cy="1558309"/>
            <a:chOff x="2498104" y="1876424"/>
            <a:chExt cx="4991999" cy="1558309"/>
          </a:xfrm>
        </p:grpSpPr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99E3FE9-CA70-F6BA-702A-200C2863920A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C60A5921-75DA-CA66-7143-C3DEDAF8EA94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5035684-D038-5795-F523-A3D75CAA84FF}"/>
                </a:ext>
              </a:extLst>
            </p:cNvPr>
            <p:cNvCxnSpPr>
              <a:cxnSpLocks/>
              <a:stCxn id="11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4" name="Oval 113">
            <a:extLst>
              <a:ext uri="{FF2B5EF4-FFF2-40B4-BE49-F238E27FC236}">
                <a16:creationId xmlns:a16="http://schemas.microsoft.com/office/drawing/2014/main" id="{86F95B11-A7FB-BAAA-1E62-52096E86E098}"/>
              </a:ext>
            </a:extLst>
          </p:cNvPr>
          <p:cNvSpPr/>
          <p:nvPr/>
        </p:nvSpPr>
        <p:spPr>
          <a:xfrm>
            <a:off x="31999915" y="13243533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E26AA1-F062-32C2-58C7-B227866B1183}"/>
              </a:ext>
            </a:extLst>
          </p:cNvPr>
          <p:cNvCxnSpPr>
            <a:cxnSpLocks/>
          </p:cNvCxnSpPr>
          <p:nvPr/>
        </p:nvCxnSpPr>
        <p:spPr>
          <a:xfrm>
            <a:off x="29015743" y="13849303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99B976E-1A2F-0855-7D2D-35C77878D430}"/>
              </a:ext>
            </a:extLst>
          </p:cNvPr>
          <p:cNvSpPr/>
          <p:nvPr/>
        </p:nvSpPr>
        <p:spPr>
          <a:xfrm>
            <a:off x="37247970" y="12302657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D01B821D-8085-89A1-7197-20AFDB5ACC66}"/>
              </a:ext>
            </a:extLst>
          </p:cNvPr>
          <p:cNvSpPr/>
          <p:nvPr/>
        </p:nvSpPr>
        <p:spPr>
          <a:xfrm>
            <a:off x="36455241" y="1634579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0AD6688A-096E-A682-42A8-56BD95010F89}"/>
              </a:ext>
            </a:extLst>
          </p:cNvPr>
          <p:cNvSpPr/>
          <p:nvPr/>
        </p:nvSpPr>
        <p:spPr>
          <a:xfrm>
            <a:off x="29620532" y="12978975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9539CBFC-CC3A-0D98-3216-BAC9F5FDC38F}"/>
              </a:ext>
            </a:extLst>
          </p:cNvPr>
          <p:cNvCxnSpPr>
            <a:cxnSpLocks/>
          </p:cNvCxnSpPr>
          <p:nvPr/>
        </p:nvCxnSpPr>
        <p:spPr>
          <a:xfrm>
            <a:off x="35382247" y="16482391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FF317DD2-3058-2DAA-E31D-C280597EA406}"/>
              </a:ext>
            </a:extLst>
          </p:cNvPr>
          <p:cNvCxnSpPr>
            <a:cxnSpLocks/>
          </p:cNvCxnSpPr>
          <p:nvPr/>
        </p:nvCxnSpPr>
        <p:spPr>
          <a:xfrm flipH="1">
            <a:off x="35418351" y="16724438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336509C-0A4D-42D7-0A57-572B2930C040}"/>
              </a:ext>
            </a:extLst>
          </p:cNvPr>
          <p:cNvGrpSpPr/>
          <p:nvPr/>
        </p:nvGrpSpPr>
        <p:grpSpPr>
          <a:xfrm>
            <a:off x="31202157" y="15043819"/>
            <a:ext cx="4991999" cy="1558309"/>
            <a:chOff x="2498104" y="1876424"/>
            <a:chExt cx="4991999" cy="1558309"/>
          </a:xfrm>
        </p:grpSpPr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69BD7A65-647D-9068-A56E-733883DB0C42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34679724-0D8D-F15D-1E18-9D4A69A108B7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225BB6D8-794E-1D5F-550B-0D6256C30DBB}"/>
                </a:ext>
              </a:extLst>
            </p:cNvPr>
            <p:cNvCxnSpPr>
              <a:cxnSpLocks/>
              <a:stCxn id="12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9" name="Oval 128">
            <a:extLst>
              <a:ext uri="{FF2B5EF4-FFF2-40B4-BE49-F238E27FC236}">
                <a16:creationId xmlns:a16="http://schemas.microsoft.com/office/drawing/2014/main" id="{3BCB2CCC-7219-E4FB-15E6-120DC81033A0}"/>
              </a:ext>
            </a:extLst>
          </p:cNvPr>
          <p:cNvSpPr/>
          <p:nvPr/>
        </p:nvSpPr>
        <p:spPr>
          <a:xfrm>
            <a:off x="30593183" y="1632543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16224680-1F81-C323-B7CF-6EB2FF6E8FCF}"/>
              </a:ext>
            </a:extLst>
          </p:cNvPr>
          <p:cNvCxnSpPr>
            <a:cxnSpLocks/>
          </p:cNvCxnSpPr>
          <p:nvPr/>
        </p:nvCxnSpPr>
        <p:spPr>
          <a:xfrm>
            <a:off x="29015743" y="16928111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81C901F-8BEB-7D32-1B84-CA93765A06E8}"/>
              </a:ext>
            </a:extLst>
          </p:cNvPr>
          <p:cNvSpPr/>
          <p:nvPr/>
        </p:nvSpPr>
        <p:spPr>
          <a:xfrm>
            <a:off x="37247970" y="15381465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FBC021A2-668E-1329-CB56-7436357A445B}"/>
              </a:ext>
            </a:extLst>
          </p:cNvPr>
          <p:cNvSpPr/>
          <p:nvPr/>
        </p:nvSpPr>
        <p:spPr>
          <a:xfrm>
            <a:off x="29613709" y="995727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8DA1F42-9BA9-ABCD-2D94-3D6EA1F41EE5}"/>
              </a:ext>
            </a:extLst>
          </p:cNvPr>
          <p:cNvSpPr/>
          <p:nvPr/>
        </p:nvSpPr>
        <p:spPr>
          <a:xfrm>
            <a:off x="29581013" y="694089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5978B5D3-1345-2920-B9B7-F587D0739320}"/>
              </a:ext>
            </a:extLst>
          </p:cNvPr>
          <p:cNvGrpSpPr/>
          <p:nvPr/>
        </p:nvGrpSpPr>
        <p:grpSpPr>
          <a:xfrm>
            <a:off x="42536312" y="11303330"/>
            <a:ext cx="4991999" cy="1558309"/>
            <a:chOff x="2498104" y="1876424"/>
            <a:chExt cx="4991999" cy="1558309"/>
          </a:xfrm>
        </p:grpSpPr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78BEECF-A852-D5E8-E1C8-2CB4D7A304F2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CCE3400-D726-3262-6C64-2A408B2EB6E4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Arrow Connector 137">
              <a:extLst>
                <a:ext uri="{FF2B5EF4-FFF2-40B4-BE49-F238E27FC236}">
                  <a16:creationId xmlns:a16="http://schemas.microsoft.com/office/drawing/2014/main" id="{82806DE9-0E9F-0906-8FE4-7C13688D1B5F}"/>
                </a:ext>
              </a:extLst>
            </p:cNvPr>
            <p:cNvCxnSpPr>
              <a:cxnSpLocks/>
              <a:stCxn id="136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C6907C9C-E17E-93F2-536C-2E38CC2A3DB6}"/>
              </a:ext>
            </a:extLst>
          </p:cNvPr>
          <p:cNvCxnSpPr>
            <a:cxnSpLocks/>
          </p:cNvCxnSpPr>
          <p:nvPr/>
        </p:nvCxnSpPr>
        <p:spPr>
          <a:xfrm>
            <a:off x="40736391" y="7788776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Oval 139">
            <a:extLst>
              <a:ext uri="{FF2B5EF4-FFF2-40B4-BE49-F238E27FC236}">
                <a16:creationId xmlns:a16="http://schemas.microsoft.com/office/drawing/2014/main" id="{99F5D7ED-3B8B-4CF3-1D93-02F3D7723DB8}"/>
              </a:ext>
            </a:extLst>
          </p:cNvPr>
          <p:cNvSpPr/>
          <p:nvPr/>
        </p:nvSpPr>
        <p:spPr>
          <a:xfrm>
            <a:off x="47528308" y="720431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515CD806-E694-6E73-7ADB-F31EA3860928}"/>
              </a:ext>
            </a:extLst>
          </p:cNvPr>
          <p:cNvSpPr/>
          <p:nvPr/>
        </p:nvSpPr>
        <p:spPr>
          <a:xfrm>
            <a:off x="40693582" y="691758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6CF31092-2F4F-EF42-3B59-A546BCAACBB9}"/>
              </a:ext>
            </a:extLst>
          </p:cNvPr>
          <p:cNvCxnSpPr>
            <a:cxnSpLocks/>
          </p:cNvCxnSpPr>
          <p:nvPr/>
        </p:nvCxnSpPr>
        <p:spPr>
          <a:xfrm>
            <a:off x="40831218" y="13099410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Oval 142">
            <a:extLst>
              <a:ext uri="{FF2B5EF4-FFF2-40B4-BE49-F238E27FC236}">
                <a16:creationId xmlns:a16="http://schemas.microsoft.com/office/drawing/2014/main" id="{A146A57F-8BAF-DA8E-FD6D-F5B32B279752}"/>
              </a:ext>
            </a:extLst>
          </p:cNvPr>
          <p:cNvSpPr/>
          <p:nvPr/>
        </p:nvSpPr>
        <p:spPr>
          <a:xfrm>
            <a:off x="47623135" y="12514946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0184A6E8-7242-5C25-5623-13818ED865A9}"/>
              </a:ext>
            </a:extLst>
          </p:cNvPr>
          <p:cNvSpPr/>
          <p:nvPr/>
        </p:nvSpPr>
        <p:spPr>
          <a:xfrm>
            <a:off x="40920756" y="12228218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3284F773-1C6A-53A3-ED12-533B411E935F}"/>
              </a:ext>
            </a:extLst>
          </p:cNvPr>
          <p:cNvCxnSpPr>
            <a:cxnSpLocks/>
          </p:cNvCxnSpPr>
          <p:nvPr/>
        </p:nvCxnSpPr>
        <p:spPr>
          <a:xfrm flipH="1">
            <a:off x="42441485" y="7464891"/>
            <a:ext cx="4845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505858C0-C80C-E237-2B7F-351D4D22563A}"/>
              </a:ext>
            </a:extLst>
          </p:cNvPr>
          <p:cNvSpPr/>
          <p:nvPr/>
        </p:nvSpPr>
        <p:spPr>
          <a:xfrm>
            <a:off x="41684984" y="721287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07513FEE-4A11-3923-672F-037D458E9EB2}"/>
              </a:ext>
            </a:extLst>
          </p:cNvPr>
          <p:cNvSpPr/>
          <p:nvPr/>
        </p:nvSpPr>
        <p:spPr>
          <a:xfrm>
            <a:off x="41882503" y="12491302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8" name="Straight Arrow Connector 147">
            <a:extLst>
              <a:ext uri="{FF2B5EF4-FFF2-40B4-BE49-F238E27FC236}">
                <a16:creationId xmlns:a16="http://schemas.microsoft.com/office/drawing/2014/main" id="{EA54FFAE-EFF2-36C3-2DBE-CA622A2205B3}"/>
              </a:ext>
            </a:extLst>
          </p:cNvPr>
          <p:cNvCxnSpPr>
            <a:cxnSpLocks/>
          </p:cNvCxnSpPr>
          <p:nvPr/>
        </p:nvCxnSpPr>
        <p:spPr>
          <a:xfrm>
            <a:off x="46531764" y="12739030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16016DD6-B564-330D-DF80-418DBB4BF0C5}"/>
              </a:ext>
            </a:extLst>
          </p:cNvPr>
          <p:cNvCxnSpPr>
            <a:cxnSpLocks/>
          </p:cNvCxnSpPr>
          <p:nvPr/>
        </p:nvCxnSpPr>
        <p:spPr>
          <a:xfrm flipH="1">
            <a:off x="46531764" y="12969045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F1BAA800-6DA3-DD70-C70E-53D1CAC7E762}"/>
              </a:ext>
            </a:extLst>
          </p:cNvPr>
          <p:cNvSpPr/>
          <p:nvPr/>
        </p:nvSpPr>
        <p:spPr>
          <a:xfrm>
            <a:off x="37236790" y="3771086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9E686-2137-CB8E-A2BA-4054AF171413}"/>
              </a:ext>
            </a:extLst>
          </p:cNvPr>
          <p:cNvSpPr txBox="1"/>
          <p:nvPr/>
        </p:nvSpPr>
        <p:spPr>
          <a:xfrm>
            <a:off x="28489366" y="551270"/>
            <a:ext cx="1375036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Unconstrained Action Event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53A9EC1-B530-5761-A681-3EAC50FCCDC0}"/>
              </a:ext>
            </a:extLst>
          </p:cNvPr>
          <p:cNvGrpSpPr/>
          <p:nvPr/>
        </p:nvGrpSpPr>
        <p:grpSpPr>
          <a:xfrm>
            <a:off x="4668032" y="8942773"/>
            <a:ext cx="4991999" cy="1558309"/>
            <a:chOff x="2498104" y="1876424"/>
            <a:chExt cx="4991999" cy="1558309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66CA529-1A2B-20C0-C1FE-4EE5799F614C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C4E80F-62D1-7EAC-C41F-D150F1C561E0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6E561AD-87D8-5558-C839-AE1A25860450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36569C-5BC2-2003-1431-8CEB23D8C48A}"/>
              </a:ext>
            </a:extLst>
          </p:cNvPr>
          <p:cNvCxnSpPr>
            <a:cxnSpLocks/>
          </p:cNvCxnSpPr>
          <p:nvPr/>
        </p:nvCxnSpPr>
        <p:spPr>
          <a:xfrm>
            <a:off x="2547183" y="5326418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66867A8D-A006-1CCB-0E2F-D12D8302B176}"/>
              </a:ext>
            </a:extLst>
          </p:cNvPr>
          <p:cNvSpPr/>
          <p:nvPr/>
        </p:nvSpPr>
        <p:spPr>
          <a:xfrm>
            <a:off x="9646519" y="474195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4B2C21A-2385-494A-19D1-7A070356DFDA}"/>
              </a:ext>
            </a:extLst>
          </p:cNvPr>
          <p:cNvSpPr/>
          <p:nvPr/>
        </p:nvSpPr>
        <p:spPr>
          <a:xfrm>
            <a:off x="2980625" y="4455226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C927715-46B5-B7F8-D124-0CFFA52D9EAF}"/>
              </a:ext>
            </a:extLst>
          </p:cNvPr>
          <p:cNvSpPr/>
          <p:nvPr/>
        </p:nvSpPr>
        <p:spPr>
          <a:xfrm>
            <a:off x="9431568" y="4412025"/>
            <a:ext cx="996879" cy="895541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A09BDF-CF55-F116-23DC-9395CAA05E06}"/>
              </a:ext>
            </a:extLst>
          </p:cNvPr>
          <p:cNvCxnSpPr>
            <a:cxnSpLocks/>
            <a:stCxn id="26" idx="0"/>
            <a:endCxn id="13" idx="0"/>
          </p:cNvCxnSpPr>
          <p:nvPr/>
        </p:nvCxnSpPr>
        <p:spPr>
          <a:xfrm flipH="1">
            <a:off x="9929327" y="4412025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94FA1B2-1882-DAB7-7D70-5D53069D821B}"/>
              </a:ext>
            </a:extLst>
          </p:cNvPr>
          <p:cNvCxnSpPr>
            <a:cxnSpLocks/>
          </p:cNvCxnSpPr>
          <p:nvPr/>
        </p:nvCxnSpPr>
        <p:spPr>
          <a:xfrm>
            <a:off x="9504781" y="4638259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19E3349-9630-E204-D205-95C0E242CE2D}"/>
              </a:ext>
            </a:extLst>
          </p:cNvPr>
          <p:cNvCxnSpPr>
            <a:cxnSpLocks/>
          </p:cNvCxnSpPr>
          <p:nvPr/>
        </p:nvCxnSpPr>
        <p:spPr>
          <a:xfrm flipV="1">
            <a:off x="10167118" y="4713675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53A97238-CC30-9556-21D0-5AA60EDFE935}"/>
              </a:ext>
            </a:extLst>
          </p:cNvPr>
          <p:cNvSpPr/>
          <p:nvPr/>
        </p:nvSpPr>
        <p:spPr>
          <a:xfrm>
            <a:off x="2832640" y="4110377"/>
            <a:ext cx="1131217" cy="1189726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4CADAB-E75D-54CB-E6C7-5FD4288DAEDA}"/>
              </a:ext>
            </a:extLst>
          </p:cNvPr>
          <p:cNvCxnSpPr>
            <a:cxnSpLocks/>
          </p:cNvCxnSpPr>
          <p:nvPr/>
        </p:nvCxnSpPr>
        <p:spPr>
          <a:xfrm flipH="1">
            <a:off x="3397907" y="4124507"/>
            <a:ext cx="681" cy="32993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7166B27-7458-66A5-2219-26CF68CDA167}"/>
              </a:ext>
            </a:extLst>
          </p:cNvPr>
          <p:cNvCxnSpPr>
            <a:cxnSpLocks/>
          </p:cNvCxnSpPr>
          <p:nvPr/>
        </p:nvCxnSpPr>
        <p:spPr>
          <a:xfrm>
            <a:off x="2914353" y="4393171"/>
            <a:ext cx="207549" cy="17517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3C78106-26FB-B832-316D-B9358AF9D984}"/>
              </a:ext>
            </a:extLst>
          </p:cNvPr>
          <p:cNvCxnSpPr>
            <a:cxnSpLocks/>
          </p:cNvCxnSpPr>
          <p:nvPr/>
        </p:nvCxnSpPr>
        <p:spPr>
          <a:xfrm flipV="1">
            <a:off x="3637313" y="4374315"/>
            <a:ext cx="250541" cy="141407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AD6A77DF-31D4-7D0F-5A01-F2EE7D3F139E}"/>
              </a:ext>
            </a:extLst>
          </p:cNvPr>
          <p:cNvSpPr/>
          <p:nvPr/>
        </p:nvSpPr>
        <p:spPr>
          <a:xfrm>
            <a:off x="9922182" y="7230627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BBDE434-DFD6-2E00-0103-F1F03D67A344}"/>
              </a:ext>
            </a:extLst>
          </p:cNvPr>
          <p:cNvSpPr/>
          <p:nvPr/>
        </p:nvSpPr>
        <p:spPr>
          <a:xfrm>
            <a:off x="3108624" y="16050215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220C2CB-6171-5FCF-24DF-7A36E4A5B90F}"/>
              </a:ext>
            </a:extLst>
          </p:cNvPr>
          <p:cNvCxnSpPr>
            <a:cxnSpLocks/>
          </p:cNvCxnSpPr>
          <p:nvPr/>
        </p:nvCxnSpPr>
        <p:spPr>
          <a:xfrm>
            <a:off x="8849188" y="7367224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D60C645-4727-EB4D-6ECF-3E2E3CF8E17E}"/>
              </a:ext>
            </a:extLst>
          </p:cNvPr>
          <p:cNvCxnSpPr>
            <a:cxnSpLocks/>
          </p:cNvCxnSpPr>
          <p:nvPr/>
        </p:nvCxnSpPr>
        <p:spPr>
          <a:xfrm flipH="1">
            <a:off x="8885292" y="7609271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08A7484-BC63-A1C4-C142-EF376B043A91}"/>
              </a:ext>
            </a:extLst>
          </p:cNvPr>
          <p:cNvGrpSpPr/>
          <p:nvPr/>
        </p:nvGrpSpPr>
        <p:grpSpPr>
          <a:xfrm>
            <a:off x="4669098" y="5928652"/>
            <a:ext cx="4991999" cy="1558309"/>
            <a:chOff x="2498104" y="1876424"/>
            <a:chExt cx="4991999" cy="1558309"/>
          </a:xfrm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C539950-85B1-0E2C-A771-6A99C76FAC45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51D9DB2-EC2A-330E-3C81-0EF648FF5365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1CC8D1B-17A5-D1F6-3DBA-F66576EE75A2}"/>
                </a:ext>
              </a:extLst>
            </p:cNvPr>
            <p:cNvCxnSpPr>
              <a:cxnSpLocks/>
              <a:stCxn id="48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F8A2CF17-42AE-B346-49C5-54E751235C5E}"/>
              </a:ext>
            </a:extLst>
          </p:cNvPr>
          <p:cNvSpPr/>
          <p:nvPr/>
        </p:nvSpPr>
        <p:spPr>
          <a:xfrm>
            <a:off x="8092049" y="7236783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C0C19C8-FA5D-82DE-4DE1-A2373C4D2DD8}"/>
              </a:ext>
            </a:extLst>
          </p:cNvPr>
          <p:cNvSpPr/>
          <p:nvPr/>
        </p:nvSpPr>
        <p:spPr>
          <a:xfrm>
            <a:off x="6599562" y="6271100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8D89349-8C37-DF43-3E2E-B7356C933CD1}"/>
              </a:ext>
            </a:extLst>
          </p:cNvPr>
          <p:cNvCxnSpPr>
            <a:cxnSpLocks/>
          </p:cNvCxnSpPr>
          <p:nvPr/>
        </p:nvCxnSpPr>
        <p:spPr>
          <a:xfrm>
            <a:off x="2482684" y="7812944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136B7D92-37D6-4EAB-9042-CE444BDE1929}"/>
              </a:ext>
            </a:extLst>
          </p:cNvPr>
          <p:cNvSpPr/>
          <p:nvPr/>
        </p:nvSpPr>
        <p:spPr>
          <a:xfrm>
            <a:off x="9921116" y="10244748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F1C9414-88AA-E3C2-C562-989FFB9DF8EB}"/>
              </a:ext>
            </a:extLst>
          </p:cNvPr>
          <p:cNvSpPr/>
          <p:nvPr/>
        </p:nvSpPr>
        <p:spPr>
          <a:xfrm>
            <a:off x="6755478" y="867934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389ABC6-3B53-0180-6610-A00996160B17}"/>
              </a:ext>
            </a:extLst>
          </p:cNvPr>
          <p:cNvCxnSpPr>
            <a:cxnSpLocks/>
          </p:cNvCxnSpPr>
          <p:nvPr/>
        </p:nvCxnSpPr>
        <p:spPr>
          <a:xfrm>
            <a:off x="2481618" y="10827065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BB26B3BF-382F-53BD-9294-9506852654E6}"/>
              </a:ext>
            </a:extLst>
          </p:cNvPr>
          <p:cNvSpPr/>
          <p:nvPr/>
        </p:nvSpPr>
        <p:spPr>
          <a:xfrm>
            <a:off x="9938230" y="13266986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1F2C12E-37D8-CC46-0976-2924D22B20BF}"/>
              </a:ext>
            </a:extLst>
          </p:cNvPr>
          <p:cNvCxnSpPr>
            <a:cxnSpLocks/>
          </p:cNvCxnSpPr>
          <p:nvPr/>
        </p:nvCxnSpPr>
        <p:spPr>
          <a:xfrm>
            <a:off x="8865236" y="13403583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57D05E1-C450-5ABA-0811-86CCD7AE67AB}"/>
              </a:ext>
            </a:extLst>
          </p:cNvPr>
          <p:cNvCxnSpPr>
            <a:cxnSpLocks/>
          </p:cNvCxnSpPr>
          <p:nvPr/>
        </p:nvCxnSpPr>
        <p:spPr>
          <a:xfrm flipH="1">
            <a:off x="8901340" y="13645630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CDB637C-2E7B-8AF4-2177-CA62DE6DBD27}"/>
              </a:ext>
            </a:extLst>
          </p:cNvPr>
          <p:cNvGrpSpPr/>
          <p:nvPr/>
        </p:nvGrpSpPr>
        <p:grpSpPr>
          <a:xfrm>
            <a:off x="4685146" y="11965011"/>
            <a:ext cx="4991999" cy="1558309"/>
            <a:chOff x="2498104" y="1876424"/>
            <a:chExt cx="4991999" cy="155830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DFAB113-BF15-9A1A-2836-EC11790BB630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420B571-05AE-1850-99E9-8263A1E8F7CE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87AA566E-6FA0-7F64-0599-2B7B374B1152}"/>
                </a:ext>
              </a:extLst>
            </p:cNvPr>
            <p:cNvCxnSpPr>
              <a:cxnSpLocks/>
              <a:stCxn id="6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4" name="Oval 63">
            <a:extLst>
              <a:ext uri="{FF2B5EF4-FFF2-40B4-BE49-F238E27FC236}">
                <a16:creationId xmlns:a16="http://schemas.microsoft.com/office/drawing/2014/main" id="{3457A925-10D5-2B21-9F2F-6EA30885D027}"/>
              </a:ext>
            </a:extLst>
          </p:cNvPr>
          <p:cNvSpPr/>
          <p:nvPr/>
        </p:nvSpPr>
        <p:spPr>
          <a:xfrm>
            <a:off x="5482904" y="13243533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BEC0D07-524A-8098-483D-E242CAB5744F}"/>
              </a:ext>
            </a:extLst>
          </p:cNvPr>
          <p:cNvCxnSpPr>
            <a:cxnSpLocks/>
          </p:cNvCxnSpPr>
          <p:nvPr/>
        </p:nvCxnSpPr>
        <p:spPr>
          <a:xfrm>
            <a:off x="2498732" y="13849303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BD702EB9-15E9-769E-DE96-4A20D3D34779}"/>
              </a:ext>
            </a:extLst>
          </p:cNvPr>
          <p:cNvSpPr/>
          <p:nvPr/>
        </p:nvSpPr>
        <p:spPr>
          <a:xfrm>
            <a:off x="9938230" y="16345794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97CD54D-9521-1633-0DC4-F46AA63E9D09}"/>
              </a:ext>
            </a:extLst>
          </p:cNvPr>
          <p:cNvSpPr/>
          <p:nvPr/>
        </p:nvSpPr>
        <p:spPr>
          <a:xfrm>
            <a:off x="3103521" y="12978975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E7B5B61-A177-D211-80C5-6E33C4B556FB}"/>
              </a:ext>
            </a:extLst>
          </p:cNvPr>
          <p:cNvCxnSpPr>
            <a:cxnSpLocks/>
          </p:cNvCxnSpPr>
          <p:nvPr/>
        </p:nvCxnSpPr>
        <p:spPr>
          <a:xfrm>
            <a:off x="8865236" y="16482391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891D790-3330-6999-4E39-21E66D289AB6}"/>
              </a:ext>
            </a:extLst>
          </p:cNvPr>
          <p:cNvCxnSpPr>
            <a:cxnSpLocks/>
          </p:cNvCxnSpPr>
          <p:nvPr/>
        </p:nvCxnSpPr>
        <p:spPr>
          <a:xfrm flipH="1">
            <a:off x="8901340" y="16724438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D4C0AA39-95B3-354F-179F-30C1EAF9EDE0}"/>
              </a:ext>
            </a:extLst>
          </p:cNvPr>
          <p:cNvGrpSpPr/>
          <p:nvPr/>
        </p:nvGrpSpPr>
        <p:grpSpPr>
          <a:xfrm>
            <a:off x="4685146" y="15043819"/>
            <a:ext cx="4991999" cy="1558309"/>
            <a:chOff x="2498104" y="1876424"/>
            <a:chExt cx="4991999" cy="1558309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2CF10AC-B550-38BA-0CAF-0C511D886433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508FA42A-7ADA-187C-B22D-2D14FAC2E9C0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24EEC260-7AEE-A914-07FA-FF847970AC7F}"/>
                </a:ext>
              </a:extLst>
            </p:cNvPr>
            <p:cNvCxnSpPr>
              <a:cxnSpLocks/>
              <a:stCxn id="71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BCC79867-12AE-2495-8CA7-2B6B8F78FC0C}"/>
              </a:ext>
            </a:extLst>
          </p:cNvPr>
          <p:cNvSpPr/>
          <p:nvPr/>
        </p:nvSpPr>
        <p:spPr>
          <a:xfrm>
            <a:off x="4076172" y="16325438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66CBE6C-8883-653A-61C3-4B42BDFE01E4}"/>
              </a:ext>
            </a:extLst>
          </p:cNvPr>
          <p:cNvCxnSpPr>
            <a:cxnSpLocks/>
          </p:cNvCxnSpPr>
          <p:nvPr/>
        </p:nvCxnSpPr>
        <p:spPr>
          <a:xfrm>
            <a:off x="2498732" y="16928111"/>
            <a:ext cx="93663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>
            <a:extLst>
              <a:ext uri="{FF2B5EF4-FFF2-40B4-BE49-F238E27FC236}">
                <a16:creationId xmlns:a16="http://schemas.microsoft.com/office/drawing/2014/main" id="{9D0E4A4A-67FD-8293-F137-AB03D7CB6039}"/>
              </a:ext>
            </a:extLst>
          </p:cNvPr>
          <p:cNvSpPr/>
          <p:nvPr/>
        </p:nvSpPr>
        <p:spPr>
          <a:xfrm>
            <a:off x="3096698" y="995727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26E5E5E4-E6A3-8C40-B964-C43AC27C7EA3}"/>
              </a:ext>
            </a:extLst>
          </p:cNvPr>
          <p:cNvSpPr/>
          <p:nvPr/>
        </p:nvSpPr>
        <p:spPr>
          <a:xfrm>
            <a:off x="3064002" y="6940899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8ACAC0D-DE22-B968-A052-0F6D61D39C67}"/>
              </a:ext>
            </a:extLst>
          </p:cNvPr>
          <p:cNvGrpSpPr/>
          <p:nvPr/>
        </p:nvGrpSpPr>
        <p:grpSpPr>
          <a:xfrm>
            <a:off x="16019301" y="11303330"/>
            <a:ext cx="4991999" cy="1558309"/>
            <a:chOff x="2498104" y="1876424"/>
            <a:chExt cx="4991999" cy="1558309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CE80CE3-9DEC-CB31-123C-AFDD4E5FC51E}"/>
                </a:ext>
              </a:extLst>
            </p:cNvPr>
            <p:cNvSpPr/>
            <p:nvPr/>
          </p:nvSpPr>
          <p:spPr>
            <a:xfrm>
              <a:off x="3621518" y="1876424"/>
              <a:ext cx="2590743" cy="1555621"/>
            </a:xfrm>
            <a:custGeom>
              <a:avLst/>
              <a:gdLst>
                <a:gd name="csX0" fmla="*/ 0 w 1932495"/>
                <a:gd name="csY0" fmla="*/ 1470779 h 1555621"/>
                <a:gd name="csX1" fmla="*/ 942680 w 1932495"/>
                <a:gd name="csY1" fmla="*/ 198 h 1555621"/>
                <a:gd name="csX2" fmla="*/ 1932495 w 1932495"/>
                <a:gd name="csY2" fmla="*/ 1555621 h 155562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32495" h="1555621">
                  <a:moveTo>
                    <a:pt x="0" y="1470779"/>
                  </a:moveTo>
                  <a:cubicBezTo>
                    <a:pt x="310299" y="728418"/>
                    <a:pt x="620598" y="-13942"/>
                    <a:pt x="942680" y="198"/>
                  </a:cubicBezTo>
                  <a:cubicBezTo>
                    <a:pt x="1264763" y="14338"/>
                    <a:pt x="1598629" y="784979"/>
                    <a:pt x="1932495" y="15556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D0B574-E1E1-9E39-6714-1AD15B1BCDF3}"/>
                </a:ext>
              </a:extLst>
            </p:cNvPr>
            <p:cNvCxnSpPr>
              <a:cxnSpLocks/>
            </p:cNvCxnSpPr>
            <p:nvPr/>
          </p:nvCxnSpPr>
          <p:spPr>
            <a:xfrm>
              <a:off x="6210095" y="3434733"/>
              <a:ext cx="12800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6D96921-0851-4536-F442-B55466D59C69}"/>
                </a:ext>
              </a:extLst>
            </p:cNvPr>
            <p:cNvCxnSpPr>
              <a:cxnSpLocks/>
              <a:stCxn id="79" idx="0"/>
            </p:cNvCxnSpPr>
            <p:nvPr/>
          </p:nvCxnSpPr>
          <p:spPr>
            <a:xfrm flipH="1" flipV="1">
              <a:off x="2498104" y="3327032"/>
              <a:ext cx="1123414" cy="2017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12809D0C-356B-FDEA-3F1C-1C7A443F5EA7}"/>
              </a:ext>
            </a:extLst>
          </p:cNvPr>
          <p:cNvCxnSpPr>
            <a:cxnSpLocks/>
          </p:cNvCxnSpPr>
          <p:nvPr/>
        </p:nvCxnSpPr>
        <p:spPr>
          <a:xfrm>
            <a:off x="14219380" y="7788776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F2D1D059-033A-C109-E1A1-A69989324108}"/>
              </a:ext>
            </a:extLst>
          </p:cNvPr>
          <p:cNvSpPr/>
          <p:nvPr/>
        </p:nvSpPr>
        <p:spPr>
          <a:xfrm>
            <a:off x="21011297" y="7204312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3877E3F-FD11-69E5-E357-29112F53E1CF}"/>
              </a:ext>
            </a:extLst>
          </p:cNvPr>
          <p:cNvSpPr/>
          <p:nvPr/>
        </p:nvSpPr>
        <p:spPr>
          <a:xfrm>
            <a:off x="14176571" y="6917584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3B87E136-AE20-4C91-5CCA-307388F728FD}"/>
              </a:ext>
            </a:extLst>
          </p:cNvPr>
          <p:cNvCxnSpPr>
            <a:cxnSpLocks/>
          </p:cNvCxnSpPr>
          <p:nvPr/>
        </p:nvCxnSpPr>
        <p:spPr>
          <a:xfrm>
            <a:off x="14314207" y="13099410"/>
            <a:ext cx="79344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1DDFFBC7-7B95-171C-E140-AC52AD99617A}"/>
              </a:ext>
            </a:extLst>
          </p:cNvPr>
          <p:cNvSpPr/>
          <p:nvPr/>
        </p:nvSpPr>
        <p:spPr>
          <a:xfrm>
            <a:off x="21106124" y="12514946"/>
            <a:ext cx="565608" cy="5656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CA6E3350-9FE6-7148-588C-1C1D36031DFB}"/>
              </a:ext>
            </a:extLst>
          </p:cNvPr>
          <p:cNvSpPr/>
          <p:nvPr/>
        </p:nvSpPr>
        <p:spPr>
          <a:xfrm>
            <a:off x="14403745" y="12228218"/>
            <a:ext cx="852341" cy="852341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4FFA6BA9-3DDD-E798-619C-F9E01B8AF8E8}"/>
              </a:ext>
            </a:extLst>
          </p:cNvPr>
          <p:cNvCxnSpPr>
            <a:cxnSpLocks/>
          </p:cNvCxnSpPr>
          <p:nvPr/>
        </p:nvCxnSpPr>
        <p:spPr>
          <a:xfrm flipH="1">
            <a:off x="15924474" y="7464891"/>
            <a:ext cx="484562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561A2444-3E28-FE12-201A-EE4C0853F6C7}"/>
              </a:ext>
            </a:extLst>
          </p:cNvPr>
          <p:cNvSpPr/>
          <p:nvPr/>
        </p:nvSpPr>
        <p:spPr>
          <a:xfrm>
            <a:off x="15167973" y="7212879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72106B1-5114-960A-645F-3777EFC86FDF}"/>
              </a:ext>
            </a:extLst>
          </p:cNvPr>
          <p:cNvSpPr/>
          <p:nvPr/>
        </p:nvSpPr>
        <p:spPr>
          <a:xfrm>
            <a:off x="15365492" y="12491302"/>
            <a:ext cx="565608" cy="565608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A10BF9-0F3A-F2C9-D92A-3F19D3C88D87}"/>
              </a:ext>
            </a:extLst>
          </p:cNvPr>
          <p:cNvCxnSpPr>
            <a:cxnSpLocks/>
          </p:cNvCxnSpPr>
          <p:nvPr/>
        </p:nvCxnSpPr>
        <p:spPr>
          <a:xfrm>
            <a:off x="20014753" y="12739030"/>
            <a:ext cx="840921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A01B7325-6955-FC32-54FE-25EAC5B2C2AC}"/>
              </a:ext>
            </a:extLst>
          </p:cNvPr>
          <p:cNvCxnSpPr>
            <a:cxnSpLocks/>
          </p:cNvCxnSpPr>
          <p:nvPr/>
        </p:nvCxnSpPr>
        <p:spPr>
          <a:xfrm flipH="1">
            <a:off x="20014753" y="12969045"/>
            <a:ext cx="850169" cy="0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740A703-9406-ACDD-78CE-3C4FB422ACEC}"/>
              </a:ext>
            </a:extLst>
          </p:cNvPr>
          <p:cNvSpPr txBox="1"/>
          <p:nvPr/>
        </p:nvSpPr>
        <p:spPr>
          <a:xfrm>
            <a:off x="15380756" y="10048703"/>
            <a:ext cx="60829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99A73EF-27D2-59AB-D2E4-86BB86389B49}"/>
              </a:ext>
            </a:extLst>
          </p:cNvPr>
          <p:cNvSpPr txBox="1"/>
          <p:nvPr/>
        </p:nvSpPr>
        <p:spPr>
          <a:xfrm>
            <a:off x="15641399" y="5901921"/>
            <a:ext cx="55267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C3B9B576-8037-5796-FA43-D26F1ADC30E7}"/>
              </a:ext>
            </a:extLst>
          </p:cNvPr>
          <p:cNvSpPr/>
          <p:nvPr/>
        </p:nvSpPr>
        <p:spPr>
          <a:xfrm>
            <a:off x="6619611" y="9299047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F5EDBCB3-A8BF-D438-100B-64C07C59BB85}"/>
              </a:ext>
            </a:extLst>
          </p:cNvPr>
          <p:cNvSpPr/>
          <p:nvPr/>
        </p:nvSpPr>
        <p:spPr>
          <a:xfrm>
            <a:off x="6626219" y="12314837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40A12B4F-799A-632B-B964-DB3A1431D569}"/>
              </a:ext>
            </a:extLst>
          </p:cNvPr>
          <p:cNvSpPr/>
          <p:nvPr/>
        </p:nvSpPr>
        <p:spPr>
          <a:xfrm>
            <a:off x="6607641" y="15367479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CF297EA5-D2D8-7BDB-D8E4-D6E651E76C21}"/>
              </a:ext>
            </a:extLst>
          </p:cNvPr>
          <p:cNvSpPr/>
          <p:nvPr/>
        </p:nvSpPr>
        <p:spPr>
          <a:xfrm>
            <a:off x="6582777" y="3789333"/>
            <a:ext cx="896323" cy="153656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BA5648E-1323-4B66-CCAE-202083B59573}"/>
              </a:ext>
            </a:extLst>
          </p:cNvPr>
          <p:cNvSpPr txBox="1"/>
          <p:nvPr/>
        </p:nvSpPr>
        <p:spPr>
          <a:xfrm>
            <a:off x="3863595" y="2317935"/>
            <a:ext cx="72907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FCE6B1A2-4EBD-51A8-1753-A8180CBC7326}"/>
              </a:ext>
            </a:extLst>
          </p:cNvPr>
          <p:cNvSpPr txBox="1"/>
          <p:nvPr/>
        </p:nvSpPr>
        <p:spPr>
          <a:xfrm>
            <a:off x="16046857" y="2295309"/>
            <a:ext cx="421718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510C690-7795-3352-49A6-EA7D54897965}"/>
              </a:ext>
            </a:extLst>
          </p:cNvPr>
          <p:cNvSpPr txBox="1"/>
          <p:nvPr/>
        </p:nvSpPr>
        <p:spPr>
          <a:xfrm>
            <a:off x="2230923" y="535253"/>
            <a:ext cx="1278055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Constrained Action Event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664E6D3C-3461-E7C7-1EBA-62C1CC36C2E0}"/>
              </a:ext>
            </a:extLst>
          </p:cNvPr>
          <p:cNvCxnSpPr/>
          <p:nvPr/>
        </p:nvCxnSpPr>
        <p:spPr>
          <a:xfrm>
            <a:off x="12628628" y="2318656"/>
            <a:ext cx="0" cy="15120255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B62206A-7DA5-C991-B405-1AB711B0BBFF}"/>
              </a:ext>
            </a:extLst>
          </p:cNvPr>
          <p:cNvCxnSpPr/>
          <p:nvPr/>
        </p:nvCxnSpPr>
        <p:spPr>
          <a:xfrm>
            <a:off x="39185052" y="2318656"/>
            <a:ext cx="0" cy="15120255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8174294-9670-2F1C-A97B-6E906EDF5CA6}"/>
              </a:ext>
            </a:extLst>
          </p:cNvPr>
          <p:cNvSpPr txBox="1"/>
          <p:nvPr/>
        </p:nvSpPr>
        <p:spPr>
          <a:xfrm>
            <a:off x="41920096" y="10070475"/>
            <a:ext cx="608294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Action 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A2C41A0E-C95D-2658-6605-7D6C9EF824F2}"/>
              </a:ext>
            </a:extLst>
          </p:cNvPr>
          <p:cNvSpPr txBox="1"/>
          <p:nvPr/>
        </p:nvSpPr>
        <p:spPr>
          <a:xfrm>
            <a:off x="42180739" y="5923693"/>
            <a:ext cx="55267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Action 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16A41442-A5B2-784E-27EF-5C5FDA40A3A0}"/>
              </a:ext>
            </a:extLst>
          </p:cNvPr>
          <p:cNvSpPr txBox="1"/>
          <p:nvPr/>
        </p:nvSpPr>
        <p:spPr>
          <a:xfrm>
            <a:off x="30402935" y="2339707"/>
            <a:ext cx="7290778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Habituation Phase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A66CF71-6275-9E8A-EB63-ED29705D4748}"/>
              </a:ext>
            </a:extLst>
          </p:cNvPr>
          <p:cNvSpPr txBox="1"/>
          <p:nvPr/>
        </p:nvSpPr>
        <p:spPr>
          <a:xfrm>
            <a:off x="42586197" y="2317081"/>
            <a:ext cx="421718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Phase</a:t>
            </a:r>
          </a:p>
        </p:txBody>
      </p:sp>
    </p:spTree>
    <p:extLst>
      <p:ext uri="{BB962C8B-B14F-4D97-AF65-F5344CB8AC3E}">
        <p14:creationId xmlns:p14="http://schemas.microsoft.com/office/powerpoint/2010/main" val="407589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40</Words>
  <Application>Microsoft Office PowerPoint</Application>
  <PresentationFormat>Custom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10</cp:revision>
  <dcterms:created xsi:type="dcterms:W3CDTF">2026-06-05T22:39:22Z</dcterms:created>
  <dcterms:modified xsi:type="dcterms:W3CDTF">2026-06-13T00:25:51Z</dcterms:modified>
</cp:coreProperties>
</file>