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notesMasterIdLst>
    <p:notesMasterId r:id="rId8"/>
  </p:notesMasterIdLst>
  <p:sldIdLst>
    <p:sldId id="256" r:id="rId5"/>
    <p:sldId id="257" r:id="rId6"/>
    <p:sldId id="258" r:id="rId7"/>
  </p:sldIdLst>
  <p:sldSz cx="50399950" cy="2159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>
        <p:scale>
          <a:sx n="20" d="100"/>
          <a:sy n="20" d="100"/>
        </p:scale>
        <p:origin x="474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3B432-A659-47A9-A622-F1F1FE223EE8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7200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B36E3-9AF0-421E-9CBA-97F4E57A3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29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700" rtl="0" eaLnBrk="1" latinLnBrk="0" hangingPunct="1">
      <a:defRPr sz="1412" kern="1200">
        <a:solidFill>
          <a:schemeClr val="tx1"/>
        </a:solidFill>
        <a:latin typeface="+mn-lt"/>
        <a:ea typeface="+mn-ea"/>
        <a:cs typeface="+mn-cs"/>
      </a:defRPr>
    </a:lvl1pPr>
    <a:lvl2pPr marL="537850" algn="l" defTabSz="1075700" rtl="0" eaLnBrk="1" latinLnBrk="0" hangingPunct="1">
      <a:defRPr sz="1412" kern="1200">
        <a:solidFill>
          <a:schemeClr val="tx1"/>
        </a:solidFill>
        <a:latin typeface="+mn-lt"/>
        <a:ea typeface="+mn-ea"/>
        <a:cs typeface="+mn-cs"/>
      </a:defRPr>
    </a:lvl2pPr>
    <a:lvl3pPr marL="1075700" algn="l" defTabSz="1075700" rtl="0" eaLnBrk="1" latinLnBrk="0" hangingPunct="1">
      <a:defRPr sz="1412" kern="1200">
        <a:solidFill>
          <a:schemeClr val="tx1"/>
        </a:solidFill>
        <a:latin typeface="+mn-lt"/>
        <a:ea typeface="+mn-ea"/>
        <a:cs typeface="+mn-cs"/>
      </a:defRPr>
    </a:lvl3pPr>
    <a:lvl4pPr marL="1613550" algn="l" defTabSz="1075700" rtl="0" eaLnBrk="1" latinLnBrk="0" hangingPunct="1">
      <a:defRPr sz="1412" kern="1200">
        <a:solidFill>
          <a:schemeClr val="tx1"/>
        </a:solidFill>
        <a:latin typeface="+mn-lt"/>
        <a:ea typeface="+mn-ea"/>
        <a:cs typeface="+mn-cs"/>
      </a:defRPr>
    </a:lvl4pPr>
    <a:lvl5pPr marL="2151400" algn="l" defTabSz="1075700" rtl="0" eaLnBrk="1" latinLnBrk="0" hangingPunct="1">
      <a:defRPr sz="1412" kern="1200">
        <a:solidFill>
          <a:schemeClr val="tx1"/>
        </a:solidFill>
        <a:latin typeface="+mn-lt"/>
        <a:ea typeface="+mn-ea"/>
        <a:cs typeface="+mn-cs"/>
      </a:defRPr>
    </a:lvl5pPr>
    <a:lvl6pPr marL="2689250" algn="l" defTabSz="1075700" rtl="0" eaLnBrk="1" latinLnBrk="0" hangingPunct="1">
      <a:defRPr sz="1412" kern="1200">
        <a:solidFill>
          <a:schemeClr val="tx1"/>
        </a:solidFill>
        <a:latin typeface="+mn-lt"/>
        <a:ea typeface="+mn-ea"/>
        <a:cs typeface="+mn-cs"/>
      </a:defRPr>
    </a:lvl6pPr>
    <a:lvl7pPr marL="3227100" algn="l" defTabSz="1075700" rtl="0" eaLnBrk="1" latinLnBrk="0" hangingPunct="1">
      <a:defRPr sz="1412" kern="1200">
        <a:solidFill>
          <a:schemeClr val="tx1"/>
        </a:solidFill>
        <a:latin typeface="+mn-lt"/>
        <a:ea typeface="+mn-ea"/>
        <a:cs typeface="+mn-cs"/>
      </a:defRPr>
    </a:lvl7pPr>
    <a:lvl8pPr marL="3764951" algn="l" defTabSz="1075700" rtl="0" eaLnBrk="1" latinLnBrk="0" hangingPunct="1">
      <a:defRPr sz="1412" kern="1200">
        <a:solidFill>
          <a:schemeClr val="tx1"/>
        </a:solidFill>
        <a:latin typeface="+mn-lt"/>
        <a:ea typeface="+mn-ea"/>
        <a:cs typeface="+mn-cs"/>
      </a:defRPr>
    </a:lvl8pPr>
    <a:lvl9pPr marL="4302801" algn="l" defTabSz="1075700" rtl="0" eaLnBrk="1" latinLnBrk="0" hangingPunct="1">
      <a:defRPr sz="141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7200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B36E3-9AF0-421E-9CBA-97F4E57A36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13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44F6B-956D-5BAA-B0C2-CD55DB357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0223AD-FC95-65B8-A2FA-DD7ADEF4C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72009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016EA-271D-92B6-D5DA-422F4DA5D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59783-0ADE-E09C-E6D0-63B52126B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B36E3-9AF0-421E-9CBA-97F4E57A36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800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99994" y="3534924"/>
            <a:ext cx="37799963" cy="7519835"/>
          </a:xfrm>
        </p:spPr>
        <p:txBody>
          <a:bodyPr anchor="b"/>
          <a:lstStyle>
            <a:lvl1pPr algn="ctr">
              <a:defRPr sz="188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9994" y="11344752"/>
            <a:ext cx="37799963" cy="5214884"/>
          </a:xfrm>
        </p:spPr>
        <p:txBody>
          <a:bodyPr/>
          <a:lstStyle>
            <a:lvl1pPr marL="0" indent="0" algn="ctr">
              <a:buNone/>
              <a:defRPr sz="7559"/>
            </a:lvl1pPr>
            <a:lvl2pPr marL="1439951" indent="0" algn="ctr">
              <a:buNone/>
              <a:defRPr sz="6299"/>
            </a:lvl2pPr>
            <a:lvl3pPr marL="2879903" indent="0" algn="ctr">
              <a:buNone/>
              <a:defRPr sz="5669"/>
            </a:lvl3pPr>
            <a:lvl4pPr marL="4319854" indent="0" algn="ctr">
              <a:buNone/>
              <a:defRPr sz="5039"/>
            </a:lvl4pPr>
            <a:lvl5pPr marL="5759806" indent="0" algn="ctr">
              <a:buNone/>
              <a:defRPr sz="5039"/>
            </a:lvl5pPr>
            <a:lvl6pPr marL="7199757" indent="0" algn="ctr">
              <a:buNone/>
              <a:defRPr sz="5039"/>
            </a:lvl6pPr>
            <a:lvl7pPr marL="8639708" indent="0" algn="ctr">
              <a:buNone/>
              <a:defRPr sz="5039"/>
            </a:lvl7pPr>
            <a:lvl8pPr marL="10079660" indent="0" algn="ctr">
              <a:buNone/>
              <a:defRPr sz="5039"/>
            </a:lvl8pPr>
            <a:lvl9pPr marL="11519611" indent="0" algn="ctr">
              <a:buNone/>
              <a:defRPr sz="503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518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71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747" y="5384885"/>
            <a:ext cx="43469957" cy="8984801"/>
          </a:xfrm>
        </p:spPr>
        <p:txBody>
          <a:bodyPr anchor="b"/>
          <a:lstStyle>
            <a:lvl1pPr>
              <a:defRPr sz="188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747" y="14454685"/>
            <a:ext cx="43469957" cy="4724895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>
                    <a:tint val="82000"/>
                  </a:schemeClr>
                </a:solidFill>
              </a:defRPr>
            </a:lvl1pPr>
            <a:lvl2pPr marL="1439951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2pPr>
            <a:lvl3pPr marL="2879903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3pPr>
            <a:lvl4pPr marL="4319854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4pPr>
            <a:lvl5pPr marL="5759806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5pPr>
            <a:lvl6pPr marL="7199757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6pPr>
            <a:lvl7pPr marL="8639708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7pPr>
            <a:lvl8pPr marL="10079660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8pPr>
            <a:lvl9pPr marL="11519611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12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4996" y="5749874"/>
            <a:ext cx="21419979" cy="13704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4975" y="5749874"/>
            <a:ext cx="21419979" cy="13704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1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1" y="1149976"/>
            <a:ext cx="43469957" cy="41749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563" y="5294885"/>
            <a:ext cx="21321539" cy="2594941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39951" indent="0">
              <a:buNone/>
              <a:defRPr sz="6299" b="1"/>
            </a:lvl2pPr>
            <a:lvl3pPr marL="2879903" indent="0">
              <a:buNone/>
              <a:defRPr sz="5669" b="1"/>
            </a:lvl3pPr>
            <a:lvl4pPr marL="4319854" indent="0">
              <a:buNone/>
              <a:defRPr sz="5039" b="1"/>
            </a:lvl4pPr>
            <a:lvl5pPr marL="5759806" indent="0">
              <a:buNone/>
              <a:defRPr sz="5039" b="1"/>
            </a:lvl5pPr>
            <a:lvl6pPr marL="7199757" indent="0">
              <a:buNone/>
              <a:defRPr sz="5039" b="1"/>
            </a:lvl6pPr>
            <a:lvl7pPr marL="8639708" indent="0">
              <a:buNone/>
              <a:defRPr sz="5039" b="1"/>
            </a:lvl7pPr>
            <a:lvl8pPr marL="10079660" indent="0">
              <a:buNone/>
              <a:defRPr sz="5039" b="1"/>
            </a:lvl8pPr>
            <a:lvl9pPr marL="11519611" indent="0">
              <a:buNone/>
              <a:defRPr sz="50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563" y="7889827"/>
            <a:ext cx="21321539" cy="11604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4975" y="5294885"/>
            <a:ext cx="21426543" cy="2594941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39951" indent="0">
              <a:buNone/>
              <a:defRPr sz="6299" b="1"/>
            </a:lvl2pPr>
            <a:lvl3pPr marL="2879903" indent="0">
              <a:buNone/>
              <a:defRPr sz="5669" b="1"/>
            </a:lvl3pPr>
            <a:lvl4pPr marL="4319854" indent="0">
              <a:buNone/>
              <a:defRPr sz="5039" b="1"/>
            </a:lvl4pPr>
            <a:lvl5pPr marL="5759806" indent="0">
              <a:buNone/>
              <a:defRPr sz="5039" b="1"/>
            </a:lvl5pPr>
            <a:lvl6pPr marL="7199757" indent="0">
              <a:buNone/>
              <a:defRPr sz="5039" b="1"/>
            </a:lvl6pPr>
            <a:lvl7pPr marL="8639708" indent="0">
              <a:buNone/>
              <a:defRPr sz="5039" b="1"/>
            </a:lvl7pPr>
            <a:lvl8pPr marL="10079660" indent="0">
              <a:buNone/>
              <a:defRPr sz="5039" b="1"/>
            </a:lvl8pPr>
            <a:lvl9pPr marL="11519611" indent="0">
              <a:buNone/>
              <a:defRPr sz="50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4975" y="7889827"/>
            <a:ext cx="21426543" cy="11604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90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92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473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3" y="1439968"/>
            <a:ext cx="16255294" cy="5039889"/>
          </a:xfrm>
        </p:spPr>
        <p:txBody>
          <a:bodyPr anchor="b"/>
          <a:lstStyle>
            <a:lvl1pPr>
              <a:defRPr sz="100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6543" y="3109933"/>
            <a:ext cx="25514975" cy="15349662"/>
          </a:xfrm>
        </p:spPr>
        <p:txBody>
          <a:bodyPr/>
          <a:lstStyle>
            <a:lvl1pPr>
              <a:defRPr sz="10078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3" y="6479857"/>
            <a:ext cx="16255294" cy="12004738"/>
          </a:xfrm>
        </p:spPr>
        <p:txBody>
          <a:bodyPr/>
          <a:lstStyle>
            <a:lvl1pPr marL="0" indent="0">
              <a:buNone/>
              <a:defRPr sz="5039"/>
            </a:lvl1pPr>
            <a:lvl2pPr marL="1439951" indent="0">
              <a:buNone/>
              <a:defRPr sz="4409"/>
            </a:lvl2pPr>
            <a:lvl3pPr marL="2879903" indent="0">
              <a:buNone/>
              <a:defRPr sz="3779"/>
            </a:lvl3pPr>
            <a:lvl4pPr marL="4319854" indent="0">
              <a:buNone/>
              <a:defRPr sz="3150"/>
            </a:lvl4pPr>
            <a:lvl5pPr marL="5759806" indent="0">
              <a:buNone/>
              <a:defRPr sz="3150"/>
            </a:lvl5pPr>
            <a:lvl6pPr marL="7199757" indent="0">
              <a:buNone/>
              <a:defRPr sz="3150"/>
            </a:lvl6pPr>
            <a:lvl7pPr marL="8639708" indent="0">
              <a:buNone/>
              <a:defRPr sz="3150"/>
            </a:lvl7pPr>
            <a:lvl8pPr marL="10079660" indent="0">
              <a:buNone/>
              <a:defRPr sz="3150"/>
            </a:lvl8pPr>
            <a:lvl9pPr marL="11519611" indent="0">
              <a:buNone/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39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3" y="1439968"/>
            <a:ext cx="16255294" cy="5039889"/>
          </a:xfrm>
        </p:spPr>
        <p:txBody>
          <a:bodyPr anchor="b"/>
          <a:lstStyle>
            <a:lvl1pPr>
              <a:defRPr sz="100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6543" y="3109933"/>
            <a:ext cx="25514975" cy="15349662"/>
          </a:xfrm>
        </p:spPr>
        <p:txBody>
          <a:bodyPr anchor="t"/>
          <a:lstStyle>
            <a:lvl1pPr marL="0" indent="0">
              <a:buNone/>
              <a:defRPr sz="10078"/>
            </a:lvl1pPr>
            <a:lvl2pPr marL="1439951" indent="0">
              <a:buNone/>
              <a:defRPr sz="8819"/>
            </a:lvl2pPr>
            <a:lvl3pPr marL="2879903" indent="0">
              <a:buNone/>
              <a:defRPr sz="7559"/>
            </a:lvl3pPr>
            <a:lvl4pPr marL="4319854" indent="0">
              <a:buNone/>
              <a:defRPr sz="6299"/>
            </a:lvl4pPr>
            <a:lvl5pPr marL="5759806" indent="0">
              <a:buNone/>
              <a:defRPr sz="6299"/>
            </a:lvl5pPr>
            <a:lvl6pPr marL="7199757" indent="0">
              <a:buNone/>
              <a:defRPr sz="6299"/>
            </a:lvl6pPr>
            <a:lvl7pPr marL="8639708" indent="0">
              <a:buNone/>
              <a:defRPr sz="6299"/>
            </a:lvl7pPr>
            <a:lvl8pPr marL="10079660" indent="0">
              <a:buNone/>
              <a:defRPr sz="6299"/>
            </a:lvl8pPr>
            <a:lvl9pPr marL="11519611" indent="0">
              <a:buNone/>
              <a:defRPr sz="6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3" y="6479857"/>
            <a:ext cx="16255294" cy="12004738"/>
          </a:xfrm>
        </p:spPr>
        <p:txBody>
          <a:bodyPr/>
          <a:lstStyle>
            <a:lvl1pPr marL="0" indent="0">
              <a:buNone/>
              <a:defRPr sz="5039"/>
            </a:lvl1pPr>
            <a:lvl2pPr marL="1439951" indent="0">
              <a:buNone/>
              <a:defRPr sz="4409"/>
            </a:lvl2pPr>
            <a:lvl3pPr marL="2879903" indent="0">
              <a:buNone/>
              <a:defRPr sz="3779"/>
            </a:lvl3pPr>
            <a:lvl4pPr marL="4319854" indent="0">
              <a:buNone/>
              <a:defRPr sz="3150"/>
            </a:lvl4pPr>
            <a:lvl5pPr marL="5759806" indent="0">
              <a:buNone/>
              <a:defRPr sz="3150"/>
            </a:lvl5pPr>
            <a:lvl6pPr marL="7199757" indent="0">
              <a:buNone/>
              <a:defRPr sz="3150"/>
            </a:lvl6pPr>
            <a:lvl7pPr marL="8639708" indent="0">
              <a:buNone/>
              <a:defRPr sz="3150"/>
            </a:lvl7pPr>
            <a:lvl8pPr marL="10079660" indent="0">
              <a:buNone/>
              <a:defRPr sz="3150"/>
            </a:lvl8pPr>
            <a:lvl9pPr marL="11519611" indent="0">
              <a:buNone/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5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7464" y="1149975"/>
            <a:ext cx="10867489" cy="183045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4997" y="1149975"/>
            <a:ext cx="31972468" cy="18304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0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4997" y="1149976"/>
            <a:ext cx="43469957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997" y="5749874"/>
            <a:ext cx="43469957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4996" y="20019561"/>
            <a:ext cx="11339989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7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4984" y="20019561"/>
            <a:ext cx="17009983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7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4965" y="20019561"/>
            <a:ext cx="11339989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7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82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2879903" rtl="0" eaLnBrk="1" latinLnBrk="0" hangingPunct="1">
        <a:lnSpc>
          <a:spcPct val="90000"/>
        </a:lnSpc>
        <a:spcBef>
          <a:spcPct val="0"/>
        </a:spcBef>
        <a:buNone/>
        <a:defRPr sz="138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9976" indent="-719976" algn="l" defTabSz="2879903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59927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599879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39830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79781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19733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59684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799636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39587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39951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79903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19854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59806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199757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39708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79660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19611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3D6DA-701F-7B07-9B8F-0CE9E09C42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0F9A3-336F-9E8D-2B2C-C9F62C0BB3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44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7AECEAA-D299-2AA3-72E0-A756F1895BCA}"/>
              </a:ext>
            </a:extLst>
          </p:cNvPr>
          <p:cNvCxnSpPr>
            <a:cxnSpLocks/>
          </p:cNvCxnSpPr>
          <p:nvPr/>
        </p:nvCxnSpPr>
        <p:spPr>
          <a:xfrm>
            <a:off x="10330385" y="7393150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CA2DEEC-F802-6F55-E0DC-F71A258EB7CA}"/>
              </a:ext>
            </a:extLst>
          </p:cNvPr>
          <p:cNvSpPr/>
          <p:nvPr/>
        </p:nvSpPr>
        <p:spPr>
          <a:xfrm>
            <a:off x="15447995" y="6436890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6140C3-9A96-FFE5-38EC-DF18DB32FF8E}"/>
              </a:ext>
            </a:extLst>
          </p:cNvPr>
          <p:cNvCxnSpPr>
            <a:cxnSpLocks/>
          </p:cNvCxnSpPr>
          <p:nvPr/>
        </p:nvCxnSpPr>
        <p:spPr>
          <a:xfrm>
            <a:off x="14194893" y="7176100"/>
            <a:ext cx="608106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7F529A3-A53F-4F6E-5C17-69EC27DDC49B}"/>
              </a:ext>
            </a:extLst>
          </p:cNvPr>
          <p:cNvSpPr/>
          <p:nvPr/>
        </p:nvSpPr>
        <p:spPr>
          <a:xfrm>
            <a:off x="15000463" y="7212689"/>
            <a:ext cx="168298" cy="168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154E737-58B0-11B1-A1A2-A92B9B0E8CB8}"/>
              </a:ext>
            </a:extLst>
          </p:cNvPr>
          <p:cNvSpPr/>
          <p:nvPr/>
        </p:nvSpPr>
        <p:spPr>
          <a:xfrm>
            <a:off x="10464472" y="6914626"/>
            <a:ext cx="464094" cy="4640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C2A4D49-0B42-DDA5-8771-6638C8D07EF3}"/>
              </a:ext>
            </a:extLst>
          </p:cNvPr>
          <p:cNvSpPr/>
          <p:nvPr/>
        </p:nvSpPr>
        <p:spPr>
          <a:xfrm>
            <a:off x="14900262" y="7021323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461D11D-8526-AD67-4049-20DF580D67B6}"/>
              </a:ext>
            </a:extLst>
          </p:cNvPr>
          <p:cNvCxnSpPr>
            <a:cxnSpLocks/>
          </p:cNvCxnSpPr>
          <p:nvPr/>
        </p:nvCxnSpPr>
        <p:spPr>
          <a:xfrm flipV="1">
            <a:off x="15068566" y="7025291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D8E7A39-442A-2B10-169D-8A34CB19FF0E}"/>
              </a:ext>
            </a:extLst>
          </p:cNvPr>
          <p:cNvCxnSpPr>
            <a:cxnSpLocks/>
          </p:cNvCxnSpPr>
          <p:nvPr/>
        </p:nvCxnSpPr>
        <p:spPr>
          <a:xfrm rot="-1200000" flipH="1" flipV="1">
            <a:off x="14932475" y="7105207"/>
            <a:ext cx="91839" cy="1462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DB1ED9C-5D6D-43FC-24ED-161A34DD2E26}"/>
              </a:ext>
            </a:extLst>
          </p:cNvPr>
          <p:cNvCxnSpPr>
            <a:cxnSpLocks/>
          </p:cNvCxnSpPr>
          <p:nvPr/>
        </p:nvCxnSpPr>
        <p:spPr>
          <a:xfrm rot="1200000" flipV="1">
            <a:off x="15173258" y="7070084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BF2B73F-CE13-6971-D877-E2D07B496034}"/>
              </a:ext>
            </a:extLst>
          </p:cNvPr>
          <p:cNvSpPr/>
          <p:nvPr/>
        </p:nvSpPr>
        <p:spPr>
          <a:xfrm>
            <a:off x="13712443" y="7021323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A64203D-5EC9-04F0-43AB-E0CA50F0600C}"/>
              </a:ext>
            </a:extLst>
          </p:cNvPr>
          <p:cNvSpPr/>
          <p:nvPr/>
        </p:nvSpPr>
        <p:spPr>
          <a:xfrm>
            <a:off x="10326584" y="6653859"/>
            <a:ext cx="739298" cy="73929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4F12BAF-4185-E558-485C-E502D495B28A}"/>
              </a:ext>
            </a:extLst>
          </p:cNvPr>
          <p:cNvCxnSpPr>
            <a:cxnSpLocks/>
          </p:cNvCxnSpPr>
          <p:nvPr/>
        </p:nvCxnSpPr>
        <p:spPr>
          <a:xfrm flipH="1" flipV="1">
            <a:off x="10680329" y="6669760"/>
            <a:ext cx="4420" cy="233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D065686-8DFF-EF5A-F119-C9C716EA70C0}"/>
              </a:ext>
            </a:extLst>
          </p:cNvPr>
          <p:cNvCxnSpPr>
            <a:cxnSpLocks/>
          </p:cNvCxnSpPr>
          <p:nvPr/>
        </p:nvCxnSpPr>
        <p:spPr>
          <a:xfrm rot="3000000" flipH="1" flipV="1">
            <a:off x="10928366" y="6793224"/>
            <a:ext cx="4420" cy="1979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9035F2C-6C23-B5C6-0D69-6FB5A0397D71}"/>
              </a:ext>
            </a:extLst>
          </p:cNvPr>
          <p:cNvCxnSpPr>
            <a:cxnSpLocks/>
          </p:cNvCxnSpPr>
          <p:nvPr/>
        </p:nvCxnSpPr>
        <p:spPr>
          <a:xfrm rot="-3000000" flipH="1" flipV="1">
            <a:off x="10462265" y="6801177"/>
            <a:ext cx="4420" cy="1979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C65B5D6-C897-F350-1EDB-D9BBF67D7B72}"/>
              </a:ext>
            </a:extLst>
          </p:cNvPr>
          <p:cNvCxnSpPr>
            <a:cxnSpLocks/>
          </p:cNvCxnSpPr>
          <p:nvPr/>
        </p:nvCxnSpPr>
        <p:spPr>
          <a:xfrm>
            <a:off x="10326578" y="9194615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7B7D6628-3EDF-628E-B420-BBE027E85454}"/>
              </a:ext>
            </a:extLst>
          </p:cNvPr>
          <p:cNvSpPr/>
          <p:nvPr/>
        </p:nvSpPr>
        <p:spPr>
          <a:xfrm>
            <a:off x="15444188" y="8238354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CBE8CE8-5A25-FDC1-D251-EE1E9898B5E2}"/>
              </a:ext>
            </a:extLst>
          </p:cNvPr>
          <p:cNvSpPr/>
          <p:nvPr/>
        </p:nvSpPr>
        <p:spPr>
          <a:xfrm>
            <a:off x="12109056" y="8007769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6E79C62-5369-D850-02A8-09A5B267E020}"/>
              </a:ext>
            </a:extLst>
          </p:cNvPr>
          <p:cNvCxnSpPr>
            <a:cxnSpLocks/>
          </p:cNvCxnSpPr>
          <p:nvPr/>
        </p:nvCxnSpPr>
        <p:spPr>
          <a:xfrm>
            <a:off x="13896013" y="8977564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21C2573-4427-8DA0-59B6-E9F4B26B15B6}"/>
              </a:ext>
            </a:extLst>
          </p:cNvPr>
          <p:cNvCxnSpPr>
            <a:cxnSpLocks/>
          </p:cNvCxnSpPr>
          <p:nvPr/>
        </p:nvCxnSpPr>
        <p:spPr>
          <a:xfrm>
            <a:off x="14194884" y="8882405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A0A9CC8-596B-C315-256F-CDA583D12442}"/>
              </a:ext>
            </a:extLst>
          </p:cNvPr>
          <p:cNvCxnSpPr>
            <a:cxnSpLocks/>
          </p:cNvCxnSpPr>
          <p:nvPr/>
        </p:nvCxnSpPr>
        <p:spPr>
          <a:xfrm rot="10800000">
            <a:off x="14194884" y="9059410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EBFA3E5-B7A5-050A-9188-1EC83AE0AD93}"/>
              </a:ext>
            </a:extLst>
          </p:cNvPr>
          <p:cNvCxnSpPr>
            <a:cxnSpLocks/>
            <a:stCxn id="47" idx="0"/>
          </p:cNvCxnSpPr>
          <p:nvPr/>
        </p:nvCxnSpPr>
        <p:spPr>
          <a:xfrm flipH="1" flipV="1">
            <a:off x="11531209" y="8977575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1608BD06-3A3F-EF19-0E82-24F5626CC030}"/>
              </a:ext>
            </a:extLst>
          </p:cNvPr>
          <p:cNvSpPr/>
          <p:nvPr/>
        </p:nvSpPr>
        <p:spPr>
          <a:xfrm>
            <a:off x="14896456" y="8822781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5A2D62-A3B5-31A7-37D5-540752ABEB32}"/>
              </a:ext>
            </a:extLst>
          </p:cNvPr>
          <p:cNvSpPr/>
          <p:nvPr/>
        </p:nvSpPr>
        <p:spPr>
          <a:xfrm>
            <a:off x="13708637" y="8822781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F5BA909-3FAF-EEC1-1A56-D0B80923A0BF}"/>
              </a:ext>
            </a:extLst>
          </p:cNvPr>
          <p:cNvSpPr/>
          <p:nvPr/>
        </p:nvSpPr>
        <p:spPr>
          <a:xfrm>
            <a:off x="11165155" y="8822781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3EA0F32-4727-4738-3032-CD06D3FC5F58}"/>
              </a:ext>
            </a:extLst>
          </p:cNvPr>
          <p:cNvSpPr/>
          <p:nvPr/>
        </p:nvSpPr>
        <p:spPr>
          <a:xfrm>
            <a:off x="10322777" y="8455317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10236EF-0218-9603-D098-A65AA623B3D6}"/>
              </a:ext>
            </a:extLst>
          </p:cNvPr>
          <p:cNvCxnSpPr>
            <a:cxnSpLocks/>
          </p:cNvCxnSpPr>
          <p:nvPr/>
        </p:nvCxnSpPr>
        <p:spPr>
          <a:xfrm>
            <a:off x="4517550" y="7393150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05B2E6A4-9004-149C-3858-7D95375C44DB}"/>
              </a:ext>
            </a:extLst>
          </p:cNvPr>
          <p:cNvSpPr/>
          <p:nvPr/>
        </p:nvSpPr>
        <p:spPr>
          <a:xfrm>
            <a:off x="7019531" y="6436890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068966E-740A-56E2-DD5F-C36FDA3DFF3C}"/>
              </a:ext>
            </a:extLst>
          </p:cNvPr>
          <p:cNvCxnSpPr>
            <a:cxnSpLocks/>
          </p:cNvCxnSpPr>
          <p:nvPr/>
        </p:nvCxnSpPr>
        <p:spPr>
          <a:xfrm>
            <a:off x="8382064" y="7176100"/>
            <a:ext cx="608106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3CD01706-6939-1088-CF3A-A2AC45B85E7A}"/>
              </a:ext>
            </a:extLst>
          </p:cNvPr>
          <p:cNvSpPr/>
          <p:nvPr/>
        </p:nvSpPr>
        <p:spPr>
          <a:xfrm>
            <a:off x="9187621" y="7212689"/>
            <a:ext cx="168298" cy="168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201F174A-8EE9-A315-9F39-BB5D2DC31C90}"/>
              </a:ext>
            </a:extLst>
          </p:cNvPr>
          <p:cNvSpPr/>
          <p:nvPr/>
        </p:nvSpPr>
        <p:spPr>
          <a:xfrm>
            <a:off x="4651644" y="6914626"/>
            <a:ext cx="464094" cy="4640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FE43E12-90A0-58FA-F757-45677565F50C}"/>
              </a:ext>
            </a:extLst>
          </p:cNvPr>
          <p:cNvSpPr/>
          <p:nvPr/>
        </p:nvSpPr>
        <p:spPr>
          <a:xfrm>
            <a:off x="9087427" y="7021323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E1BF94F-28EA-6AB2-6D04-DE55BA8E783F}"/>
              </a:ext>
            </a:extLst>
          </p:cNvPr>
          <p:cNvCxnSpPr>
            <a:cxnSpLocks/>
          </p:cNvCxnSpPr>
          <p:nvPr/>
        </p:nvCxnSpPr>
        <p:spPr>
          <a:xfrm flipV="1">
            <a:off x="9255724" y="7025291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225C6D4-64C1-12C7-4198-C627FBBE4092}"/>
              </a:ext>
            </a:extLst>
          </p:cNvPr>
          <p:cNvCxnSpPr>
            <a:cxnSpLocks/>
          </p:cNvCxnSpPr>
          <p:nvPr/>
        </p:nvCxnSpPr>
        <p:spPr>
          <a:xfrm rot="-1200000" flipH="1" flipV="1">
            <a:off x="9119640" y="7105207"/>
            <a:ext cx="91839" cy="1462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512E185-10EB-7E77-3B37-0B76ACEA57C4}"/>
              </a:ext>
            </a:extLst>
          </p:cNvPr>
          <p:cNvCxnSpPr>
            <a:cxnSpLocks/>
          </p:cNvCxnSpPr>
          <p:nvPr/>
        </p:nvCxnSpPr>
        <p:spPr>
          <a:xfrm rot="1200000" flipV="1">
            <a:off x="9360422" y="7070084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5DB42F32-4ADB-7DD7-15E6-79E8C41A3B92}"/>
              </a:ext>
            </a:extLst>
          </p:cNvPr>
          <p:cNvSpPr/>
          <p:nvPr/>
        </p:nvSpPr>
        <p:spPr>
          <a:xfrm>
            <a:off x="7899601" y="7021323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EB2D48DB-9299-21CB-A0A7-A4ACAD24E892}"/>
              </a:ext>
            </a:extLst>
          </p:cNvPr>
          <p:cNvSpPr/>
          <p:nvPr/>
        </p:nvSpPr>
        <p:spPr>
          <a:xfrm>
            <a:off x="4513748" y="6653859"/>
            <a:ext cx="739298" cy="73929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8AD168F-DFA9-AFBB-9661-709361AF04D5}"/>
              </a:ext>
            </a:extLst>
          </p:cNvPr>
          <p:cNvCxnSpPr>
            <a:cxnSpLocks/>
          </p:cNvCxnSpPr>
          <p:nvPr/>
        </p:nvCxnSpPr>
        <p:spPr>
          <a:xfrm flipH="1" flipV="1">
            <a:off x="4867487" y="6669760"/>
            <a:ext cx="4420" cy="233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3C511BA6-6A03-C964-81D8-5FC927DD096C}"/>
              </a:ext>
            </a:extLst>
          </p:cNvPr>
          <p:cNvCxnSpPr>
            <a:cxnSpLocks/>
          </p:cNvCxnSpPr>
          <p:nvPr/>
        </p:nvCxnSpPr>
        <p:spPr>
          <a:xfrm rot="3000000" flipH="1" flipV="1">
            <a:off x="5115538" y="6793224"/>
            <a:ext cx="4420" cy="1979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80A1E94-76A9-3C5E-165B-5338DE275A47}"/>
              </a:ext>
            </a:extLst>
          </p:cNvPr>
          <p:cNvCxnSpPr>
            <a:cxnSpLocks/>
          </p:cNvCxnSpPr>
          <p:nvPr/>
        </p:nvCxnSpPr>
        <p:spPr>
          <a:xfrm rot="-3000000" flipH="1" flipV="1">
            <a:off x="4649423" y="6801177"/>
            <a:ext cx="4420" cy="1979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1DA6CE6-A6DF-1536-B78D-1C8663906CD2}"/>
              </a:ext>
            </a:extLst>
          </p:cNvPr>
          <p:cNvCxnSpPr>
            <a:cxnSpLocks/>
          </p:cNvCxnSpPr>
          <p:nvPr/>
        </p:nvCxnSpPr>
        <p:spPr>
          <a:xfrm>
            <a:off x="4513743" y="9194615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B9F528E5-6751-86E9-2F22-CE760371FA96}"/>
              </a:ext>
            </a:extLst>
          </p:cNvPr>
          <p:cNvSpPr/>
          <p:nvPr/>
        </p:nvSpPr>
        <p:spPr>
          <a:xfrm>
            <a:off x="7015724" y="8238354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5A4FC2DB-D1F5-8BD9-952C-03FDC5CCD312}"/>
              </a:ext>
            </a:extLst>
          </p:cNvPr>
          <p:cNvSpPr/>
          <p:nvPr/>
        </p:nvSpPr>
        <p:spPr>
          <a:xfrm>
            <a:off x="6296214" y="8007769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26A6E54-C179-F228-27EF-DFF4DD9FCABC}"/>
              </a:ext>
            </a:extLst>
          </p:cNvPr>
          <p:cNvCxnSpPr>
            <a:cxnSpLocks/>
          </p:cNvCxnSpPr>
          <p:nvPr/>
        </p:nvCxnSpPr>
        <p:spPr>
          <a:xfrm>
            <a:off x="8083171" y="8977564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670311EE-8E02-B76F-FD6F-EBF32B925692}"/>
              </a:ext>
            </a:extLst>
          </p:cNvPr>
          <p:cNvCxnSpPr>
            <a:cxnSpLocks/>
          </p:cNvCxnSpPr>
          <p:nvPr/>
        </p:nvCxnSpPr>
        <p:spPr>
          <a:xfrm>
            <a:off x="8382049" y="8882405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8B2D73D-A907-80DF-CFD3-B3FC8C42A256}"/>
              </a:ext>
            </a:extLst>
          </p:cNvPr>
          <p:cNvCxnSpPr>
            <a:cxnSpLocks/>
          </p:cNvCxnSpPr>
          <p:nvPr/>
        </p:nvCxnSpPr>
        <p:spPr>
          <a:xfrm rot="10800000">
            <a:off x="8382049" y="9059410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FB0377E-A0AA-522D-1724-513C2C57B22C}"/>
              </a:ext>
            </a:extLst>
          </p:cNvPr>
          <p:cNvCxnSpPr>
            <a:cxnSpLocks/>
            <a:stCxn id="101" idx="0"/>
          </p:cNvCxnSpPr>
          <p:nvPr/>
        </p:nvCxnSpPr>
        <p:spPr>
          <a:xfrm flipH="1" flipV="1">
            <a:off x="5718367" y="8977575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75332DAF-A584-A78B-DBF0-8F5597920C90}"/>
              </a:ext>
            </a:extLst>
          </p:cNvPr>
          <p:cNvSpPr/>
          <p:nvPr/>
        </p:nvSpPr>
        <p:spPr>
          <a:xfrm>
            <a:off x="9083620" y="8822781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A581177-D5E1-E13E-F30F-729A02F83DF6}"/>
              </a:ext>
            </a:extLst>
          </p:cNvPr>
          <p:cNvSpPr/>
          <p:nvPr/>
        </p:nvSpPr>
        <p:spPr>
          <a:xfrm>
            <a:off x="7895795" y="8822781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C0AE97-0A18-6241-7E2C-0288DE87B626}"/>
              </a:ext>
            </a:extLst>
          </p:cNvPr>
          <p:cNvSpPr/>
          <p:nvPr/>
        </p:nvSpPr>
        <p:spPr>
          <a:xfrm>
            <a:off x="5352312" y="8822781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80C1FD9B-217B-9075-FD4A-E69DA83B1387}"/>
              </a:ext>
            </a:extLst>
          </p:cNvPr>
          <p:cNvSpPr/>
          <p:nvPr/>
        </p:nvSpPr>
        <p:spPr>
          <a:xfrm>
            <a:off x="4509942" y="8455317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7E76B13C-ACCF-A949-5BD8-8990B1E99D4D}"/>
              </a:ext>
            </a:extLst>
          </p:cNvPr>
          <p:cNvCxnSpPr>
            <a:cxnSpLocks/>
          </p:cNvCxnSpPr>
          <p:nvPr/>
        </p:nvCxnSpPr>
        <p:spPr>
          <a:xfrm>
            <a:off x="4527514" y="13101120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CD5A0544-1A44-364C-C315-50AFBAC10AE9}"/>
              </a:ext>
            </a:extLst>
          </p:cNvPr>
          <p:cNvSpPr/>
          <p:nvPr/>
        </p:nvSpPr>
        <p:spPr>
          <a:xfrm>
            <a:off x="6309986" y="11914275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659367E-0BC2-DB43-8FD1-533B2F94F1B3}"/>
              </a:ext>
            </a:extLst>
          </p:cNvPr>
          <p:cNvCxnSpPr>
            <a:cxnSpLocks/>
          </p:cNvCxnSpPr>
          <p:nvPr/>
        </p:nvCxnSpPr>
        <p:spPr>
          <a:xfrm>
            <a:off x="8096943" y="12884069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B0FE3F9C-DFFC-4D0D-1673-AD480D3E81E1}"/>
              </a:ext>
            </a:extLst>
          </p:cNvPr>
          <p:cNvCxnSpPr>
            <a:cxnSpLocks/>
          </p:cNvCxnSpPr>
          <p:nvPr/>
        </p:nvCxnSpPr>
        <p:spPr>
          <a:xfrm>
            <a:off x="8395820" y="12788911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A7594382-C5D4-C9B1-3BCF-BE0DA3AD55BF}"/>
              </a:ext>
            </a:extLst>
          </p:cNvPr>
          <p:cNvCxnSpPr>
            <a:cxnSpLocks/>
          </p:cNvCxnSpPr>
          <p:nvPr/>
        </p:nvCxnSpPr>
        <p:spPr>
          <a:xfrm rot="10800000">
            <a:off x="8395820" y="12965915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0F13F1D-7404-A974-1260-727042E80EE5}"/>
              </a:ext>
            </a:extLst>
          </p:cNvPr>
          <p:cNvCxnSpPr>
            <a:cxnSpLocks/>
            <a:stCxn id="112" idx="0"/>
          </p:cNvCxnSpPr>
          <p:nvPr/>
        </p:nvCxnSpPr>
        <p:spPr>
          <a:xfrm flipH="1" flipV="1">
            <a:off x="5732138" y="12884081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D583EBC0-221F-3AB9-5444-FB1972C13128}"/>
              </a:ext>
            </a:extLst>
          </p:cNvPr>
          <p:cNvSpPr/>
          <p:nvPr/>
        </p:nvSpPr>
        <p:spPr>
          <a:xfrm>
            <a:off x="9097391" y="12729286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5024483F-B313-0DA3-9973-2487225BD912}"/>
              </a:ext>
            </a:extLst>
          </p:cNvPr>
          <p:cNvSpPr/>
          <p:nvPr/>
        </p:nvSpPr>
        <p:spPr>
          <a:xfrm>
            <a:off x="5366084" y="12729286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97378F1D-FC0A-6127-F99A-45D2A7C73596}"/>
              </a:ext>
            </a:extLst>
          </p:cNvPr>
          <p:cNvSpPr/>
          <p:nvPr/>
        </p:nvSpPr>
        <p:spPr>
          <a:xfrm>
            <a:off x="4523713" y="12361822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63FC03D-CB51-448E-C480-23EC2145EBB6}"/>
              </a:ext>
            </a:extLst>
          </p:cNvPr>
          <p:cNvCxnSpPr>
            <a:cxnSpLocks/>
          </p:cNvCxnSpPr>
          <p:nvPr/>
        </p:nvCxnSpPr>
        <p:spPr>
          <a:xfrm>
            <a:off x="4527514" y="11110951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D1430A90-AC5E-7A52-E62F-6834F53768D0}"/>
              </a:ext>
            </a:extLst>
          </p:cNvPr>
          <p:cNvSpPr/>
          <p:nvPr/>
        </p:nvSpPr>
        <p:spPr>
          <a:xfrm>
            <a:off x="9097391" y="10739117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B8D6B9ED-2DEB-BF31-4CC6-123BED45A954}"/>
              </a:ext>
            </a:extLst>
          </p:cNvPr>
          <p:cNvSpPr/>
          <p:nvPr/>
        </p:nvSpPr>
        <p:spPr>
          <a:xfrm>
            <a:off x="5366084" y="10739117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D3093D28-F6BE-444A-2925-10DDB67709A4}"/>
              </a:ext>
            </a:extLst>
          </p:cNvPr>
          <p:cNvSpPr/>
          <p:nvPr/>
        </p:nvSpPr>
        <p:spPr>
          <a:xfrm>
            <a:off x="4523713" y="10371660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4074212-E083-C79C-BF3F-8483EA55AF91}"/>
              </a:ext>
            </a:extLst>
          </p:cNvPr>
          <p:cNvCxnSpPr>
            <a:cxnSpLocks/>
          </p:cNvCxnSpPr>
          <p:nvPr/>
        </p:nvCxnSpPr>
        <p:spPr>
          <a:xfrm flipH="1">
            <a:off x="5844755" y="10916954"/>
            <a:ext cx="3143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910A694-0452-D890-2298-46E93A3FA6E6}"/>
              </a:ext>
            </a:extLst>
          </p:cNvPr>
          <p:cNvSpPr txBox="1"/>
          <p:nvPr/>
        </p:nvSpPr>
        <p:spPr>
          <a:xfrm>
            <a:off x="4866515" y="3826748"/>
            <a:ext cx="51283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Condition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B3B3412-5331-59CE-2C13-AFEA26D1924A}"/>
              </a:ext>
            </a:extLst>
          </p:cNvPr>
          <p:cNvSpPr txBox="1"/>
          <p:nvPr/>
        </p:nvSpPr>
        <p:spPr>
          <a:xfrm>
            <a:off x="10815149" y="3823114"/>
            <a:ext cx="39324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Condition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268A1A-8883-D15F-EB50-0E4CEED89FE8}"/>
              </a:ext>
            </a:extLst>
          </p:cNvPr>
          <p:cNvSpPr txBox="1"/>
          <p:nvPr/>
        </p:nvSpPr>
        <p:spPr>
          <a:xfrm>
            <a:off x="4784529" y="4385201"/>
            <a:ext cx="54847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Action Event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038E604-13BB-CDAB-4266-50D9A6AB224B}"/>
              </a:ext>
            </a:extLst>
          </p:cNvPr>
          <p:cNvSpPr txBox="1"/>
          <p:nvPr/>
        </p:nvSpPr>
        <p:spPr>
          <a:xfrm>
            <a:off x="10446656" y="4380421"/>
            <a:ext cx="59977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Unconstrained Action Event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5D44FB4-E070-8EC4-5821-BF1A141D571D}"/>
              </a:ext>
            </a:extLst>
          </p:cNvPr>
          <p:cNvSpPr txBox="1"/>
          <p:nvPr/>
        </p:nvSpPr>
        <p:spPr>
          <a:xfrm>
            <a:off x="18949232" y="1753380"/>
            <a:ext cx="99502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Paradigms Underlying the Five Target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F888E5-1EEF-20D6-EDBB-ADA88381C5C8}"/>
              </a:ext>
            </a:extLst>
          </p:cNvPr>
          <p:cNvSpPr txBox="1"/>
          <p:nvPr/>
        </p:nvSpPr>
        <p:spPr>
          <a:xfrm>
            <a:off x="5182864" y="2626326"/>
            <a:ext cx="100215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Finding 1: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Longer Looking to Inefficient Actions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D057A84-EBBF-6876-48ED-6A6536F54FEE}"/>
              </a:ext>
            </a:extLst>
          </p:cNvPr>
          <p:cNvCxnSpPr>
            <a:cxnSpLocks/>
          </p:cNvCxnSpPr>
          <p:nvPr/>
        </p:nvCxnSpPr>
        <p:spPr>
          <a:xfrm>
            <a:off x="22941264" y="7451603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2FDE2742-B6C5-9A39-3F9E-D44979502174}"/>
              </a:ext>
            </a:extLst>
          </p:cNvPr>
          <p:cNvSpPr/>
          <p:nvPr/>
        </p:nvSpPr>
        <p:spPr>
          <a:xfrm>
            <a:off x="28058873" y="6495342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3121D8D-F09F-F643-AA03-F0DA7F7F322D}"/>
              </a:ext>
            </a:extLst>
          </p:cNvPr>
          <p:cNvCxnSpPr>
            <a:cxnSpLocks/>
          </p:cNvCxnSpPr>
          <p:nvPr/>
        </p:nvCxnSpPr>
        <p:spPr>
          <a:xfrm>
            <a:off x="26805779" y="7234546"/>
            <a:ext cx="608106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234D586E-5209-2693-2BAF-8D1D12A86A88}"/>
              </a:ext>
            </a:extLst>
          </p:cNvPr>
          <p:cNvSpPr/>
          <p:nvPr/>
        </p:nvSpPr>
        <p:spPr>
          <a:xfrm>
            <a:off x="26323322" y="7079769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642AA98-8D33-0C5A-2CA5-1FE42C01FC58}"/>
              </a:ext>
            </a:extLst>
          </p:cNvPr>
          <p:cNvCxnSpPr>
            <a:cxnSpLocks/>
          </p:cNvCxnSpPr>
          <p:nvPr/>
        </p:nvCxnSpPr>
        <p:spPr>
          <a:xfrm>
            <a:off x="22937457" y="9253061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31404B3A-DB6E-0421-F38B-A2EB03C58D9A}"/>
              </a:ext>
            </a:extLst>
          </p:cNvPr>
          <p:cNvSpPr/>
          <p:nvPr/>
        </p:nvSpPr>
        <p:spPr>
          <a:xfrm>
            <a:off x="28055067" y="8296800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74482F6E-0F53-C081-6951-EEE33FC970A1}"/>
              </a:ext>
            </a:extLst>
          </p:cNvPr>
          <p:cNvSpPr/>
          <p:nvPr/>
        </p:nvSpPr>
        <p:spPr>
          <a:xfrm>
            <a:off x="24719935" y="8066215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0BDA6E0-10FB-6414-36BE-D82949F5E963}"/>
              </a:ext>
            </a:extLst>
          </p:cNvPr>
          <p:cNvCxnSpPr>
            <a:cxnSpLocks/>
          </p:cNvCxnSpPr>
          <p:nvPr/>
        </p:nvCxnSpPr>
        <p:spPr>
          <a:xfrm>
            <a:off x="26506892" y="9036010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2171ED95-20C8-7ECA-23E9-01A724B703B6}"/>
              </a:ext>
            </a:extLst>
          </p:cNvPr>
          <p:cNvCxnSpPr>
            <a:cxnSpLocks/>
            <a:stCxn id="82" idx="0"/>
          </p:cNvCxnSpPr>
          <p:nvPr/>
        </p:nvCxnSpPr>
        <p:spPr>
          <a:xfrm flipH="1" flipV="1">
            <a:off x="24142088" y="9036021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B8F70C28-B29B-41A1-6C1F-90BA9AB3DBC5}"/>
              </a:ext>
            </a:extLst>
          </p:cNvPr>
          <p:cNvSpPr/>
          <p:nvPr/>
        </p:nvSpPr>
        <p:spPr>
          <a:xfrm>
            <a:off x="27507334" y="8881226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F70F9A9C-059F-B6FC-CD39-0BD4F41F7743}"/>
              </a:ext>
            </a:extLst>
          </p:cNvPr>
          <p:cNvSpPr/>
          <p:nvPr/>
        </p:nvSpPr>
        <p:spPr>
          <a:xfrm>
            <a:off x="26319516" y="8881226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D52F7FA9-3ADC-6D14-5100-405A14C04959}"/>
              </a:ext>
            </a:extLst>
          </p:cNvPr>
          <p:cNvSpPr/>
          <p:nvPr/>
        </p:nvSpPr>
        <p:spPr>
          <a:xfrm>
            <a:off x="23776033" y="8881226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F5F86ED4-7FD5-5BE7-7450-CBEEC772F97B}"/>
              </a:ext>
            </a:extLst>
          </p:cNvPr>
          <p:cNvSpPr/>
          <p:nvPr/>
        </p:nvSpPr>
        <p:spPr>
          <a:xfrm>
            <a:off x="22933656" y="8513770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116D10A9-35DC-56A0-E794-95700D8E4D08}"/>
              </a:ext>
            </a:extLst>
          </p:cNvPr>
          <p:cNvCxnSpPr>
            <a:cxnSpLocks/>
          </p:cNvCxnSpPr>
          <p:nvPr/>
        </p:nvCxnSpPr>
        <p:spPr>
          <a:xfrm>
            <a:off x="17128428" y="7451603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AB85B92-4BDD-9D0F-306E-E36314C89391}"/>
              </a:ext>
            </a:extLst>
          </p:cNvPr>
          <p:cNvSpPr/>
          <p:nvPr/>
        </p:nvSpPr>
        <p:spPr>
          <a:xfrm>
            <a:off x="19630410" y="6495342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84F934BA-4C2A-6C16-AD42-685C31B452E5}"/>
              </a:ext>
            </a:extLst>
          </p:cNvPr>
          <p:cNvCxnSpPr>
            <a:cxnSpLocks/>
          </p:cNvCxnSpPr>
          <p:nvPr/>
        </p:nvCxnSpPr>
        <p:spPr>
          <a:xfrm>
            <a:off x="20992936" y="7234546"/>
            <a:ext cx="608106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E7305ACB-27DF-6560-0EB7-073F0CFACB8D}"/>
              </a:ext>
            </a:extLst>
          </p:cNvPr>
          <p:cNvSpPr/>
          <p:nvPr/>
        </p:nvSpPr>
        <p:spPr>
          <a:xfrm>
            <a:off x="20510487" y="7079769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84A4B3B-1708-C3DC-7334-5C25372C76D7}"/>
              </a:ext>
            </a:extLst>
          </p:cNvPr>
          <p:cNvCxnSpPr>
            <a:cxnSpLocks/>
          </p:cNvCxnSpPr>
          <p:nvPr/>
        </p:nvCxnSpPr>
        <p:spPr>
          <a:xfrm>
            <a:off x="17124622" y="9253061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E7F1A34-F3E4-C58D-3654-E059DEF03945}"/>
              </a:ext>
            </a:extLst>
          </p:cNvPr>
          <p:cNvSpPr/>
          <p:nvPr/>
        </p:nvSpPr>
        <p:spPr>
          <a:xfrm>
            <a:off x="19626610" y="8296800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1B8919A6-5529-70C3-B922-74FEDE71F3EB}"/>
              </a:ext>
            </a:extLst>
          </p:cNvPr>
          <p:cNvSpPr/>
          <p:nvPr/>
        </p:nvSpPr>
        <p:spPr>
          <a:xfrm>
            <a:off x="18907093" y="8066215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99BEC867-5264-6458-A26D-F7765D22D509}"/>
              </a:ext>
            </a:extLst>
          </p:cNvPr>
          <p:cNvCxnSpPr>
            <a:cxnSpLocks/>
          </p:cNvCxnSpPr>
          <p:nvPr/>
        </p:nvCxnSpPr>
        <p:spPr>
          <a:xfrm>
            <a:off x="20694050" y="9036010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4A524302-0595-9245-091E-9C009C7151CA}"/>
              </a:ext>
            </a:extLst>
          </p:cNvPr>
          <p:cNvCxnSpPr>
            <a:cxnSpLocks/>
            <a:stCxn id="146" idx="0"/>
          </p:cNvCxnSpPr>
          <p:nvPr/>
        </p:nvCxnSpPr>
        <p:spPr>
          <a:xfrm flipH="1" flipV="1">
            <a:off x="18329246" y="9036021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Oval 150">
            <a:extLst>
              <a:ext uri="{FF2B5EF4-FFF2-40B4-BE49-F238E27FC236}">
                <a16:creationId xmlns:a16="http://schemas.microsoft.com/office/drawing/2014/main" id="{3CECB18C-C12A-327B-88BA-64AC20DEC2CF}"/>
              </a:ext>
            </a:extLst>
          </p:cNvPr>
          <p:cNvSpPr/>
          <p:nvPr/>
        </p:nvSpPr>
        <p:spPr>
          <a:xfrm>
            <a:off x="21694499" y="8881226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769C8F7E-8F67-2DD8-AF9F-649B91A73EA1}"/>
              </a:ext>
            </a:extLst>
          </p:cNvPr>
          <p:cNvSpPr/>
          <p:nvPr/>
        </p:nvSpPr>
        <p:spPr>
          <a:xfrm>
            <a:off x="20506680" y="8881226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10237503-8A35-54A6-5208-B8A9CA7C2EDC}"/>
              </a:ext>
            </a:extLst>
          </p:cNvPr>
          <p:cNvSpPr/>
          <p:nvPr/>
        </p:nvSpPr>
        <p:spPr>
          <a:xfrm>
            <a:off x="17963191" y="8881226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33B0DE4C-F494-707C-5A7D-A8C7072DE63B}"/>
              </a:ext>
            </a:extLst>
          </p:cNvPr>
          <p:cNvSpPr/>
          <p:nvPr/>
        </p:nvSpPr>
        <p:spPr>
          <a:xfrm>
            <a:off x="17120820" y="8513770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7A06A7FE-840A-3844-BCAF-7090CABE0F96}"/>
              </a:ext>
            </a:extLst>
          </p:cNvPr>
          <p:cNvCxnSpPr>
            <a:cxnSpLocks/>
          </p:cNvCxnSpPr>
          <p:nvPr/>
        </p:nvCxnSpPr>
        <p:spPr>
          <a:xfrm>
            <a:off x="17156587" y="13445692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4026DCB8-EC68-B67C-0518-F42E1BB8884B}"/>
              </a:ext>
            </a:extLst>
          </p:cNvPr>
          <p:cNvSpPr/>
          <p:nvPr/>
        </p:nvSpPr>
        <p:spPr>
          <a:xfrm>
            <a:off x="18939058" y="12258847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8C54331E-8987-DBC6-A569-6D0A90D88F37}"/>
              </a:ext>
            </a:extLst>
          </p:cNvPr>
          <p:cNvCxnSpPr>
            <a:cxnSpLocks/>
          </p:cNvCxnSpPr>
          <p:nvPr/>
        </p:nvCxnSpPr>
        <p:spPr>
          <a:xfrm>
            <a:off x="20726022" y="13228641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A43AF2D1-EFB3-7EDC-6B8B-0735E30FF4EF}"/>
              </a:ext>
            </a:extLst>
          </p:cNvPr>
          <p:cNvCxnSpPr>
            <a:cxnSpLocks/>
            <a:stCxn id="156" idx="0"/>
          </p:cNvCxnSpPr>
          <p:nvPr/>
        </p:nvCxnSpPr>
        <p:spPr>
          <a:xfrm flipH="1" flipV="1">
            <a:off x="18361211" y="13228652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Oval 160">
            <a:extLst>
              <a:ext uri="{FF2B5EF4-FFF2-40B4-BE49-F238E27FC236}">
                <a16:creationId xmlns:a16="http://schemas.microsoft.com/office/drawing/2014/main" id="{1FE3C393-85E0-3C59-08D3-5D98E7358BC6}"/>
              </a:ext>
            </a:extLst>
          </p:cNvPr>
          <p:cNvSpPr/>
          <p:nvPr/>
        </p:nvSpPr>
        <p:spPr>
          <a:xfrm>
            <a:off x="21726464" y="13073864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FC016609-4C7D-AF10-C7D3-B83BEFE55A3F}"/>
              </a:ext>
            </a:extLst>
          </p:cNvPr>
          <p:cNvSpPr/>
          <p:nvPr/>
        </p:nvSpPr>
        <p:spPr>
          <a:xfrm>
            <a:off x="17995163" y="13073858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DB8F56C-FD2B-5D5C-6FC7-2FF707EFA41D}"/>
              </a:ext>
            </a:extLst>
          </p:cNvPr>
          <p:cNvSpPr/>
          <p:nvPr/>
        </p:nvSpPr>
        <p:spPr>
          <a:xfrm>
            <a:off x="17152786" y="12706401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8F7C610B-B81B-CA11-8BBD-DD57CF62F6EB}"/>
              </a:ext>
            </a:extLst>
          </p:cNvPr>
          <p:cNvCxnSpPr>
            <a:cxnSpLocks/>
          </p:cNvCxnSpPr>
          <p:nvPr/>
        </p:nvCxnSpPr>
        <p:spPr>
          <a:xfrm>
            <a:off x="17156587" y="11455523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5" name="Oval 164">
            <a:extLst>
              <a:ext uri="{FF2B5EF4-FFF2-40B4-BE49-F238E27FC236}">
                <a16:creationId xmlns:a16="http://schemas.microsoft.com/office/drawing/2014/main" id="{8471D9F7-5D86-5AD3-D099-607449EB1356}"/>
              </a:ext>
            </a:extLst>
          </p:cNvPr>
          <p:cNvSpPr/>
          <p:nvPr/>
        </p:nvSpPr>
        <p:spPr>
          <a:xfrm>
            <a:off x="21726464" y="11083695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90CDC45A-97E9-2447-5CFA-B368F9D51DD2}"/>
              </a:ext>
            </a:extLst>
          </p:cNvPr>
          <p:cNvSpPr/>
          <p:nvPr/>
        </p:nvSpPr>
        <p:spPr>
          <a:xfrm>
            <a:off x="17995163" y="11083695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3C1A847-630B-71FC-78E2-A4469E9B7421}"/>
              </a:ext>
            </a:extLst>
          </p:cNvPr>
          <p:cNvSpPr/>
          <p:nvPr/>
        </p:nvSpPr>
        <p:spPr>
          <a:xfrm>
            <a:off x="17152786" y="10716232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B5965827-A1C8-F497-20CB-31EE5C01720B}"/>
              </a:ext>
            </a:extLst>
          </p:cNvPr>
          <p:cNvCxnSpPr>
            <a:cxnSpLocks/>
          </p:cNvCxnSpPr>
          <p:nvPr/>
        </p:nvCxnSpPr>
        <p:spPr>
          <a:xfrm flipH="1">
            <a:off x="18473834" y="11261532"/>
            <a:ext cx="3143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9" name="Oval 168">
            <a:extLst>
              <a:ext uri="{FF2B5EF4-FFF2-40B4-BE49-F238E27FC236}">
                <a16:creationId xmlns:a16="http://schemas.microsoft.com/office/drawing/2014/main" id="{5C57FC76-4C56-B395-9A70-A17ED64DBE25}"/>
              </a:ext>
            </a:extLst>
          </p:cNvPr>
          <p:cNvSpPr/>
          <p:nvPr/>
        </p:nvSpPr>
        <p:spPr>
          <a:xfrm>
            <a:off x="17130647" y="6707545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7D6B9FDE-6728-BE52-F5C4-EBB504B6BCFE}"/>
              </a:ext>
            </a:extLst>
          </p:cNvPr>
          <p:cNvSpPr/>
          <p:nvPr/>
        </p:nvSpPr>
        <p:spPr>
          <a:xfrm>
            <a:off x="21688612" y="7093368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51C0A518-ED61-0D61-B937-623796D116B0}"/>
              </a:ext>
            </a:extLst>
          </p:cNvPr>
          <p:cNvSpPr/>
          <p:nvPr/>
        </p:nvSpPr>
        <p:spPr>
          <a:xfrm>
            <a:off x="22941269" y="6703685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A3C74038-C822-5C54-F0BB-506964A2DBB1}"/>
              </a:ext>
            </a:extLst>
          </p:cNvPr>
          <p:cNvSpPr/>
          <p:nvPr/>
        </p:nvSpPr>
        <p:spPr>
          <a:xfrm>
            <a:off x="27506694" y="7084475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4A5A051-25A0-D77D-6EF4-06DA594466AF}"/>
              </a:ext>
            </a:extLst>
          </p:cNvPr>
          <p:cNvSpPr txBox="1"/>
          <p:nvPr/>
        </p:nvSpPr>
        <p:spPr>
          <a:xfrm>
            <a:off x="20126020" y="2689985"/>
            <a:ext cx="729456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Finding 2: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Independence from Animacy Cues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608B37A-AB0F-DF34-53AA-D59C64255135}"/>
              </a:ext>
            </a:extLst>
          </p:cNvPr>
          <p:cNvSpPr txBox="1"/>
          <p:nvPr/>
        </p:nvSpPr>
        <p:spPr>
          <a:xfrm>
            <a:off x="17321589" y="3953386"/>
            <a:ext cx="51283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Condition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B7C8AC0D-635F-2D73-C2EF-A03B8A77A2B5}"/>
              </a:ext>
            </a:extLst>
          </p:cNvPr>
          <p:cNvSpPr txBox="1"/>
          <p:nvPr/>
        </p:nvSpPr>
        <p:spPr>
          <a:xfrm>
            <a:off x="23270216" y="3949753"/>
            <a:ext cx="39324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Condition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D5E120D-3726-7D5B-D1F9-A644F9D19FDD}"/>
              </a:ext>
            </a:extLst>
          </p:cNvPr>
          <p:cNvSpPr txBox="1"/>
          <p:nvPr/>
        </p:nvSpPr>
        <p:spPr>
          <a:xfrm>
            <a:off x="17239597" y="4511839"/>
            <a:ext cx="54847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Action Event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C1308B3-B63A-B7FB-CBF5-BE98EBFCD3B5}"/>
              </a:ext>
            </a:extLst>
          </p:cNvPr>
          <p:cNvSpPr txBox="1"/>
          <p:nvPr/>
        </p:nvSpPr>
        <p:spPr>
          <a:xfrm>
            <a:off x="22901723" y="4507053"/>
            <a:ext cx="59977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Unconstrained Action Event</a:t>
            </a:r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500EDAB-20EB-623B-9615-C0A88412BF94}"/>
              </a:ext>
            </a:extLst>
          </p:cNvPr>
          <p:cNvCxnSpPr>
            <a:cxnSpLocks/>
          </p:cNvCxnSpPr>
          <p:nvPr/>
        </p:nvCxnSpPr>
        <p:spPr>
          <a:xfrm>
            <a:off x="31325845" y="7212739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6" name="Rectangle 205">
            <a:extLst>
              <a:ext uri="{FF2B5EF4-FFF2-40B4-BE49-F238E27FC236}">
                <a16:creationId xmlns:a16="http://schemas.microsoft.com/office/drawing/2014/main" id="{2CFFE259-D7A7-0E08-44EE-C73302E15FC0}"/>
              </a:ext>
            </a:extLst>
          </p:cNvPr>
          <p:cNvSpPr/>
          <p:nvPr/>
        </p:nvSpPr>
        <p:spPr>
          <a:xfrm>
            <a:off x="33827826" y="6256479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6E04EBCD-699D-8392-960D-B7A753B1D5F4}"/>
              </a:ext>
            </a:extLst>
          </p:cNvPr>
          <p:cNvSpPr/>
          <p:nvPr/>
        </p:nvSpPr>
        <p:spPr>
          <a:xfrm>
            <a:off x="35995916" y="7032278"/>
            <a:ext cx="168298" cy="168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CF82B92B-39F1-5448-E7F8-559F895ACAE8}"/>
              </a:ext>
            </a:extLst>
          </p:cNvPr>
          <p:cNvSpPr/>
          <p:nvPr/>
        </p:nvSpPr>
        <p:spPr>
          <a:xfrm>
            <a:off x="31459932" y="6734215"/>
            <a:ext cx="464094" cy="4640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1EF6AB17-361E-7AA7-DF6F-6168873DA6D7}"/>
              </a:ext>
            </a:extLst>
          </p:cNvPr>
          <p:cNvSpPr/>
          <p:nvPr/>
        </p:nvSpPr>
        <p:spPr>
          <a:xfrm>
            <a:off x="35895715" y="6840905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27943083-D881-9DCF-D498-C389DC036A71}"/>
              </a:ext>
            </a:extLst>
          </p:cNvPr>
          <p:cNvCxnSpPr>
            <a:cxnSpLocks/>
          </p:cNvCxnSpPr>
          <p:nvPr/>
        </p:nvCxnSpPr>
        <p:spPr>
          <a:xfrm flipV="1">
            <a:off x="36064019" y="6844880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3CC0A23B-C51E-5734-89B0-E3C00659CC6B}"/>
              </a:ext>
            </a:extLst>
          </p:cNvPr>
          <p:cNvCxnSpPr>
            <a:cxnSpLocks/>
          </p:cNvCxnSpPr>
          <p:nvPr/>
        </p:nvCxnSpPr>
        <p:spPr>
          <a:xfrm rot="-1200000" flipH="1" flipV="1">
            <a:off x="35927935" y="6924796"/>
            <a:ext cx="91839" cy="1462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3D02CE3C-977A-46E5-F397-198859976C17}"/>
              </a:ext>
            </a:extLst>
          </p:cNvPr>
          <p:cNvCxnSpPr>
            <a:cxnSpLocks/>
          </p:cNvCxnSpPr>
          <p:nvPr/>
        </p:nvCxnSpPr>
        <p:spPr>
          <a:xfrm rot="1200000" flipV="1">
            <a:off x="36168718" y="6889673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Oval 214">
            <a:extLst>
              <a:ext uri="{FF2B5EF4-FFF2-40B4-BE49-F238E27FC236}">
                <a16:creationId xmlns:a16="http://schemas.microsoft.com/office/drawing/2014/main" id="{A89389D6-9810-EFB9-B651-612087672A21}"/>
              </a:ext>
            </a:extLst>
          </p:cNvPr>
          <p:cNvSpPr/>
          <p:nvPr/>
        </p:nvSpPr>
        <p:spPr>
          <a:xfrm>
            <a:off x="31322037" y="6473448"/>
            <a:ext cx="739298" cy="73929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4BE19EC9-4FD4-2C79-7686-3D20674F28C8}"/>
              </a:ext>
            </a:extLst>
          </p:cNvPr>
          <p:cNvCxnSpPr>
            <a:cxnSpLocks/>
          </p:cNvCxnSpPr>
          <p:nvPr/>
        </p:nvCxnSpPr>
        <p:spPr>
          <a:xfrm flipH="1" flipV="1">
            <a:off x="31675789" y="6489343"/>
            <a:ext cx="4420" cy="233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28BB2CC7-50E6-5484-E184-D4B65DE87292}"/>
              </a:ext>
            </a:extLst>
          </p:cNvPr>
          <p:cNvCxnSpPr>
            <a:cxnSpLocks/>
          </p:cNvCxnSpPr>
          <p:nvPr/>
        </p:nvCxnSpPr>
        <p:spPr>
          <a:xfrm rot="3000000" flipH="1" flipV="1">
            <a:off x="31923819" y="6612813"/>
            <a:ext cx="4420" cy="1979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8B5819E2-FDDC-5617-74CA-D9D1E6D7C877}"/>
              </a:ext>
            </a:extLst>
          </p:cNvPr>
          <p:cNvCxnSpPr>
            <a:cxnSpLocks/>
          </p:cNvCxnSpPr>
          <p:nvPr/>
        </p:nvCxnSpPr>
        <p:spPr>
          <a:xfrm rot="-3000000" flipH="1" flipV="1">
            <a:off x="31457719" y="6620766"/>
            <a:ext cx="4420" cy="1979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4812C859-6E1A-2FBE-8F72-2DE635CC45ED}"/>
              </a:ext>
            </a:extLst>
          </p:cNvPr>
          <p:cNvCxnSpPr>
            <a:cxnSpLocks/>
          </p:cNvCxnSpPr>
          <p:nvPr/>
        </p:nvCxnSpPr>
        <p:spPr>
          <a:xfrm>
            <a:off x="31322038" y="9014197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5655F57-1A7B-9A9B-26BD-17B9DC1FCAE8}"/>
              </a:ext>
            </a:extLst>
          </p:cNvPr>
          <p:cNvSpPr/>
          <p:nvPr/>
        </p:nvSpPr>
        <p:spPr>
          <a:xfrm>
            <a:off x="33824020" y="8057943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D4ACBE29-9A04-8131-6000-E09686D5350B}"/>
              </a:ext>
            </a:extLst>
          </p:cNvPr>
          <p:cNvSpPr/>
          <p:nvPr/>
        </p:nvSpPr>
        <p:spPr>
          <a:xfrm>
            <a:off x="33104509" y="7827352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D6303159-4618-F529-67BF-C5AF3FF381A8}"/>
              </a:ext>
            </a:extLst>
          </p:cNvPr>
          <p:cNvCxnSpPr>
            <a:cxnSpLocks/>
          </p:cNvCxnSpPr>
          <p:nvPr/>
        </p:nvCxnSpPr>
        <p:spPr>
          <a:xfrm>
            <a:off x="34891466" y="8797147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D259C0C2-D842-78C4-0703-79A50625BC95}"/>
              </a:ext>
            </a:extLst>
          </p:cNvPr>
          <p:cNvCxnSpPr>
            <a:cxnSpLocks/>
            <a:stCxn id="221" idx="0"/>
          </p:cNvCxnSpPr>
          <p:nvPr/>
        </p:nvCxnSpPr>
        <p:spPr>
          <a:xfrm flipH="1" flipV="1">
            <a:off x="32526662" y="8797158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Oval 225">
            <a:extLst>
              <a:ext uri="{FF2B5EF4-FFF2-40B4-BE49-F238E27FC236}">
                <a16:creationId xmlns:a16="http://schemas.microsoft.com/office/drawing/2014/main" id="{9C8A02C1-B573-6D84-EB1E-1EA07A6ECC90}"/>
              </a:ext>
            </a:extLst>
          </p:cNvPr>
          <p:cNvSpPr/>
          <p:nvPr/>
        </p:nvSpPr>
        <p:spPr>
          <a:xfrm>
            <a:off x="35891915" y="8642370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00689EA5-EA43-F51B-C9D2-BF0EB6F5F4EF}"/>
              </a:ext>
            </a:extLst>
          </p:cNvPr>
          <p:cNvSpPr/>
          <p:nvPr/>
        </p:nvSpPr>
        <p:spPr>
          <a:xfrm>
            <a:off x="32160608" y="8642370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799B08F5-A478-D8EF-25E3-C2439E38459A}"/>
              </a:ext>
            </a:extLst>
          </p:cNvPr>
          <p:cNvSpPr/>
          <p:nvPr/>
        </p:nvSpPr>
        <p:spPr>
          <a:xfrm>
            <a:off x="31318230" y="8274906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CAD6A43D-66A2-9B71-320A-F4E33B893D92}"/>
              </a:ext>
            </a:extLst>
          </p:cNvPr>
          <p:cNvCxnSpPr>
            <a:cxnSpLocks/>
          </p:cNvCxnSpPr>
          <p:nvPr/>
        </p:nvCxnSpPr>
        <p:spPr>
          <a:xfrm>
            <a:off x="31286119" y="13141440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DB2C6254-0196-2173-3837-7AD57BE9C615}"/>
              </a:ext>
            </a:extLst>
          </p:cNvPr>
          <p:cNvSpPr/>
          <p:nvPr/>
        </p:nvSpPr>
        <p:spPr>
          <a:xfrm>
            <a:off x="33068590" y="11954595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8C2993B2-8633-2ADB-A4E7-B5761E12466C}"/>
              </a:ext>
            </a:extLst>
          </p:cNvPr>
          <p:cNvCxnSpPr>
            <a:cxnSpLocks/>
          </p:cNvCxnSpPr>
          <p:nvPr/>
        </p:nvCxnSpPr>
        <p:spPr>
          <a:xfrm>
            <a:off x="34855547" y="12924389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C6A67D0E-5C99-CC30-2206-68E2AEA8A7A7}"/>
              </a:ext>
            </a:extLst>
          </p:cNvPr>
          <p:cNvCxnSpPr>
            <a:cxnSpLocks/>
            <a:stCxn id="231" idx="0"/>
          </p:cNvCxnSpPr>
          <p:nvPr/>
        </p:nvCxnSpPr>
        <p:spPr>
          <a:xfrm flipH="1" flipV="1">
            <a:off x="32490743" y="12924400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Oval 235">
            <a:extLst>
              <a:ext uri="{FF2B5EF4-FFF2-40B4-BE49-F238E27FC236}">
                <a16:creationId xmlns:a16="http://schemas.microsoft.com/office/drawing/2014/main" id="{E16C909A-7707-2937-379A-9D1F6D2B6E21}"/>
              </a:ext>
            </a:extLst>
          </p:cNvPr>
          <p:cNvSpPr/>
          <p:nvPr/>
        </p:nvSpPr>
        <p:spPr>
          <a:xfrm>
            <a:off x="35855996" y="12769612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009F71B0-9987-904F-247E-86D029952399}"/>
              </a:ext>
            </a:extLst>
          </p:cNvPr>
          <p:cNvSpPr/>
          <p:nvPr/>
        </p:nvSpPr>
        <p:spPr>
          <a:xfrm>
            <a:off x="32124688" y="12769606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8BA67200-D3A5-A785-D597-99DC3D187643}"/>
              </a:ext>
            </a:extLst>
          </p:cNvPr>
          <p:cNvSpPr/>
          <p:nvPr/>
        </p:nvSpPr>
        <p:spPr>
          <a:xfrm>
            <a:off x="31282317" y="12402149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01C9AA31-F098-6060-2068-6DBADAD43911}"/>
              </a:ext>
            </a:extLst>
          </p:cNvPr>
          <p:cNvSpPr/>
          <p:nvPr/>
        </p:nvSpPr>
        <p:spPr>
          <a:xfrm>
            <a:off x="33340942" y="8032276"/>
            <a:ext cx="1338190" cy="98582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DB9B4F4C-9744-1BD0-7679-30D20973A7C5}"/>
              </a:ext>
            </a:extLst>
          </p:cNvPr>
          <p:cNvSpPr txBox="1"/>
          <p:nvPr/>
        </p:nvSpPr>
        <p:spPr>
          <a:xfrm>
            <a:off x="29998843" y="4026472"/>
            <a:ext cx="66575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Inferring Constraints Condition</a:t>
            </a:r>
          </a:p>
        </p:txBody>
      </p: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522BD94B-5183-E5D4-F4BC-3FD5EA6501D6}"/>
              </a:ext>
            </a:extLst>
          </p:cNvPr>
          <p:cNvCxnSpPr>
            <a:cxnSpLocks/>
          </p:cNvCxnSpPr>
          <p:nvPr/>
        </p:nvCxnSpPr>
        <p:spPr>
          <a:xfrm>
            <a:off x="31279492" y="11288789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9" name="Freeform: Shape 248">
            <a:extLst>
              <a:ext uri="{FF2B5EF4-FFF2-40B4-BE49-F238E27FC236}">
                <a16:creationId xmlns:a16="http://schemas.microsoft.com/office/drawing/2014/main" id="{A2992998-511F-A7BE-87F4-6CFA3951E5A3}"/>
              </a:ext>
            </a:extLst>
          </p:cNvPr>
          <p:cNvSpPr/>
          <p:nvPr/>
        </p:nvSpPr>
        <p:spPr>
          <a:xfrm>
            <a:off x="33061963" y="10101944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7A8AB2FC-7290-E7DC-A446-B33F3B3FC817}"/>
              </a:ext>
            </a:extLst>
          </p:cNvPr>
          <p:cNvCxnSpPr>
            <a:cxnSpLocks/>
          </p:cNvCxnSpPr>
          <p:nvPr/>
        </p:nvCxnSpPr>
        <p:spPr>
          <a:xfrm>
            <a:off x="34848920" y="11071739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8857C0A4-6430-C235-D96B-C0DE3820771A}"/>
              </a:ext>
            </a:extLst>
          </p:cNvPr>
          <p:cNvCxnSpPr>
            <a:cxnSpLocks/>
            <a:stCxn id="249" idx="0"/>
          </p:cNvCxnSpPr>
          <p:nvPr/>
        </p:nvCxnSpPr>
        <p:spPr>
          <a:xfrm flipH="1" flipV="1">
            <a:off x="32484116" y="11071750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Oval 253">
            <a:extLst>
              <a:ext uri="{FF2B5EF4-FFF2-40B4-BE49-F238E27FC236}">
                <a16:creationId xmlns:a16="http://schemas.microsoft.com/office/drawing/2014/main" id="{9B9434D8-1EE7-8E08-9671-49095A94AF0F}"/>
              </a:ext>
            </a:extLst>
          </p:cNvPr>
          <p:cNvSpPr/>
          <p:nvPr/>
        </p:nvSpPr>
        <p:spPr>
          <a:xfrm>
            <a:off x="35849369" y="10916955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138BD3E6-FE51-3E67-4710-8B42747499B9}"/>
              </a:ext>
            </a:extLst>
          </p:cNvPr>
          <p:cNvSpPr/>
          <p:nvPr/>
        </p:nvSpPr>
        <p:spPr>
          <a:xfrm>
            <a:off x="32118061" y="10916955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C1724B39-B735-0D49-E3D0-81F8C6BF8F17}"/>
              </a:ext>
            </a:extLst>
          </p:cNvPr>
          <p:cNvSpPr/>
          <p:nvPr/>
        </p:nvSpPr>
        <p:spPr>
          <a:xfrm>
            <a:off x="31275691" y="10549498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8562B3F2-9AC5-C9BD-292B-3D3430AADFFF}"/>
              </a:ext>
            </a:extLst>
          </p:cNvPr>
          <p:cNvSpPr/>
          <p:nvPr/>
        </p:nvSpPr>
        <p:spPr>
          <a:xfrm>
            <a:off x="33780900" y="10348462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90F37305-2B9C-90A6-032C-A4B409220866}"/>
              </a:ext>
            </a:extLst>
          </p:cNvPr>
          <p:cNvCxnSpPr>
            <a:cxnSpLocks/>
          </p:cNvCxnSpPr>
          <p:nvPr/>
        </p:nvCxnSpPr>
        <p:spPr>
          <a:xfrm>
            <a:off x="38082159" y="7273659"/>
            <a:ext cx="68005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9" name="Rectangle 258">
            <a:extLst>
              <a:ext uri="{FF2B5EF4-FFF2-40B4-BE49-F238E27FC236}">
                <a16:creationId xmlns:a16="http://schemas.microsoft.com/office/drawing/2014/main" id="{CCE06B3C-D811-27C5-2D5C-B6D59E1C7236}"/>
              </a:ext>
            </a:extLst>
          </p:cNvPr>
          <p:cNvSpPr/>
          <p:nvPr/>
        </p:nvSpPr>
        <p:spPr>
          <a:xfrm>
            <a:off x="41782987" y="6317398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6297FA99-FEE3-A979-EB86-E99E6E6F27F5}"/>
              </a:ext>
            </a:extLst>
          </p:cNvPr>
          <p:cNvSpPr/>
          <p:nvPr/>
        </p:nvSpPr>
        <p:spPr>
          <a:xfrm>
            <a:off x="43951070" y="7093184"/>
            <a:ext cx="168298" cy="168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A56B9055-B817-E7E4-FB4B-8128B3F214DA}"/>
              </a:ext>
            </a:extLst>
          </p:cNvPr>
          <p:cNvSpPr/>
          <p:nvPr/>
        </p:nvSpPr>
        <p:spPr>
          <a:xfrm>
            <a:off x="38139748" y="6795141"/>
            <a:ext cx="464094" cy="4640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D9811C96-9332-AEE1-C275-D3AA6DF38A43}"/>
              </a:ext>
            </a:extLst>
          </p:cNvPr>
          <p:cNvSpPr/>
          <p:nvPr/>
        </p:nvSpPr>
        <p:spPr>
          <a:xfrm>
            <a:off x="43850876" y="6901824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A192415F-9450-5649-83E7-E04A66072051}"/>
              </a:ext>
            </a:extLst>
          </p:cNvPr>
          <p:cNvCxnSpPr>
            <a:cxnSpLocks/>
          </p:cNvCxnSpPr>
          <p:nvPr/>
        </p:nvCxnSpPr>
        <p:spPr>
          <a:xfrm flipV="1">
            <a:off x="44019173" y="6905800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ED1DAB49-B56B-41BD-C377-05FE79054FD9}"/>
              </a:ext>
            </a:extLst>
          </p:cNvPr>
          <p:cNvCxnSpPr>
            <a:cxnSpLocks/>
          </p:cNvCxnSpPr>
          <p:nvPr/>
        </p:nvCxnSpPr>
        <p:spPr>
          <a:xfrm flipH="1" flipV="1">
            <a:off x="43860838" y="7005839"/>
            <a:ext cx="136338" cy="10605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2863C08E-EE7A-BC52-95DD-7691A60232A9}"/>
              </a:ext>
            </a:extLst>
          </p:cNvPr>
          <p:cNvCxnSpPr>
            <a:cxnSpLocks/>
          </p:cNvCxnSpPr>
          <p:nvPr/>
        </p:nvCxnSpPr>
        <p:spPr>
          <a:xfrm flipV="1">
            <a:off x="44093298" y="6955987"/>
            <a:ext cx="61146" cy="16799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Oval 265">
            <a:extLst>
              <a:ext uri="{FF2B5EF4-FFF2-40B4-BE49-F238E27FC236}">
                <a16:creationId xmlns:a16="http://schemas.microsoft.com/office/drawing/2014/main" id="{E66C2745-9C67-C695-8DA5-5C9D1438D50B}"/>
              </a:ext>
            </a:extLst>
          </p:cNvPr>
          <p:cNvSpPr/>
          <p:nvPr/>
        </p:nvSpPr>
        <p:spPr>
          <a:xfrm>
            <a:off x="38001846" y="6534361"/>
            <a:ext cx="739298" cy="73929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06FD384C-A4B7-377F-04B8-13F07267156D}"/>
              </a:ext>
            </a:extLst>
          </p:cNvPr>
          <p:cNvCxnSpPr>
            <a:cxnSpLocks/>
          </p:cNvCxnSpPr>
          <p:nvPr/>
        </p:nvCxnSpPr>
        <p:spPr>
          <a:xfrm flipH="1" flipV="1">
            <a:off x="38355592" y="6550262"/>
            <a:ext cx="4420" cy="233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4FD8F079-5CAC-7E0F-96F7-234BAE5F9580}"/>
              </a:ext>
            </a:extLst>
          </p:cNvPr>
          <p:cNvCxnSpPr>
            <a:cxnSpLocks/>
          </p:cNvCxnSpPr>
          <p:nvPr/>
        </p:nvCxnSpPr>
        <p:spPr>
          <a:xfrm flipV="1">
            <a:off x="38531420" y="6707402"/>
            <a:ext cx="148838" cy="13065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22698A5E-E3A3-B3B8-D015-8AE9189A168E}"/>
              </a:ext>
            </a:extLst>
          </p:cNvPr>
          <p:cNvCxnSpPr>
            <a:cxnSpLocks/>
          </p:cNvCxnSpPr>
          <p:nvPr/>
        </p:nvCxnSpPr>
        <p:spPr>
          <a:xfrm flipH="1" flipV="1">
            <a:off x="38062472" y="6718750"/>
            <a:ext cx="154518" cy="12388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8BBFB02A-8D4F-605A-CA07-4B75508FCB17}"/>
              </a:ext>
            </a:extLst>
          </p:cNvPr>
          <p:cNvCxnSpPr>
            <a:cxnSpLocks/>
          </p:cNvCxnSpPr>
          <p:nvPr/>
        </p:nvCxnSpPr>
        <p:spPr>
          <a:xfrm>
            <a:off x="38025330" y="9075116"/>
            <a:ext cx="68535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1" name="Rectangle 270">
            <a:extLst>
              <a:ext uri="{FF2B5EF4-FFF2-40B4-BE49-F238E27FC236}">
                <a16:creationId xmlns:a16="http://schemas.microsoft.com/office/drawing/2014/main" id="{620AB40F-BA45-8398-A317-35E1AC3E67EB}"/>
              </a:ext>
            </a:extLst>
          </p:cNvPr>
          <p:cNvSpPr/>
          <p:nvPr/>
        </p:nvSpPr>
        <p:spPr>
          <a:xfrm>
            <a:off x="41779180" y="8118856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Freeform: Shape 271">
            <a:extLst>
              <a:ext uri="{FF2B5EF4-FFF2-40B4-BE49-F238E27FC236}">
                <a16:creationId xmlns:a16="http://schemas.microsoft.com/office/drawing/2014/main" id="{0F08FA08-D880-E714-CF4B-940024D9A46B}"/>
              </a:ext>
            </a:extLst>
          </p:cNvPr>
          <p:cNvSpPr/>
          <p:nvPr/>
        </p:nvSpPr>
        <p:spPr>
          <a:xfrm>
            <a:off x="41059663" y="7888271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441C8F37-F111-7474-EB28-0FBC4915FDD5}"/>
              </a:ext>
            </a:extLst>
          </p:cNvPr>
          <p:cNvCxnSpPr>
            <a:cxnSpLocks/>
          </p:cNvCxnSpPr>
          <p:nvPr/>
        </p:nvCxnSpPr>
        <p:spPr>
          <a:xfrm>
            <a:off x="42846620" y="8858066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920B3C0F-DD1F-9693-B01A-EBC589CB516F}"/>
              </a:ext>
            </a:extLst>
          </p:cNvPr>
          <p:cNvCxnSpPr>
            <a:cxnSpLocks/>
            <a:stCxn id="272" idx="0"/>
          </p:cNvCxnSpPr>
          <p:nvPr/>
        </p:nvCxnSpPr>
        <p:spPr>
          <a:xfrm flipH="1" flipV="1">
            <a:off x="40481816" y="8858077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Oval 274">
            <a:extLst>
              <a:ext uri="{FF2B5EF4-FFF2-40B4-BE49-F238E27FC236}">
                <a16:creationId xmlns:a16="http://schemas.microsoft.com/office/drawing/2014/main" id="{2505E572-A8AC-4347-71D3-BD2E53AC2D96}"/>
              </a:ext>
            </a:extLst>
          </p:cNvPr>
          <p:cNvSpPr/>
          <p:nvPr/>
        </p:nvSpPr>
        <p:spPr>
          <a:xfrm>
            <a:off x="43847069" y="8703289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B4E53940-ED22-0342-2EFA-27AE3ECCE744}"/>
              </a:ext>
            </a:extLst>
          </p:cNvPr>
          <p:cNvSpPr/>
          <p:nvPr/>
        </p:nvSpPr>
        <p:spPr>
          <a:xfrm>
            <a:off x="40115761" y="8703282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BCC8FAD2-E329-36DF-9209-44EDB7D0A320}"/>
              </a:ext>
            </a:extLst>
          </p:cNvPr>
          <p:cNvSpPr/>
          <p:nvPr/>
        </p:nvSpPr>
        <p:spPr>
          <a:xfrm>
            <a:off x="38058199" y="8335825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912D2320-AADB-2E0D-2761-E745D9E8F17B}"/>
              </a:ext>
            </a:extLst>
          </p:cNvPr>
          <p:cNvSpPr/>
          <p:nvPr/>
        </p:nvSpPr>
        <p:spPr>
          <a:xfrm>
            <a:off x="38014786" y="8657428"/>
            <a:ext cx="2858698" cy="40198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E3B42647-D5CA-9CC9-A69C-D047C1711FEE}"/>
              </a:ext>
            </a:extLst>
          </p:cNvPr>
          <p:cNvCxnSpPr>
            <a:cxnSpLocks/>
          </p:cNvCxnSpPr>
          <p:nvPr/>
        </p:nvCxnSpPr>
        <p:spPr>
          <a:xfrm>
            <a:off x="37864912" y="11334649"/>
            <a:ext cx="68535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5" name="Oval 294">
            <a:extLst>
              <a:ext uri="{FF2B5EF4-FFF2-40B4-BE49-F238E27FC236}">
                <a16:creationId xmlns:a16="http://schemas.microsoft.com/office/drawing/2014/main" id="{BC1FC30B-36BB-A012-0A20-A33557C4B10A}"/>
              </a:ext>
            </a:extLst>
          </p:cNvPr>
          <p:cNvSpPr/>
          <p:nvPr/>
        </p:nvSpPr>
        <p:spPr>
          <a:xfrm>
            <a:off x="43686651" y="10962814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90F1128F-DDE0-F903-C5F4-04B7326BE60E}"/>
              </a:ext>
            </a:extLst>
          </p:cNvPr>
          <p:cNvSpPr/>
          <p:nvPr/>
        </p:nvSpPr>
        <p:spPr>
          <a:xfrm>
            <a:off x="38692026" y="10962814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3457C597-B67E-C670-BAA9-6D1901474BA9}"/>
              </a:ext>
            </a:extLst>
          </p:cNvPr>
          <p:cNvSpPr/>
          <p:nvPr/>
        </p:nvSpPr>
        <p:spPr>
          <a:xfrm>
            <a:off x="37897774" y="10595358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63C36323-E46F-DF03-0C01-6E42DEE546D2}"/>
              </a:ext>
            </a:extLst>
          </p:cNvPr>
          <p:cNvCxnSpPr>
            <a:cxnSpLocks/>
          </p:cNvCxnSpPr>
          <p:nvPr/>
        </p:nvCxnSpPr>
        <p:spPr>
          <a:xfrm flipH="1">
            <a:off x="39200219" y="11110958"/>
            <a:ext cx="4211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E795A84-84A9-2DC5-DC3B-7B8AAB0A0DDE}"/>
              </a:ext>
            </a:extLst>
          </p:cNvPr>
          <p:cNvCxnSpPr>
            <a:cxnSpLocks/>
          </p:cNvCxnSpPr>
          <p:nvPr/>
        </p:nvCxnSpPr>
        <p:spPr>
          <a:xfrm>
            <a:off x="37808073" y="13189613"/>
            <a:ext cx="68535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2" name="Oval 301">
            <a:extLst>
              <a:ext uri="{FF2B5EF4-FFF2-40B4-BE49-F238E27FC236}">
                <a16:creationId xmlns:a16="http://schemas.microsoft.com/office/drawing/2014/main" id="{3439BCE3-6B2B-156C-9EF7-9F8971FBD5E2}"/>
              </a:ext>
            </a:extLst>
          </p:cNvPr>
          <p:cNvSpPr/>
          <p:nvPr/>
        </p:nvSpPr>
        <p:spPr>
          <a:xfrm>
            <a:off x="43629812" y="12817785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576248D3-95DF-12EA-1C0D-620F4B99CEF0}"/>
              </a:ext>
            </a:extLst>
          </p:cNvPr>
          <p:cNvSpPr/>
          <p:nvPr/>
        </p:nvSpPr>
        <p:spPr>
          <a:xfrm>
            <a:off x="40175234" y="12817785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494EA55B-E5CD-5366-7690-0661D802983B}"/>
              </a:ext>
            </a:extLst>
          </p:cNvPr>
          <p:cNvSpPr/>
          <p:nvPr/>
        </p:nvSpPr>
        <p:spPr>
          <a:xfrm>
            <a:off x="37840942" y="12450322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D45B5769-39B9-6AC9-5A4E-A37CD3B8A55D}"/>
              </a:ext>
            </a:extLst>
          </p:cNvPr>
          <p:cNvCxnSpPr>
            <a:cxnSpLocks/>
          </p:cNvCxnSpPr>
          <p:nvPr/>
        </p:nvCxnSpPr>
        <p:spPr>
          <a:xfrm flipH="1">
            <a:off x="40608804" y="12965922"/>
            <a:ext cx="27465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7" name="TextBox 306">
            <a:extLst>
              <a:ext uri="{FF2B5EF4-FFF2-40B4-BE49-F238E27FC236}">
                <a16:creationId xmlns:a16="http://schemas.microsoft.com/office/drawing/2014/main" id="{F4C2BA63-9D74-C9AD-2F67-82F71AF7D124}"/>
              </a:ext>
            </a:extLst>
          </p:cNvPr>
          <p:cNvSpPr txBox="1"/>
          <p:nvPr/>
        </p:nvSpPr>
        <p:spPr>
          <a:xfrm>
            <a:off x="37502544" y="4026472"/>
            <a:ext cx="55162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Inferring Goals Condition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35A881EA-DA28-9FC6-5DDF-0E07339DCCCF}"/>
              </a:ext>
            </a:extLst>
          </p:cNvPr>
          <p:cNvSpPr txBox="1"/>
          <p:nvPr/>
        </p:nvSpPr>
        <p:spPr>
          <a:xfrm>
            <a:off x="30666225" y="2633733"/>
            <a:ext cx="1301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Finding 3: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Inferences about Actions, Goals, and Constraints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44A9D0-D00F-E270-C11A-650CF4896FCA}"/>
              </a:ext>
            </a:extLst>
          </p:cNvPr>
          <p:cNvCxnSpPr>
            <a:cxnSpLocks/>
          </p:cNvCxnSpPr>
          <p:nvPr/>
        </p:nvCxnSpPr>
        <p:spPr>
          <a:xfrm>
            <a:off x="10252742" y="13222873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D4EE539-791C-D9A3-7F05-6678F5CEE265}"/>
              </a:ext>
            </a:extLst>
          </p:cNvPr>
          <p:cNvSpPr/>
          <p:nvPr/>
        </p:nvSpPr>
        <p:spPr>
          <a:xfrm>
            <a:off x="12035214" y="12036028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F6D979-A454-7557-0B2F-929846B8246D}"/>
              </a:ext>
            </a:extLst>
          </p:cNvPr>
          <p:cNvCxnSpPr>
            <a:cxnSpLocks/>
          </p:cNvCxnSpPr>
          <p:nvPr/>
        </p:nvCxnSpPr>
        <p:spPr>
          <a:xfrm>
            <a:off x="13822171" y="13005822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CE078D5-C7DB-835C-2855-0D7A03EC21C2}"/>
              </a:ext>
            </a:extLst>
          </p:cNvPr>
          <p:cNvCxnSpPr>
            <a:cxnSpLocks/>
          </p:cNvCxnSpPr>
          <p:nvPr/>
        </p:nvCxnSpPr>
        <p:spPr>
          <a:xfrm>
            <a:off x="14121048" y="12910664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BE85925-24A2-7F42-0803-1AB3964F92F5}"/>
              </a:ext>
            </a:extLst>
          </p:cNvPr>
          <p:cNvCxnSpPr>
            <a:cxnSpLocks/>
          </p:cNvCxnSpPr>
          <p:nvPr/>
        </p:nvCxnSpPr>
        <p:spPr>
          <a:xfrm rot="10800000">
            <a:off x="14121048" y="13087668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32304DE-26C6-D9E9-9682-984BE5E4F897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11457366" y="13005834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C7743314-3EAA-5EC6-DC1A-2A9F1455F277}"/>
              </a:ext>
            </a:extLst>
          </p:cNvPr>
          <p:cNvSpPr/>
          <p:nvPr/>
        </p:nvSpPr>
        <p:spPr>
          <a:xfrm>
            <a:off x="14822619" y="12851039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B728E5-C05A-234B-9D0A-B618FBA2027E}"/>
              </a:ext>
            </a:extLst>
          </p:cNvPr>
          <p:cNvSpPr/>
          <p:nvPr/>
        </p:nvSpPr>
        <p:spPr>
          <a:xfrm>
            <a:off x="11091312" y="12851039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0C05822-4B00-139B-C8A3-1A18E1DD4129}"/>
              </a:ext>
            </a:extLst>
          </p:cNvPr>
          <p:cNvSpPr/>
          <p:nvPr/>
        </p:nvSpPr>
        <p:spPr>
          <a:xfrm>
            <a:off x="10248941" y="12483575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F7389B9-2586-7950-DA09-4EA5B84DB90A}"/>
              </a:ext>
            </a:extLst>
          </p:cNvPr>
          <p:cNvCxnSpPr>
            <a:cxnSpLocks/>
          </p:cNvCxnSpPr>
          <p:nvPr/>
        </p:nvCxnSpPr>
        <p:spPr>
          <a:xfrm>
            <a:off x="10252742" y="11232704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2B4BCAC7-CE56-DD44-3905-FDB192A34BA9}"/>
              </a:ext>
            </a:extLst>
          </p:cNvPr>
          <p:cNvSpPr/>
          <p:nvPr/>
        </p:nvSpPr>
        <p:spPr>
          <a:xfrm>
            <a:off x="14822619" y="10860870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77BE6D5-F2D9-82E6-0132-B3FC30E3E792}"/>
              </a:ext>
            </a:extLst>
          </p:cNvPr>
          <p:cNvSpPr/>
          <p:nvPr/>
        </p:nvSpPr>
        <p:spPr>
          <a:xfrm>
            <a:off x="11091312" y="10860870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FCAD81B-5EE2-4971-D210-270EF99C97CC}"/>
              </a:ext>
            </a:extLst>
          </p:cNvPr>
          <p:cNvSpPr/>
          <p:nvPr/>
        </p:nvSpPr>
        <p:spPr>
          <a:xfrm>
            <a:off x="10248941" y="10493413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BAD185A-022A-2098-496D-607E418914E1}"/>
              </a:ext>
            </a:extLst>
          </p:cNvPr>
          <p:cNvCxnSpPr>
            <a:cxnSpLocks/>
          </p:cNvCxnSpPr>
          <p:nvPr/>
        </p:nvCxnSpPr>
        <p:spPr>
          <a:xfrm flipH="1">
            <a:off x="11569983" y="11038707"/>
            <a:ext cx="3143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C93F0A8-0F71-9E5A-41F4-7B7542780201}"/>
              </a:ext>
            </a:extLst>
          </p:cNvPr>
          <p:cNvCxnSpPr>
            <a:cxnSpLocks/>
          </p:cNvCxnSpPr>
          <p:nvPr/>
        </p:nvCxnSpPr>
        <p:spPr>
          <a:xfrm>
            <a:off x="23129502" y="13529144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FFC3EBE7-617F-A55B-3D97-A840356F6FB9}"/>
              </a:ext>
            </a:extLst>
          </p:cNvPr>
          <p:cNvSpPr/>
          <p:nvPr/>
        </p:nvSpPr>
        <p:spPr>
          <a:xfrm>
            <a:off x="24911974" y="12342299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0F21445-C99B-FBD0-5073-57297C9D415E}"/>
              </a:ext>
            </a:extLst>
          </p:cNvPr>
          <p:cNvCxnSpPr>
            <a:cxnSpLocks/>
          </p:cNvCxnSpPr>
          <p:nvPr/>
        </p:nvCxnSpPr>
        <p:spPr>
          <a:xfrm>
            <a:off x="26698931" y="13312093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8B26A69-7CF1-A8A6-8B0A-A5FB35DEFE95}"/>
              </a:ext>
            </a:extLst>
          </p:cNvPr>
          <p:cNvCxnSpPr>
            <a:cxnSpLocks/>
          </p:cNvCxnSpPr>
          <p:nvPr/>
        </p:nvCxnSpPr>
        <p:spPr>
          <a:xfrm>
            <a:off x="26997808" y="13216935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30D49CA-1857-38A4-768D-E9D4F427F981}"/>
              </a:ext>
            </a:extLst>
          </p:cNvPr>
          <p:cNvCxnSpPr>
            <a:cxnSpLocks/>
          </p:cNvCxnSpPr>
          <p:nvPr/>
        </p:nvCxnSpPr>
        <p:spPr>
          <a:xfrm rot="10800000">
            <a:off x="26997808" y="13393939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B1D4C6E-8279-CBBA-BAE9-5970E89D0F32}"/>
              </a:ext>
            </a:extLst>
          </p:cNvPr>
          <p:cNvCxnSpPr>
            <a:cxnSpLocks/>
            <a:stCxn id="44" idx="0"/>
          </p:cNvCxnSpPr>
          <p:nvPr/>
        </p:nvCxnSpPr>
        <p:spPr>
          <a:xfrm flipH="1" flipV="1">
            <a:off x="24334126" y="13312105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18327FA2-3BD8-74EC-B5AF-20FB33E60511}"/>
              </a:ext>
            </a:extLst>
          </p:cNvPr>
          <p:cNvSpPr/>
          <p:nvPr/>
        </p:nvSpPr>
        <p:spPr>
          <a:xfrm>
            <a:off x="27699379" y="13157310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743D919-04E9-5330-03CD-DC3503D880BE}"/>
              </a:ext>
            </a:extLst>
          </p:cNvPr>
          <p:cNvSpPr/>
          <p:nvPr/>
        </p:nvSpPr>
        <p:spPr>
          <a:xfrm>
            <a:off x="23968072" y="13157310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C0FF892-8DA4-A2B9-DC70-2084B0889BCD}"/>
              </a:ext>
            </a:extLst>
          </p:cNvPr>
          <p:cNvSpPr/>
          <p:nvPr/>
        </p:nvSpPr>
        <p:spPr>
          <a:xfrm>
            <a:off x="23125701" y="12789846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1FF92D5-0F37-DC3A-60C4-0FE68B6A805D}"/>
              </a:ext>
            </a:extLst>
          </p:cNvPr>
          <p:cNvCxnSpPr>
            <a:cxnSpLocks/>
          </p:cNvCxnSpPr>
          <p:nvPr/>
        </p:nvCxnSpPr>
        <p:spPr>
          <a:xfrm>
            <a:off x="23129502" y="11538975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3FBB19C1-211B-B6E9-29DB-2E1936F06EAA}"/>
              </a:ext>
            </a:extLst>
          </p:cNvPr>
          <p:cNvSpPr/>
          <p:nvPr/>
        </p:nvSpPr>
        <p:spPr>
          <a:xfrm>
            <a:off x="27699379" y="11167141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86187C3-AA12-3BB6-4BA0-ED223E388816}"/>
              </a:ext>
            </a:extLst>
          </p:cNvPr>
          <p:cNvSpPr/>
          <p:nvPr/>
        </p:nvSpPr>
        <p:spPr>
          <a:xfrm>
            <a:off x="23968072" y="11167141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4973FD4-C309-5D1A-C781-F28B42A90402}"/>
              </a:ext>
            </a:extLst>
          </p:cNvPr>
          <p:cNvSpPr/>
          <p:nvPr/>
        </p:nvSpPr>
        <p:spPr>
          <a:xfrm>
            <a:off x="23125701" y="10799684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CA6593B-4C4D-15E4-8901-5543CCBC9576}"/>
              </a:ext>
            </a:extLst>
          </p:cNvPr>
          <p:cNvCxnSpPr>
            <a:cxnSpLocks/>
          </p:cNvCxnSpPr>
          <p:nvPr/>
        </p:nvCxnSpPr>
        <p:spPr>
          <a:xfrm flipH="1">
            <a:off x="24446743" y="11344978"/>
            <a:ext cx="3143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9" name="Picture 148">
            <a:extLst>
              <a:ext uri="{FF2B5EF4-FFF2-40B4-BE49-F238E27FC236}">
                <a16:creationId xmlns:a16="http://schemas.microsoft.com/office/drawing/2014/main" id="{1CBC79A5-101E-CFC8-3AAD-2309ECCCD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514" y="14276367"/>
            <a:ext cx="5316905" cy="5316905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9B991F9A-8CF1-8B64-DA7E-4100A73B43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8842" y="14206375"/>
            <a:ext cx="5349427" cy="5349427"/>
          </a:xfrm>
          <a:prstGeom prst="rect">
            <a:avLst/>
          </a:prstGeom>
        </p:spPr>
      </p:pic>
      <p:pic>
        <p:nvPicPr>
          <p:cNvPr id="173" name="Picture 172">
            <a:extLst>
              <a:ext uri="{FF2B5EF4-FFF2-40B4-BE49-F238E27FC236}">
                <a16:creationId xmlns:a16="http://schemas.microsoft.com/office/drawing/2014/main" id="{39D65ADB-25DE-1627-F364-FD40D0AA80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6129" y="14289329"/>
            <a:ext cx="5316905" cy="5316905"/>
          </a:xfrm>
          <a:prstGeom prst="rect">
            <a:avLst/>
          </a:prstGeom>
        </p:spPr>
      </p:pic>
      <p:pic>
        <p:nvPicPr>
          <p:cNvPr id="180" name="Picture 179">
            <a:extLst>
              <a:ext uri="{FF2B5EF4-FFF2-40B4-BE49-F238E27FC236}">
                <a16:creationId xmlns:a16="http://schemas.microsoft.com/office/drawing/2014/main" id="{793D0809-9688-A482-031C-72E4FAEA32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7457" y="14219337"/>
            <a:ext cx="5349427" cy="5349427"/>
          </a:xfrm>
          <a:prstGeom prst="rect">
            <a:avLst/>
          </a:prstGeom>
        </p:spPr>
      </p:pic>
      <p:pic>
        <p:nvPicPr>
          <p:cNvPr id="182" name="Picture 181">
            <a:extLst>
              <a:ext uri="{FF2B5EF4-FFF2-40B4-BE49-F238E27FC236}">
                <a16:creationId xmlns:a16="http://schemas.microsoft.com/office/drawing/2014/main" id="{68EC5DA2-9E21-079A-1DD3-09890D505E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6915" y="14074958"/>
            <a:ext cx="5349247" cy="5349247"/>
          </a:xfrm>
          <a:prstGeom prst="rect">
            <a:avLst/>
          </a:prstGeom>
        </p:spPr>
      </p:pic>
      <p:pic>
        <p:nvPicPr>
          <p:cNvPr id="184" name="Picture 183">
            <a:extLst>
              <a:ext uri="{FF2B5EF4-FFF2-40B4-BE49-F238E27FC236}">
                <a16:creationId xmlns:a16="http://schemas.microsoft.com/office/drawing/2014/main" id="{B2099857-793B-29B3-C8B6-4A8F5C91F2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52184" y="14056110"/>
            <a:ext cx="5309427" cy="530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103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84237-AA0E-04D4-2D58-51DD934E1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Rectangle 1215">
            <a:extLst>
              <a:ext uri="{FF2B5EF4-FFF2-40B4-BE49-F238E27FC236}">
                <a16:creationId xmlns:a16="http://schemas.microsoft.com/office/drawing/2014/main" id="{FE33919C-DA2F-C182-D1B1-412A99642965}"/>
              </a:ext>
            </a:extLst>
          </p:cNvPr>
          <p:cNvSpPr/>
          <p:nvPr/>
        </p:nvSpPr>
        <p:spPr>
          <a:xfrm>
            <a:off x="42137002" y="4895775"/>
            <a:ext cx="7938917" cy="10205209"/>
          </a:xfrm>
          <a:prstGeom prst="rect">
            <a:avLst/>
          </a:prstGeom>
          <a:solidFill>
            <a:srgbClr val="F4E6F4"/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8" name="Rectangle 1217">
            <a:extLst>
              <a:ext uri="{FF2B5EF4-FFF2-40B4-BE49-F238E27FC236}">
                <a16:creationId xmlns:a16="http://schemas.microsoft.com/office/drawing/2014/main" id="{AE21A0C6-C011-26B8-7FB3-D5199BA535D9}"/>
              </a:ext>
            </a:extLst>
          </p:cNvPr>
          <p:cNvSpPr/>
          <p:nvPr/>
        </p:nvSpPr>
        <p:spPr>
          <a:xfrm>
            <a:off x="34212201" y="4895773"/>
            <a:ext cx="7938917" cy="10205209"/>
          </a:xfrm>
          <a:prstGeom prst="rect">
            <a:avLst/>
          </a:prstGeom>
          <a:solidFill>
            <a:srgbClr val="F1F5F8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0" name="Rectangle 1219">
            <a:extLst>
              <a:ext uri="{FF2B5EF4-FFF2-40B4-BE49-F238E27FC236}">
                <a16:creationId xmlns:a16="http://schemas.microsoft.com/office/drawing/2014/main" id="{45DEE4CC-53C8-1251-517B-1CBF698F95B4}"/>
              </a:ext>
            </a:extLst>
          </p:cNvPr>
          <p:cNvSpPr/>
          <p:nvPr/>
        </p:nvSpPr>
        <p:spPr>
          <a:xfrm>
            <a:off x="26873016" y="4895771"/>
            <a:ext cx="7365600" cy="10205209"/>
          </a:xfrm>
          <a:prstGeom prst="rect">
            <a:avLst/>
          </a:prstGeom>
          <a:solidFill>
            <a:srgbClr val="F4F8F5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4" name="Rectangle 1193">
            <a:extLst>
              <a:ext uri="{FF2B5EF4-FFF2-40B4-BE49-F238E27FC236}">
                <a16:creationId xmlns:a16="http://schemas.microsoft.com/office/drawing/2014/main" id="{14E196CF-E7B0-05B5-542E-AFB6EBC411BB}"/>
              </a:ext>
            </a:extLst>
          </p:cNvPr>
          <p:cNvSpPr/>
          <p:nvPr/>
        </p:nvSpPr>
        <p:spPr>
          <a:xfrm>
            <a:off x="15539001" y="4893291"/>
            <a:ext cx="7938917" cy="10205209"/>
          </a:xfrm>
          <a:prstGeom prst="rect">
            <a:avLst/>
          </a:prstGeom>
          <a:solidFill>
            <a:srgbClr val="F4E6F4"/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6" name="Rectangle 1195">
            <a:extLst>
              <a:ext uri="{FF2B5EF4-FFF2-40B4-BE49-F238E27FC236}">
                <a16:creationId xmlns:a16="http://schemas.microsoft.com/office/drawing/2014/main" id="{89198F9A-99CD-5DCB-91CC-4B84E9C8F399}"/>
              </a:ext>
            </a:extLst>
          </p:cNvPr>
          <p:cNvSpPr/>
          <p:nvPr/>
        </p:nvSpPr>
        <p:spPr>
          <a:xfrm>
            <a:off x="7614200" y="4893289"/>
            <a:ext cx="7938917" cy="10205209"/>
          </a:xfrm>
          <a:prstGeom prst="rect">
            <a:avLst/>
          </a:prstGeom>
          <a:solidFill>
            <a:srgbClr val="F1F5F8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8" name="Rectangle 1197">
            <a:extLst>
              <a:ext uri="{FF2B5EF4-FFF2-40B4-BE49-F238E27FC236}">
                <a16:creationId xmlns:a16="http://schemas.microsoft.com/office/drawing/2014/main" id="{DEE85C90-3E51-FBD3-14EF-5F58F282A8E0}"/>
              </a:ext>
            </a:extLst>
          </p:cNvPr>
          <p:cNvSpPr/>
          <p:nvPr/>
        </p:nvSpPr>
        <p:spPr>
          <a:xfrm>
            <a:off x="275015" y="4893287"/>
            <a:ext cx="7365600" cy="10205209"/>
          </a:xfrm>
          <a:prstGeom prst="rect">
            <a:avLst/>
          </a:prstGeom>
          <a:solidFill>
            <a:srgbClr val="F4F8F5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C38FF22-DEFF-E6A7-B183-1FE561AA8E41}"/>
              </a:ext>
            </a:extLst>
          </p:cNvPr>
          <p:cNvCxnSpPr>
            <a:cxnSpLocks/>
          </p:cNvCxnSpPr>
          <p:nvPr/>
        </p:nvCxnSpPr>
        <p:spPr>
          <a:xfrm>
            <a:off x="1437464" y="7393150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93BA096D-ADCD-B9E4-7E78-5E6D6F898859}"/>
              </a:ext>
            </a:extLst>
          </p:cNvPr>
          <p:cNvSpPr/>
          <p:nvPr/>
        </p:nvSpPr>
        <p:spPr>
          <a:xfrm>
            <a:off x="3939446" y="5963522"/>
            <a:ext cx="355687" cy="14137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2C7E468-4221-34BC-2D5A-AAF23BF31B1C}"/>
              </a:ext>
            </a:extLst>
          </p:cNvPr>
          <p:cNvCxnSpPr>
            <a:cxnSpLocks/>
          </p:cNvCxnSpPr>
          <p:nvPr/>
        </p:nvCxnSpPr>
        <p:spPr>
          <a:xfrm>
            <a:off x="5301978" y="7176100"/>
            <a:ext cx="608106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2C943673-EFF6-04F4-BBDD-D682174DA31A}"/>
              </a:ext>
            </a:extLst>
          </p:cNvPr>
          <p:cNvSpPr/>
          <p:nvPr/>
        </p:nvSpPr>
        <p:spPr>
          <a:xfrm>
            <a:off x="6107535" y="7212689"/>
            <a:ext cx="168298" cy="168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BFEC608-EDDB-2542-30AB-470CE879B4FB}"/>
              </a:ext>
            </a:extLst>
          </p:cNvPr>
          <p:cNvSpPr/>
          <p:nvPr/>
        </p:nvSpPr>
        <p:spPr>
          <a:xfrm>
            <a:off x="1571558" y="6914626"/>
            <a:ext cx="464094" cy="4640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3DFD3A9-5461-B86D-62A7-4B392A338F18}"/>
              </a:ext>
            </a:extLst>
          </p:cNvPr>
          <p:cNvSpPr/>
          <p:nvPr/>
        </p:nvSpPr>
        <p:spPr>
          <a:xfrm>
            <a:off x="6007341" y="7021323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30038A7-D5ED-E018-03E9-D615CD042C06}"/>
              </a:ext>
            </a:extLst>
          </p:cNvPr>
          <p:cNvCxnSpPr>
            <a:cxnSpLocks/>
          </p:cNvCxnSpPr>
          <p:nvPr/>
        </p:nvCxnSpPr>
        <p:spPr>
          <a:xfrm flipV="1">
            <a:off x="6175638" y="7025291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10E10B8-401B-39AC-53D9-BB0B3A3E2B45}"/>
              </a:ext>
            </a:extLst>
          </p:cNvPr>
          <p:cNvCxnSpPr>
            <a:cxnSpLocks/>
          </p:cNvCxnSpPr>
          <p:nvPr/>
        </p:nvCxnSpPr>
        <p:spPr>
          <a:xfrm rot="-1200000" flipH="1" flipV="1">
            <a:off x="6039554" y="7105207"/>
            <a:ext cx="91839" cy="1462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872B6F8-AEE3-1F25-3F4F-F59E27678AF6}"/>
              </a:ext>
            </a:extLst>
          </p:cNvPr>
          <p:cNvCxnSpPr>
            <a:cxnSpLocks/>
          </p:cNvCxnSpPr>
          <p:nvPr/>
        </p:nvCxnSpPr>
        <p:spPr>
          <a:xfrm rot="1200000" flipV="1">
            <a:off x="6280336" y="7070084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BDC13C2D-2D1A-D53B-B1EC-A884C5B18169}"/>
              </a:ext>
            </a:extLst>
          </p:cNvPr>
          <p:cNvSpPr/>
          <p:nvPr/>
        </p:nvSpPr>
        <p:spPr>
          <a:xfrm>
            <a:off x="4819515" y="7021323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5DF2A72F-D9D7-B5BA-3154-31B8C1FEF52F}"/>
              </a:ext>
            </a:extLst>
          </p:cNvPr>
          <p:cNvSpPr/>
          <p:nvPr/>
        </p:nvSpPr>
        <p:spPr>
          <a:xfrm>
            <a:off x="1433662" y="6653859"/>
            <a:ext cx="739298" cy="73929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B41E74B-BF76-037B-925F-61E73092A10F}"/>
              </a:ext>
            </a:extLst>
          </p:cNvPr>
          <p:cNvCxnSpPr>
            <a:cxnSpLocks/>
          </p:cNvCxnSpPr>
          <p:nvPr/>
        </p:nvCxnSpPr>
        <p:spPr>
          <a:xfrm flipH="1" flipV="1">
            <a:off x="1787401" y="6669760"/>
            <a:ext cx="4420" cy="233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A71BE33-A857-0777-A04F-B8654B869A88}"/>
              </a:ext>
            </a:extLst>
          </p:cNvPr>
          <p:cNvCxnSpPr>
            <a:cxnSpLocks/>
          </p:cNvCxnSpPr>
          <p:nvPr/>
        </p:nvCxnSpPr>
        <p:spPr>
          <a:xfrm rot="3000000" flipH="1" flipV="1">
            <a:off x="2035452" y="6793224"/>
            <a:ext cx="4420" cy="1979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0D9B3D5-2456-B135-617B-D7016709CCC4}"/>
              </a:ext>
            </a:extLst>
          </p:cNvPr>
          <p:cNvCxnSpPr>
            <a:cxnSpLocks/>
          </p:cNvCxnSpPr>
          <p:nvPr/>
        </p:nvCxnSpPr>
        <p:spPr>
          <a:xfrm rot="-3000000" flipH="1" flipV="1">
            <a:off x="1569337" y="6801177"/>
            <a:ext cx="4420" cy="1979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7EF5C13-7BCB-E154-F6B8-615693838D0B}"/>
              </a:ext>
            </a:extLst>
          </p:cNvPr>
          <p:cNvCxnSpPr>
            <a:cxnSpLocks/>
          </p:cNvCxnSpPr>
          <p:nvPr/>
        </p:nvCxnSpPr>
        <p:spPr>
          <a:xfrm>
            <a:off x="1433657" y="9194615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1464B02A-BBEC-3C1B-1496-0853CD0E3B99}"/>
              </a:ext>
            </a:extLst>
          </p:cNvPr>
          <p:cNvSpPr/>
          <p:nvPr/>
        </p:nvSpPr>
        <p:spPr>
          <a:xfrm>
            <a:off x="3216128" y="7528355"/>
            <a:ext cx="1786965" cy="1465242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BC494F1-B0F5-DD86-EA77-662B357A0EBC}"/>
              </a:ext>
            </a:extLst>
          </p:cNvPr>
          <p:cNvCxnSpPr>
            <a:cxnSpLocks/>
          </p:cNvCxnSpPr>
          <p:nvPr/>
        </p:nvCxnSpPr>
        <p:spPr>
          <a:xfrm>
            <a:off x="5003085" y="8977564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93F6B6A-9B1F-3347-526C-8082DCF4C5E4}"/>
              </a:ext>
            </a:extLst>
          </p:cNvPr>
          <p:cNvCxnSpPr>
            <a:cxnSpLocks/>
          </p:cNvCxnSpPr>
          <p:nvPr/>
        </p:nvCxnSpPr>
        <p:spPr>
          <a:xfrm>
            <a:off x="5301963" y="8882405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7AB3CB44-795E-595F-BAD3-507DBB43A135}"/>
              </a:ext>
            </a:extLst>
          </p:cNvPr>
          <p:cNvCxnSpPr>
            <a:cxnSpLocks/>
          </p:cNvCxnSpPr>
          <p:nvPr/>
        </p:nvCxnSpPr>
        <p:spPr>
          <a:xfrm rot="10800000">
            <a:off x="5301963" y="9059410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0E40492D-3937-2C47-1D37-017C70BBB264}"/>
              </a:ext>
            </a:extLst>
          </p:cNvPr>
          <p:cNvCxnSpPr>
            <a:cxnSpLocks/>
            <a:stCxn id="101" idx="0"/>
          </p:cNvCxnSpPr>
          <p:nvPr/>
        </p:nvCxnSpPr>
        <p:spPr>
          <a:xfrm flipH="1" flipV="1">
            <a:off x="2638281" y="8977575"/>
            <a:ext cx="577846" cy="160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44963FE2-0DBD-C3A2-634E-BDF238DAA99E}"/>
              </a:ext>
            </a:extLst>
          </p:cNvPr>
          <p:cNvSpPr/>
          <p:nvPr/>
        </p:nvSpPr>
        <p:spPr>
          <a:xfrm>
            <a:off x="6003534" y="8822781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0B85D1E1-F3FD-0A98-69F9-94132A81F9E0}"/>
              </a:ext>
            </a:extLst>
          </p:cNvPr>
          <p:cNvSpPr/>
          <p:nvPr/>
        </p:nvSpPr>
        <p:spPr>
          <a:xfrm>
            <a:off x="4815709" y="8822781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EA386412-3C5B-CC4E-D574-F95F743EB426}"/>
              </a:ext>
            </a:extLst>
          </p:cNvPr>
          <p:cNvSpPr/>
          <p:nvPr/>
        </p:nvSpPr>
        <p:spPr>
          <a:xfrm>
            <a:off x="2272226" y="8822781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0C39C788-A7E8-262B-E870-5E5226B62D6F}"/>
              </a:ext>
            </a:extLst>
          </p:cNvPr>
          <p:cNvSpPr/>
          <p:nvPr/>
        </p:nvSpPr>
        <p:spPr>
          <a:xfrm>
            <a:off x="1429856" y="8455317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E4DDA2-909D-9DA0-D501-CE8556EA1E4B}"/>
              </a:ext>
            </a:extLst>
          </p:cNvPr>
          <p:cNvSpPr/>
          <p:nvPr/>
        </p:nvSpPr>
        <p:spPr>
          <a:xfrm>
            <a:off x="3939446" y="7764767"/>
            <a:ext cx="355687" cy="14137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9667DE-3E4F-FC51-CCA8-FC265D2D6A2C}"/>
              </a:ext>
            </a:extLst>
          </p:cNvPr>
          <p:cNvCxnSpPr>
            <a:cxnSpLocks/>
          </p:cNvCxnSpPr>
          <p:nvPr/>
        </p:nvCxnSpPr>
        <p:spPr>
          <a:xfrm>
            <a:off x="1441264" y="11828261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B1B2F7C-AA7F-C86F-2FBC-ACC61D562D10}"/>
              </a:ext>
            </a:extLst>
          </p:cNvPr>
          <p:cNvSpPr/>
          <p:nvPr/>
        </p:nvSpPr>
        <p:spPr>
          <a:xfrm>
            <a:off x="3223735" y="11340872"/>
            <a:ext cx="1786965" cy="286371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DC264B-6C7F-8973-B7B6-E4C333A3F061}"/>
              </a:ext>
            </a:extLst>
          </p:cNvPr>
          <p:cNvCxnSpPr>
            <a:cxnSpLocks/>
          </p:cNvCxnSpPr>
          <p:nvPr/>
        </p:nvCxnSpPr>
        <p:spPr>
          <a:xfrm>
            <a:off x="5010692" y="11611210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AD97C7-D097-ADF5-EC1D-981834D16118}"/>
              </a:ext>
            </a:extLst>
          </p:cNvPr>
          <p:cNvCxnSpPr>
            <a:cxnSpLocks/>
          </p:cNvCxnSpPr>
          <p:nvPr/>
        </p:nvCxnSpPr>
        <p:spPr>
          <a:xfrm>
            <a:off x="5309570" y="11516051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503557-A511-EAF3-E52B-D0C90BDD4623}"/>
              </a:ext>
            </a:extLst>
          </p:cNvPr>
          <p:cNvCxnSpPr>
            <a:cxnSpLocks/>
          </p:cNvCxnSpPr>
          <p:nvPr/>
        </p:nvCxnSpPr>
        <p:spPr>
          <a:xfrm rot="10800000">
            <a:off x="5309570" y="11693056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86F6FE-3561-3F53-D2F4-EDB5CF501819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2645888" y="11611220"/>
            <a:ext cx="577846" cy="160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82600EB-F30D-AFF2-86C8-A8B4348E946E}"/>
              </a:ext>
            </a:extLst>
          </p:cNvPr>
          <p:cNvSpPr/>
          <p:nvPr/>
        </p:nvSpPr>
        <p:spPr>
          <a:xfrm>
            <a:off x="6011141" y="11456427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6CE888-BB4E-A991-439D-132898A21B04}"/>
              </a:ext>
            </a:extLst>
          </p:cNvPr>
          <p:cNvSpPr/>
          <p:nvPr/>
        </p:nvSpPr>
        <p:spPr>
          <a:xfrm>
            <a:off x="4823316" y="11456427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1D16CFE-4B27-23F2-FAAD-AE86F799BD8B}"/>
              </a:ext>
            </a:extLst>
          </p:cNvPr>
          <p:cNvSpPr/>
          <p:nvPr/>
        </p:nvSpPr>
        <p:spPr>
          <a:xfrm>
            <a:off x="2279833" y="11456427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29A940D-C71A-318D-46DE-8CEB1D5D8F02}"/>
              </a:ext>
            </a:extLst>
          </p:cNvPr>
          <p:cNvSpPr/>
          <p:nvPr/>
        </p:nvSpPr>
        <p:spPr>
          <a:xfrm>
            <a:off x="1437463" y="11088963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E48241-1FF3-DFAB-C3B1-EEB230A94B58}"/>
              </a:ext>
            </a:extLst>
          </p:cNvPr>
          <p:cNvSpPr/>
          <p:nvPr/>
        </p:nvSpPr>
        <p:spPr>
          <a:xfrm>
            <a:off x="3947053" y="11463403"/>
            <a:ext cx="348080" cy="34871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4161556-9D84-CE22-4959-4D7EF5A65531}"/>
              </a:ext>
            </a:extLst>
          </p:cNvPr>
          <p:cNvCxnSpPr>
            <a:cxnSpLocks/>
          </p:cNvCxnSpPr>
          <p:nvPr/>
        </p:nvCxnSpPr>
        <p:spPr>
          <a:xfrm>
            <a:off x="1433657" y="13888365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69AD547-2E26-6279-588B-D4FD9BFACDC4}"/>
              </a:ext>
            </a:extLst>
          </p:cNvPr>
          <p:cNvSpPr/>
          <p:nvPr/>
        </p:nvSpPr>
        <p:spPr>
          <a:xfrm>
            <a:off x="3216128" y="12222105"/>
            <a:ext cx="1786965" cy="1465242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58555E-B770-8ABE-2DD5-D1E18D9C4773}"/>
              </a:ext>
            </a:extLst>
          </p:cNvPr>
          <p:cNvCxnSpPr>
            <a:cxnSpLocks/>
          </p:cNvCxnSpPr>
          <p:nvPr/>
        </p:nvCxnSpPr>
        <p:spPr>
          <a:xfrm>
            <a:off x="5003085" y="13671314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12D2CBA-59B8-8C1B-E226-F9D3DC3F90DE}"/>
              </a:ext>
            </a:extLst>
          </p:cNvPr>
          <p:cNvCxnSpPr>
            <a:cxnSpLocks/>
          </p:cNvCxnSpPr>
          <p:nvPr/>
        </p:nvCxnSpPr>
        <p:spPr>
          <a:xfrm>
            <a:off x="5301963" y="13576155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2DFA69D-19FD-916C-A752-B6889D853495}"/>
              </a:ext>
            </a:extLst>
          </p:cNvPr>
          <p:cNvCxnSpPr>
            <a:cxnSpLocks/>
          </p:cNvCxnSpPr>
          <p:nvPr/>
        </p:nvCxnSpPr>
        <p:spPr>
          <a:xfrm rot="10800000">
            <a:off x="5301963" y="13753160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3526E82-F670-1651-A0E4-1755CF5435BA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2638281" y="13671325"/>
            <a:ext cx="577846" cy="160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06B36742-7F9A-AB00-E5CE-CD92EE1E31C8}"/>
              </a:ext>
            </a:extLst>
          </p:cNvPr>
          <p:cNvSpPr/>
          <p:nvPr/>
        </p:nvSpPr>
        <p:spPr>
          <a:xfrm>
            <a:off x="6003534" y="13516531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2A72E0B-17F8-FBCC-5B2B-0628B7259EB5}"/>
              </a:ext>
            </a:extLst>
          </p:cNvPr>
          <p:cNvSpPr/>
          <p:nvPr/>
        </p:nvSpPr>
        <p:spPr>
          <a:xfrm>
            <a:off x="4815709" y="13516531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B32563A-2E16-8AAD-9A5E-29C9C4AE5BED}"/>
              </a:ext>
            </a:extLst>
          </p:cNvPr>
          <p:cNvSpPr/>
          <p:nvPr/>
        </p:nvSpPr>
        <p:spPr>
          <a:xfrm>
            <a:off x="2272226" y="13516531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48C03B8-D8AE-F04D-64F0-0CE63D3170E9}"/>
              </a:ext>
            </a:extLst>
          </p:cNvPr>
          <p:cNvSpPr/>
          <p:nvPr/>
        </p:nvSpPr>
        <p:spPr>
          <a:xfrm>
            <a:off x="1429856" y="13149067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27D0E6C-FBC0-33D7-9195-C928D709AEE8}"/>
              </a:ext>
            </a:extLst>
          </p:cNvPr>
          <p:cNvSpPr/>
          <p:nvPr/>
        </p:nvSpPr>
        <p:spPr>
          <a:xfrm>
            <a:off x="3922235" y="13539428"/>
            <a:ext cx="348080" cy="34871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59DA24A-B8D5-E3E6-0520-005539D51F9D}"/>
              </a:ext>
            </a:extLst>
          </p:cNvPr>
          <p:cNvCxnSpPr>
            <a:cxnSpLocks/>
          </p:cNvCxnSpPr>
          <p:nvPr/>
        </p:nvCxnSpPr>
        <p:spPr>
          <a:xfrm>
            <a:off x="8629231" y="7376849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56E47D62-F615-6740-5D9F-77D810E07044}"/>
              </a:ext>
            </a:extLst>
          </p:cNvPr>
          <p:cNvSpPr/>
          <p:nvPr/>
        </p:nvSpPr>
        <p:spPr>
          <a:xfrm>
            <a:off x="13755142" y="5947221"/>
            <a:ext cx="355687" cy="14137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02776ED-6022-1EFC-C63D-B7110524FCE9}"/>
              </a:ext>
            </a:extLst>
          </p:cNvPr>
          <p:cNvCxnSpPr>
            <a:cxnSpLocks/>
          </p:cNvCxnSpPr>
          <p:nvPr/>
        </p:nvCxnSpPr>
        <p:spPr>
          <a:xfrm>
            <a:off x="12493745" y="7159799"/>
            <a:ext cx="608106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813475F7-4216-07BA-C83C-EFED368E5558}"/>
              </a:ext>
            </a:extLst>
          </p:cNvPr>
          <p:cNvSpPr/>
          <p:nvPr/>
        </p:nvSpPr>
        <p:spPr>
          <a:xfrm>
            <a:off x="13299302" y="7196388"/>
            <a:ext cx="168298" cy="168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3658507-1376-A5EA-E7D7-72D37E9F974D}"/>
              </a:ext>
            </a:extLst>
          </p:cNvPr>
          <p:cNvSpPr/>
          <p:nvPr/>
        </p:nvSpPr>
        <p:spPr>
          <a:xfrm>
            <a:off x="8763325" y="6898325"/>
            <a:ext cx="464094" cy="4640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3A76041-CCBE-F30F-9DF2-BA62F1E178CC}"/>
              </a:ext>
            </a:extLst>
          </p:cNvPr>
          <p:cNvSpPr/>
          <p:nvPr/>
        </p:nvSpPr>
        <p:spPr>
          <a:xfrm>
            <a:off x="13199108" y="7005022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650F007-A06E-3FAC-A7A2-8BD2612AB409}"/>
              </a:ext>
            </a:extLst>
          </p:cNvPr>
          <p:cNvCxnSpPr>
            <a:cxnSpLocks/>
          </p:cNvCxnSpPr>
          <p:nvPr/>
        </p:nvCxnSpPr>
        <p:spPr>
          <a:xfrm flipV="1">
            <a:off x="13367405" y="7008990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C445CCA-ADBA-6F0C-06D1-15E158992FC4}"/>
              </a:ext>
            </a:extLst>
          </p:cNvPr>
          <p:cNvCxnSpPr>
            <a:cxnSpLocks/>
          </p:cNvCxnSpPr>
          <p:nvPr/>
        </p:nvCxnSpPr>
        <p:spPr>
          <a:xfrm rot="-1200000" flipH="1" flipV="1">
            <a:off x="13231321" y="7088906"/>
            <a:ext cx="91839" cy="1462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237BD22-2CE3-9747-D84F-ABD03123F83E}"/>
              </a:ext>
            </a:extLst>
          </p:cNvPr>
          <p:cNvCxnSpPr>
            <a:cxnSpLocks/>
          </p:cNvCxnSpPr>
          <p:nvPr/>
        </p:nvCxnSpPr>
        <p:spPr>
          <a:xfrm rot="1200000" flipV="1">
            <a:off x="13472103" y="7053783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DA28C393-F96A-47A8-ABD1-383707AEB9EA}"/>
              </a:ext>
            </a:extLst>
          </p:cNvPr>
          <p:cNvSpPr/>
          <p:nvPr/>
        </p:nvSpPr>
        <p:spPr>
          <a:xfrm>
            <a:off x="12011282" y="7005022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871B616-96C7-19A2-CEA6-AAE047E7F741}"/>
              </a:ext>
            </a:extLst>
          </p:cNvPr>
          <p:cNvSpPr/>
          <p:nvPr/>
        </p:nvSpPr>
        <p:spPr>
          <a:xfrm>
            <a:off x="8625429" y="6637558"/>
            <a:ext cx="739298" cy="73929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802AA4C-AF60-3F54-4CAB-E94E7A6912CD}"/>
              </a:ext>
            </a:extLst>
          </p:cNvPr>
          <p:cNvCxnSpPr>
            <a:cxnSpLocks/>
          </p:cNvCxnSpPr>
          <p:nvPr/>
        </p:nvCxnSpPr>
        <p:spPr>
          <a:xfrm flipH="1" flipV="1">
            <a:off x="8979168" y="6653459"/>
            <a:ext cx="4420" cy="233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01BB739-EB10-6886-E3F7-33ABA65720A2}"/>
              </a:ext>
            </a:extLst>
          </p:cNvPr>
          <p:cNvCxnSpPr>
            <a:cxnSpLocks/>
          </p:cNvCxnSpPr>
          <p:nvPr/>
        </p:nvCxnSpPr>
        <p:spPr>
          <a:xfrm rot="3000000" flipH="1" flipV="1">
            <a:off x="9227219" y="6776923"/>
            <a:ext cx="4420" cy="1979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411F76D-3FE0-2367-34F3-D41AA9B82287}"/>
              </a:ext>
            </a:extLst>
          </p:cNvPr>
          <p:cNvCxnSpPr>
            <a:cxnSpLocks/>
          </p:cNvCxnSpPr>
          <p:nvPr/>
        </p:nvCxnSpPr>
        <p:spPr>
          <a:xfrm rot="-3000000" flipH="1" flipV="1">
            <a:off x="8761104" y="6784876"/>
            <a:ext cx="4420" cy="1979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8D81AA6-5B3F-A1AC-7A35-D2C670BAC2E6}"/>
              </a:ext>
            </a:extLst>
          </p:cNvPr>
          <p:cNvCxnSpPr>
            <a:cxnSpLocks/>
          </p:cNvCxnSpPr>
          <p:nvPr/>
        </p:nvCxnSpPr>
        <p:spPr>
          <a:xfrm>
            <a:off x="8625424" y="9178314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47105625-6D0A-8B57-4074-80AEEFC8927F}"/>
              </a:ext>
            </a:extLst>
          </p:cNvPr>
          <p:cNvSpPr/>
          <p:nvPr/>
        </p:nvSpPr>
        <p:spPr>
          <a:xfrm>
            <a:off x="10407895" y="7512054"/>
            <a:ext cx="1786965" cy="1465242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60D8FE5-92AD-459A-0FAD-EFEF708D3409}"/>
              </a:ext>
            </a:extLst>
          </p:cNvPr>
          <p:cNvCxnSpPr>
            <a:cxnSpLocks/>
          </p:cNvCxnSpPr>
          <p:nvPr/>
        </p:nvCxnSpPr>
        <p:spPr>
          <a:xfrm>
            <a:off x="12194852" y="8961263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FF5DA0C-0F8E-6674-7C30-A91F4776B752}"/>
              </a:ext>
            </a:extLst>
          </p:cNvPr>
          <p:cNvCxnSpPr>
            <a:cxnSpLocks/>
          </p:cNvCxnSpPr>
          <p:nvPr/>
        </p:nvCxnSpPr>
        <p:spPr>
          <a:xfrm>
            <a:off x="12493730" y="8866104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4747FEEB-EB62-43DF-2485-C7E44E130DA2}"/>
              </a:ext>
            </a:extLst>
          </p:cNvPr>
          <p:cNvCxnSpPr>
            <a:cxnSpLocks/>
          </p:cNvCxnSpPr>
          <p:nvPr/>
        </p:nvCxnSpPr>
        <p:spPr>
          <a:xfrm rot="10800000">
            <a:off x="12493730" y="9043109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1E2EFFEE-383B-402C-0348-3B874A643124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9830048" y="8961274"/>
            <a:ext cx="577846" cy="160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34">
            <a:extLst>
              <a:ext uri="{FF2B5EF4-FFF2-40B4-BE49-F238E27FC236}">
                <a16:creationId xmlns:a16="http://schemas.microsoft.com/office/drawing/2014/main" id="{7E07C7AF-A356-9E1C-51CF-6C704816C421}"/>
              </a:ext>
            </a:extLst>
          </p:cNvPr>
          <p:cNvSpPr/>
          <p:nvPr/>
        </p:nvSpPr>
        <p:spPr>
          <a:xfrm>
            <a:off x="13195301" y="8806480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081FAFD8-D47B-FCBF-71D3-ECA8E4AA17F3}"/>
              </a:ext>
            </a:extLst>
          </p:cNvPr>
          <p:cNvSpPr/>
          <p:nvPr/>
        </p:nvSpPr>
        <p:spPr>
          <a:xfrm>
            <a:off x="12007476" y="8806480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55E9E9E0-6C02-8BF5-8B46-96A69F9900E6}"/>
              </a:ext>
            </a:extLst>
          </p:cNvPr>
          <p:cNvSpPr/>
          <p:nvPr/>
        </p:nvSpPr>
        <p:spPr>
          <a:xfrm>
            <a:off x="9463993" y="8806480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6488E70C-EA1A-0241-C975-87661D197329}"/>
              </a:ext>
            </a:extLst>
          </p:cNvPr>
          <p:cNvSpPr/>
          <p:nvPr/>
        </p:nvSpPr>
        <p:spPr>
          <a:xfrm>
            <a:off x="8621623" y="8439016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A0AB5D0-2212-4C4C-6D17-9151C496D366}"/>
              </a:ext>
            </a:extLst>
          </p:cNvPr>
          <p:cNvSpPr/>
          <p:nvPr/>
        </p:nvSpPr>
        <p:spPr>
          <a:xfrm>
            <a:off x="13786946" y="7748466"/>
            <a:ext cx="355687" cy="14137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4FA978FA-3C2D-A05B-B240-BD73682D688A}"/>
              </a:ext>
            </a:extLst>
          </p:cNvPr>
          <p:cNvCxnSpPr>
            <a:cxnSpLocks/>
          </p:cNvCxnSpPr>
          <p:nvPr/>
        </p:nvCxnSpPr>
        <p:spPr>
          <a:xfrm>
            <a:off x="8625583" y="11775897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A38E9E30-5A84-FF7F-E223-ADEAC6F5B34C}"/>
              </a:ext>
            </a:extLst>
          </p:cNvPr>
          <p:cNvSpPr/>
          <p:nvPr/>
        </p:nvSpPr>
        <p:spPr>
          <a:xfrm>
            <a:off x="10408054" y="11288508"/>
            <a:ext cx="1786965" cy="286371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6A54605B-860C-9AA8-91C6-559EE536C53B}"/>
              </a:ext>
            </a:extLst>
          </p:cNvPr>
          <p:cNvCxnSpPr>
            <a:cxnSpLocks/>
          </p:cNvCxnSpPr>
          <p:nvPr/>
        </p:nvCxnSpPr>
        <p:spPr>
          <a:xfrm>
            <a:off x="12195011" y="11558846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BFE208A0-8321-7787-B0E0-D8219DDC577B}"/>
              </a:ext>
            </a:extLst>
          </p:cNvPr>
          <p:cNvCxnSpPr>
            <a:cxnSpLocks/>
          </p:cNvCxnSpPr>
          <p:nvPr/>
        </p:nvCxnSpPr>
        <p:spPr>
          <a:xfrm>
            <a:off x="12493889" y="11463687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9DDCA8A8-92C0-EFDA-7F41-117943ECEAC2}"/>
              </a:ext>
            </a:extLst>
          </p:cNvPr>
          <p:cNvCxnSpPr>
            <a:cxnSpLocks/>
          </p:cNvCxnSpPr>
          <p:nvPr/>
        </p:nvCxnSpPr>
        <p:spPr>
          <a:xfrm rot="10800000">
            <a:off x="12493889" y="11640692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67B0347C-E07B-66EC-569C-21200082F0BD}"/>
              </a:ext>
            </a:extLst>
          </p:cNvPr>
          <p:cNvCxnSpPr>
            <a:cxnSpLocks/>
            <a:stCxn id="142" idx="0"/>
          </p:cNvCxnSpPr>
          <p:nvPr/>
        </p:nvCxnSpPr>
        <p:spPr>
          <a:xfrm flipH="1" flipV="1">
            <a:off x="9830207" y="11558856"/>
            <a:ext cx="577846" cy="160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>
            <a:extLst>
              <a:ext uri="{FF2B5EF4-FFF2-40B4-BE49-F238E27FC236}">
                <a16:creationId xmlns:a16="http://schemas.microsoft.com/office/drawing/2014/main" id="{D30B44DE-ED50-5CBD-8A30-49B5361B973C}"/>
              </a:ext>
            </a:extLst>
          </p:cNvPr>
          <p:cNvSpPr/>
          <p:nvPr/>
        </p:nvSpPr>
        <p:spPr>
          <a:xfrm>
            <a:off x="13195460" y="11404063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79D10BF1-A1F6-C6F3-21AA-3C2A73A401C0}"/>
              </a:ext>
            </a:extLst>
          </p:cNvPr>
          <p:cNvSpPr/>
          <p:nvPr/>
        </p:nvSpPr>
        <p:spPr>
          <a:xfrm>
            <a:off x="12007635" y="11404063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262ACD11-3A38-F6F7-6FF8-0CE18A145DBB}"/>
              </a:ext>
            </a:extLst>
          </p:cNvPr>
          <p:cNvSpPr/>
          <p:nvPr/>
        </p:nvSpPr>
        <p:spPr>
          <a:xfrm>
            <a:off x="9464152" y="11404063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F3FCE7D5-E86F-ACE4-FDFB-1D3CE3696FEF}"/>
              </a:ext>
            </a:extLst>
          </p:cNvPr>
          <p:cNvSpPr/>
          <p:nvPr/>
        </p:nvSpPr>
        <p:spPr>
          <a:xfrm>
            <a:off x="8621782" y="11036599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76A20927-1116-718F-7043-7F425536FF60}"/>
              </a:ext>
            </a:extLst>
          </p:cNvPr>
          <p:cNvSpPr/>
          <p:nvPr/>
        </p:nvSpPr>
        <p:spPr>
          <a:xfrm>
            <a:off x="13787107" y="11411039"/>
            <a:ext cx="348080" cy="34871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FC067258-7DFB-59D8-A349-7A2EC4B15BD9}"/>
              </a:ext>
            </a:extLst>
          </p:cNvPr>
          <p:cNvCxnSpPr>
            <a:cxnSpLocks/>
          </p:cNvCxnSpPr>
          <p:nvPr/>
        </p:nvCxnSpPr>
        <p:spPr>
          <a:xfrm>
            <a:off x="8617976" y="13836001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4" name="Freeform: Shape 183">
            <a:extLst>
              <a:ext uri="{FF2B5EF4-FFF2-40B4-BE49-F238E27FC236}">
                <a16:creationId xmlns:a16="http://schemas.microsoft.com/office/drawing/2014/main" id="{62DA677D-33C7-11E5-0359-42A7698E22AA}"/>
              </a:ext>
            </a:extLst>
          </p:cNvPr>
          <p:cNvSpPr/>
          <p:nvPr/>
        </p:nvSpPr>
        <p:spPr>
          <a:xfrm>
            <a:off x="10400447" y="12169741"/>
            <a:ext cx="1786965" cy="1465242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D9C4E75A-C893-DA35-F781-B1EAB1CAA89B}"/>
              </a:ext>
            </a:extLst>
          </p:cNvPr>
          <p:cNvCxnSpPr>
            <a:cxnSpLocks/>
          </p:cNvCxnSpPr>
          <p:nvPr/>
        </p:nvCxnSpPr>
        <p:spPr>
          <a:xfrm>
            <a:off x="12187404" y="13618950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447EA7A7-7D17-3684-B198-AB45BFBDA4B0}"/>
              </a:ext>
            </a:extLst>
          </p:cNvPr>
          <p:cNvCxnSpPr>
            <a:cxnSpLocks/>
          </p:cNvCxnSpPr>
          <p:nvPr/>
        </p:nvCxnSpPr>
        <p:spPr>
          <a:xfrm>
            <a:off x="12486282" y="13523791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3F1677A9-8D05-5446-8A22-45C3B3A83FC6}"/>
              </a:ext>
            </a:extLst>
          </p:cNvPr>
          <p:cNvCxnSpPr>
            <a:cxnSpLocks/>
          </p:cNvCxnSpPr>
          <p:nvPr/>
        </p:nvCxnSpPr>
        <p:spPr>
          <a:xfrm rot="10800000">
            <a:off x="12486282" y="13700796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178D060A-F531-3579-6B5B-4020C3C60093}"/>
              </a:ext>
            </a:extLst>
          </p:cNvPr>
          <p:cNvCxnSpPr>
            <a:cxnSpLocks/>
            <a:stCxn id="184" idx="0"/>
          </p:cNvCxnSpPr>
          <p:nvPr/>
        </p:nvCxnSpPr>
        <p:spPr>
          <a:xfrm flipH="1" flipV="1">
            <a:off x="9822600" y="13618961"/>
            <a:ext cx="577846" cy="160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Oval 188">
            <a:extLst>
              <a:ext uri="{FF2B5EF4-FFF2-40B4-BE49-F238E27FC236}">
                <a16:creationId xmlns:a16="http://schemas.microsoft.com/office/drawing/2014/main" id="{130173D3-A325-791B-1B02-70A7F4AC4CD4}"/>
              </a:ext>
            </a:extLst>
          </p:cNvPr>
          <p:cNvSpPr/>
          <p:nvPr/>
        </p:nvSpPr>
        <p:spPr>
          <a:xfrm>
            <a:off x="13187853" y="13464167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C9CD3897-45D4-72FD-644F-76973EC70D45}"/>
              </a:ext>
            </a:extLst>
          </p:cNvPr>
          <p:cNvSpPr/>
          <p:nvPr/>
        </p:nvSpPr>
        <p:spPr>
          <a:xfrm>
            <a:off x="12000028" y="13464167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6529B2C0-48B1-A5C3-B42B-37126F3A6819}"/>
              </a:ext>
            </a:extLst>
          </p:cNvPr>
          <p:cNvSpPr/>
          <p:nvPr/>
        </p:nvSpPr>
        <p:spPr>
          <a:xfrm>
            <a:off x="9456545" y="13464167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360953A8-46A9-2297-E444-C729717B4E38}"/>
              </a:ext>
            </a:extLst>
          </p:cNvPr>
          <p:cNvSpPr/>
          <p:nvPr/>
        </p:nvSpPr>
        <p:spPr>
          <a:xfrm>
            <a:off x="8614175" y="13096703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37A6A68-0DDE-C26C-A6AD-ADDDAEFC769A}"/>
              </a:ext>
            </a:extLst>
          </p:cNvPr>
          <p:cNvSpPr/>
          <p:nvPr/>
        </p:nvSpPr>
        <p:spPr>
          <a:xfrm>
            <a:off x="13762289" y="13487064"/>
            <a:ext cx="348080" cy="34871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923C905B-B0C7-DE84-8691-8F39A1A6D2B9}"/>
              </a:ext>
            </a:extLst>
          </p:cNvPr>
          <p:cNvCxnSpPr>
            <a:cxnSpLocks/>
          </p:cNvCxnSpPr>
          <p:nvPr/>
        </p:nvCxnSpPr>
        <p:spPr>
          <a:xfrm>
            <a:off x="16304319" y="7376849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3" name="Rectangle 282">
            <a:extLst>
              <a:ext uri="{FF2B5EF4-FFF2-40B4-BE49-F238E27FC236}">
                <a16:creationId xmlns:a16="http://schemas.microsoft.com/office/drawing/2014/main" id="{33D66EAD-5122-1A38-8778-3F6F89DD4DE5}"/>
              </a:ext>
            </a:extLst>
          </p:cNvPr>
          <p:cNvSpPr/>
          <p:nvPr/>
        </p:nvSpPr>
        <p:spPr>
          <a:xfrm>
            <a:off x="21430230" y="5947221"/>
            <a:ext cx="355687" cy="14137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66BF8FA2-ED95-EC5F-7280-A8DB4D049F40}"/>
              </a:ext>
            </a:extLst>
          </p:cNvPr>
          <p:cNvCxnSpPr>
            <a:cxnSpLocks/>
          </p:cNvCxnSpPr>
          <p:nvPr/>
        </p:nvCxnSpPr>
        <p:spPr>
          <a:xfrm>
            <a:off x="20168833" y="7159799"/>
            <a:ext cx="608106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Oval 284">
            <a:extLst>
              <a:ext uri="{FF2B5EF4-FFF2-40B4-BE49-F238E27FC236}">
                <a16:creationId xmlns:a16="http://schemas.microsoft.com/office/drawing/2014/main" id="{F1365A68-B5AC-64BD-529F-E5D3709B4EED}"/>
              </a:ext>
            </a:extLst>
          </p:cNvPr>
          <p:cNvSpPr/>
          <p:nvPr/>
        </p:nvSpPr>
        <p:spPr>
          <a:xfrm>
            <a:off x="20974390" y="7196388"/>
            <a:ext cx="168298" cy="168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DFC5C639-2E2E-E4B9-8452-8A4DD560DA8A}"/>
              </a:ext>
            </a:extLst>
          </p:cNvPr>
          <p:cNvSpPr/>
          <p:nvPr/>
        </p:nvSpPr>
        <p:spPr>
          <a:xfrm>
            <a:off x="16438413" y="6898325"/>
            <a:ext cx="464094" cy="4640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51B863E3-847A-36F7-3B0C-C14F7EC02CBB}"/>
              </a:ext>
            </a:extLst>
          </p:cNvPr>
          <p:cNvSpPr/>
          <p:nvPr/>
        </p:nvSpPr>
        <p:spPr>
          <a:xfrm>
            <a:off x="20874196" y="7005022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112BB714-B3AF-F219-76F6-C3E4531195AF}"/>
              </a:ext>
            </a:extLst>
          </p:cNvPr>
          <p:cNvCxnSpPr>
            <a:cxnSpLocks/>
          </p:cNvCxnSpPr>
          <p:nvPr/>
        </p:nvCxnSpPr>
        <p:spPr>
          <a:xfrm flipV="1">
            <a:off x="21042493" y="7008990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C29C40EC-9E47-D9E6-E2C0-1E986EF07773}"/>
              </a:ext>
            </a:extLst>
          </p:cNvPr>
          <p:cNvCxnSpPr>
            <a:cxnSpLocks/>
          </p:cNvCxnSpPr>
          <p:nvPr/>
        </p:nvCxnSpPr>
        <p:spPr>
          <a:xfrm rot="-1200000" flipH="1" flipV="1">
            <a:off x="20906409" y="7088906"/>
            <a:ext cx="91839" cy="1462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B17ADECD-4DBE-E264-61FD-45CCE2F7C263}"/>
              </a:ext>
            </a:extLst>
          </p:cNvPr>
          <p:cNvCxnSpPr>
            <a:cxnSpLocks/>
          </p:cNvCxnSpPr>
          <p:nvPr/>
        </p:nvCxnSpPr>
        <p:spPr>
          <a:xfrm rot="1200000" flipV="1">
            <a:off x="21147191" y="7053783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Oval 291">
            <a:extLst>
              <a:ext uri="{FF2B5EF4-FFF2-40B4-BE49-F238E27FC236}">
                <a16:creationId xmlns:a16="http://schemas.microsoft.com/office/drawing/2014/main" id="{D76C5C4A-7B36-39C3-60C9-E1B9A8C8A1FD}"/>
              </a:ext>
            </a:extLst>
          </p:cNvPr>
          <p:cNvSpPr/>
          <p:nvPr/>
        </p:nvSpPr>
        <p:spPr>
          <a:xfrm>
            <a:off x="19686370" y="7005022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C17A7E2A-E7B6-754C-214E-2159D12F137B}"/>
              </a:ext>
            </a:extLst>
          </p:cNvPr>
          <p:cNvSpPr/>
          <p:nvPr/>
        </p:nvSpPr>
        <p:spPr>
          <a:xfrm>
            <a:off x="16300517" y="6637558"/>
            <a:ext cx="739298" cy="73929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B698233E-CC0C-3C36-6AA4-94052E7616ED}"/>
              </a:ext>
            </a:extLst>
          </p:cNvPr>
          <p:cNvCxnSpPr>
            <a:cxnSpLocks/>
          </p:cNvCxnSpPr>
          <p:nvPr/>
        </p:nvCxnSpPr>
        <p:spPr>
          <a:xfrm flipH="1" flipV="1">
            <a:off x="16654256" y="6653459"/>
            <a:ext cx="4420" cy="233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DF20EE2A-996D-760C-6C78-64FD9BBBBE2F}"/>
              </a:ext>
            </a:extLst>
          </p:cNvPr>
          <p:cNvCxnSpPr>
            <a:cxnSpLocks/>
          </p:cNvCxnSpPr>
          <p:nvPr/>
        </p:nvCxnSpPr>
        <p:spPr>
          <a:xfrm rot="3000000" flipH="1" flipV="1">
            <a:off x="16902307" y="6776923"/>
            <a:ext cx="4420" cy="1979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Arrow Connector 299">
            <a:extLst>
              <a:ext uri="{FF2B5EF4-FFF2-40B4-BE49-F238E27FC236}">
                <a16:creationId xmlns:a16="http://schemas.microsoft.com/office/drawing/2014/main" id="{A8E1E6F1-2387-39E2-BFA0-6F90B8360534}"/>
              </a:ext>
            </a:extLst>
          </p:cNvPr>
          <p:cNvCxnSpPr>
            <a:cxnSpLocks/>
          </p:cNvCxnSpPr>
          <p:nvPr/>
        </p:nvCxnSpPr>
        <p:spPr>
          <a:xfrm rot="-3000000" flipH="1" flipV="1">
            <a:off x="16436192" y="6784876"/>
            <a:ext cx="4420" cy="1979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3D3B05B9-837A-A395-8E24-41BFBFC3BBD6}"/>
              </a:ext>
            </a:extLst>
          </p:cNvPr>
          <p:cNvCxnSpPr>
            <a:cxnSpLocks/>
          </p:cNvCxnSpPr>
          <p:nvPr/>
        </p:nvCxnSpPr>
        <p:spPr>
          <a:xfrm>
            <a:off x="16300512" y="9178314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9" name="Freeform: Shape 308">
            <a:extLst>
              <a:ext uri="{FF2B5EF4-FFF2-40B4-BE49-F238E27FC236}">
                <a16:creationId xmlns:a16="http://schemas.microsoft.com/office/drawing/2014/main" id="{AC964F41-84FB-8561-F9F9-5E7930B89854}"/>
              </a:ext>
            </a:extLst>
          </p:cNvPr>
          <p:cNvSpPr/>
          <p:nvPr/>
        </p:nvSpPr>
        <p:spPr>
          <a:xfrm>
            <a:off x="18082983" y="7512054"/>
            <a:ext cx="1786965" cy="1465242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750D45AA-4759-AA2B-8E99-DD1B1197B3AF}"/>
              </a:ext>
            </a:extLst>
          </p:cNvPr>
          <p:cNvCxnSpPr>
            <a:cxnSpLocks/>
          </p:cNvCxnSpPr>
          <p:nvPr/>
        </p:nvCxnSpPr>
        <p:spPr>
          <a:xfrm>
            <a:off x="19869940" y="8961263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7FDB0C7B-8677-81DD-59E2-07C0F7189221}"/>
              </a:ext>
            </a:extLst>
          </p:cNvPr>
          <p:cNvCxnSpPr>
            <a:cxnSpLocks/>
          </p:cNvCxnSpPr>
          <p:nvPr/>
        </p:nvCxnSpPr>
        <p:spPr>
          <a:xfrm>
            <a:off x="20168818" y="8866104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Arrow Connector 311">
            <a:extLst>
              <a:ext uri="{FF2B5EF4-FFF2-40B4-BE49-F238E27FC236}">
                <a16:creationId xmlns:a16="http://schemas.microsoft.com/office/drawing/2014/main" id="{0282DE60-F497-BBF7-7DBB-D69D17B2FBEE}"/>
              </a:ext>
            </a:extLst>
          </p:cNvPr>
          <p:cNvCxnSpPr>
            <a:cxnSpLocks/>
          </p:cNvCxnSpPr>
          <p:nvPr/>
        </p:nvCxnSpPr>
        <p:spPr>
          <a:xfrm rot="10800000">
            <a:off x="20168818" y="9043109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DB1BEF37-E0B9-D592-AC45-3CB945D6891F}"/>
              </a:ext>
            </a:extLst>
          </p:cNvPr>
          <p:cNvCxnSpPr>
            <a:cxnSpLocks/>
            <a:stCxn id="309" idx="0"/>
          </p:cNvCxnSpPr>
          <p:nvPr/>
        </p:nvCxnSpPr>
        <p:spPr>
          <a:xfrm flipH="1" flipV="1">
            <a:off x="17505136" y="8961274"/>
            <a:ext cx="577846" cy="160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Oval 313">
            <a:extLst>
              <a:ext uri="{FF2B5EF4-FFF2-40B4-BE49-F238E27FC236}">
                <a16:creationId xmlns:a16="http://schemas.microsoft.com/office/drawing/2014/main" id="{BB5CEB9F-68EB-DDC6-6044-CDF11CBBE164}"/>
              </a:ext>
            </a:extLst>
          </p:cNvPr>
          <p:cNvSpPr/>
          <p:nvPr/>
        </p:nvSpPr>
        <p:spPr>
          <a:xfrm>
            <a:off x="20870389" y="8806480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A8855BEA-33C4-D1DD-47BD-BC3BF2B58557}"/>
              </a:ext>
            </a:extLst>
          </p:cNvPr>
          <p:cNvSpPr/>
          <p:nvPr/>
        </p:nvSpPr>
        <p:spPr>
          <a:xfrm>
            <a:off x="19682564" y="8806480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6448A505-DCA5-A02D-674B-12816E79A2FF}"/>
              </a:ext>
            </a:extLst>
          </p:cNvPr>
          <p:cNvSpPr/>
          <p:nvPr/>
        </p:nvSpPr>
        <p:spPr>
          <a:xfrm>
            <a:off x="17139081" y="8806480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5439C824-13F9-455D-0FC7-C0001F504961}"/>
              </a:ext>
            </a:extLst>
          </p:cNvPr>
          <p:cNvSpPr/>
          <p:nvPr/>
        </p:nvSpPr>
        <p:spPr>
          <a:xfrm>
            <a:off x="16296711" y="8439016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53D34014-6CCB-69FC-E36D-A03C01599CCB}"/>
              </a:ext>
            </a:extLst>
          </p:cNvPr>
          <p:cNvSpPr/>
          <p:nvPr/>
        </p:nvSpPr>
        <p:spPr>
          <a:xfrm>
            <a:off x="21462034" y="7748466"/>
            <a:ext cx="355687" cy="14137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DF4CCA08-4138-8FF6-AC70-93A48E7B150B}"/>
              </a:ext>
            </a:extLst>
          </p:cNvPr>
          <p:cNvCxnSpPr>
            <a:cxnSpLocks/>
          </p:cNvCxnSpPr>
          <p:nvPr/>
        </p:nvCxnSpPr>
        <p:spPr>
          <a:xfrm>
            <a:off x="16376238" y="11885700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0" name="Freeform: Shape 319">
            <a:extLst>
              <a:ext uri="{FF2B5EF4-FFF2-40B4-BE49-F238E27FC236}">
                <a16:creationId xmlns:a16="http://schemas.microsoft.com/office/drawing/2014/main" id="{4C6533C6-045E-879C-C2F5-2AB3BFACA19E}"/>
              </a:ext>
            </a:extLst>
          </p:cNvPr>
          <p:cNvSpPr/>
          <p:nvPr/>
        </p:nvSpPr>
        <p:spPr>
          <a:xfrm>
            <a:off x="18158709" y="11398311"/>
            <a:ext cx="1786965" cy="286371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838E9E40-B084-62B7-09E6-A772DABC0917}"/>
              </a:ext>
            </a:extLst>
          </p:cNvPr>
          <p:cNvCxnSpPr>
            <a:cxnSpLocks/>
          </p:cNvCxnSpPr>
          <p:nvPr/>
        </p:nvCxnSpPr>
        <p:spPr>
          <a:xfrm>
            <a:off x="19945666" y="11668649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Arrow Connector 321">
            <a:extLst>
              <a:ext uri="{FF2B5EF4-FFF2-40B4-BE49-F238E27FC236}">
                <a16:creationId xmlns:a16="http://schemas.microsoft.com/office/drawing/2014/main" id="{CC2BDA78-B12A-3B08-F5F8-C0B33A2866DF}"/>
              </a:ext>
            </a:extLst>
          </p:cNvPr>
          <p:cNvCxnSpPr>
            <a:cxnSpLocks/>
          </p:cNvCxnSpPr>
          <p:nvPr/>
        </p:nvCxnSpPr>
        <p:spPr>
          <a:xfrm>
            <a:off x="20244544" y="11573490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2E137D4A-0394-4921-E549-38DA6A8AB0D0}"/>
              </a:ext>
            </a:extLst>
          </p:cNvPr>
          <p:cNvCxnSpPr>
            <a:cxnSpLocks/>
          </p:cNvCxnSpPr>
          <p:nvPr/>
        </p:nvCxnSpPr>
        <p:spPr>
          <a:xfrm rot="10800000">
            <a:off x="20244544" y="11750495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Arrow Connector 323">
            <a:extLst>
              <a:ext uri="{FF2B5EF4-FFF2-40B4-BE49-F238E27FC236}">
                <a16:creationId xmlns:a16="http://schemas.microsoft.com/office/drawing/2014/main" id="{A0BBF8A6-8722-BCC7-D88E-AC2CDDAB4C29}"/>
              </a:ext>
            </a:extLst>
          </p:cNvPr>
          <p:cNvCxnSpPr>
            <a:cxnSpLocks/>
            <a:stCxn id="320" idx="0"/>
          </p:cNvCxnSpPr>
          <p:nvPr/>
        </p:nvCxnSpPr>
        <p:spPr>
          <a:xfrm flipH="1" flipV="1">
            <a:off x="17580862" y="11668659"/>
            <a:ext cx="577846" cy="160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Oval 324">
            <a:extLst>
              <a:ext uri="{FF2B5EF4-FFF2-40B4-BE49-F238E27FC236}">
                <a16:creationId xmlns:a16="http://schemas.microsoft.com/office/drawing/2014/main" id="{B57318C1-072A-0E9D-71D0-87168664070E}"/>
              </a:ext>
            </a:extLst>
          </p:cNvPr>
          <p:cNvSpPr/>
          <p:nvPr/>
        </p:nvSpPr>
        <p:spPr>
          <a:xfrm>
            <a:off x="20946115" y="11513866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CC0E9E57-A143-EDEA-8B93-FD0BED5693BA}"/>
              </a:ext>
            </a:extLst>
          </p:cNvPr>
          <p:cNvSpPr/>
          <p:nvPr/>
        </p:nvSpPr>
        <p:spPr>
          <a:xfrm>
            <a:off x="19758290" y="11513866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09B0EF35-9461-4ADA-D15C-D0272A7D309C}"/>
              </a:ext>
            </a:extLst>
          </p:cNvPr>
          <p:cNvSpPr/>
          <p:nvPr/>
        </p:nvSpPr>
        <p:spPr>
          <a:xfrm>
            <a:off x="17214807" y="11513866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44A926C5-14E6-44D7-14AC-01BFD1EA894A}"/>
              </a:ext>
            </a:extLst>
          </p:cNvPr>
          <p:cNvSpPr/>
          <p:nvPr/>
        </p:nvSpPr>
        <p:spPr>
          <a:xfrm>
            <a:off x="16372437" y="11146402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1310F2CF-734A-8E86-906F-26C6E9B193A3}"/>
              </a:ext>
            </a:extLst>
          </p:cNvPr>
          <p:cNvSpPr/>
          <p:nvPr/>
        </p:nvSpPr>
        <p:spPr>
          <a:xfrm>
            <a:off x="18882027" y="11520842"/>
            <a:ext cx="348080" cy="34871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A8D58017-39AC-A428-D46A-1038A979C239}"/>
              </a:ext>
            </a:extLst>
          </p:cNvPr>
          <p:cNvCxnSpPr>
            <a:cxnSpLocks/>
          </p:cNvCxnSpPr>
          <p:nvPr/>
        </p:nvCxnSpPr>
        <p:spPr>
          <a:xfrm>
            <a:off x="16368631" y="13945804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1" name="Freeform: Shape 330">
            <a:extLst>
              <a:ext uri="{FF2B5EF4-FFF2-40B4-BE49-F238E27FC236}">
                <a16:creationId xmlns:a16="http://schemas.microsoft.com/office/drawing/2014/main" id="{1F6EFE8C-F344-A261-27F4-B6C4888F0DAB}"/>
              </a:ext>
            </a:extLst>
          </p:cNvPr>
          <p:cNvSpPr/>
          <p:nvPr/>
        </p:nvSpPr>
        <p:spPr>
          <a:xfrm>
            <a:off x="18151102" y="12279544"/>
            <a:ext cx="1786965" cy="1465242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05C46BCA-063E-B116-9624-23E817E00811}"/>
              </a:ext>
            </a:extLst>
          </p:cNvPr>
          <p:cNvCxnSpPr>
            <a:cxnSpLocks/>
          </p:cNvCxnSpPr>
          <p:nvPr/>
        </p:nvCxnSpPr>
        <p:spPr>
          <a:xfrm>
            <a:off x="19938059" y="13728753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9FB09F2D-DE0C-4CD5-89FF-BB1289E2936A}"/>
              </a:ext>
            </a:extLst>
          </p:cNvPr>
          <p:cNvCxnSpPr>
            <a:cxnSpLocks/>
          </p:cNvCxnSpPr>
          <p:nvPr/>
        </p:nvCxnSpPr>
        <p:spPr>
          <a:xfrm>
            <a:off x="20236937" y="13633594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Arrow Connector 333">
            <a:extLst>
              <a:ext uri="{FF2B5EF4-FFF2-40B4-BE49-F238E27FC236}">
                <a16:creationId xmlns:a16="http://schemas.microsoft.com/office/drawing/2014/main" id="{3353DB03-8626-7D7E-6C21-9B06399A0BE6}"/>
              </a:ext>
            </a:extLst>
          </p:cNvPr>
          <p:cNvCxnSpPr>
            <a:cxnSpLocks/>
          </p:cNvCxnSpPr>
          <p:nvPr/>
        </p:nvCxnSpPr>
        <p:spPr>
          <a:xfrm rot="10800000">
            <a:off x="20236937" y="13810599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D9F00824-AD63-1AE3-AAE6-1C3FF629D220}"/>
              </a:ext>
            </a:extLst>
          </p:cNvPr>
          <p:cNvCxnSpPr>
            <a:cxnSpLocks/>
            <a:stCxn id="331" idx="0"/>
          </p:cNvCxnSpPr>
          <p:nvPr/>
        </p:nvCxnSpPr>
        <p:spPr>
          <a:xfrm flipH="1" flipV="1">
            <a:off x="17573255" y="13728764"/>
            <a:ext cx="577846" cy="160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Oval 335">
            <a:extLst>
              <a:ext uri="{FF2B5EF4-FFF2-40B4-BE49-F238E27FC236}">
                <a16:creationId xmlns:a16="http://schemas.microsoft.com/office/drawing/2014/main" id="{959089C3-A43F-3F28-E9F2-716B7B00E11B}"/>
              </a:ext>
            </a:extLst>
          </p:cNvPr>
          <p:cNvSpPr/>
          <p:nvPr/>
        </p:nvSpPr>
        <p:spPr>
          <a:xfrm>
            <a:off x="20938508" y="13573970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BC75B933-7D73-93EE-B85C-66B30AB1A1A9}"/>
              </a:ext>
            </a:extLst>
          </p:cNvPr>
          <p:cNvSpPr/>
          <p:nvPr/>
        </p:nvSpPr>
        <p:spPr>
          <a:xfrm>
            <a:off x="19750683" y="13573970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716D0500-5475-73BD-5785-A57DC18A507C}"/>
              </a:ext>
            </a:extLst>
          </p:cNvPr>
          <p:cNvSpPr/>
          <p:nvPr/>
        </p:nvSpPr>
        <p:spPr>
          <a:xfrm>
            <a:off x="17207200" y="13573970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E65FB765-A93C-306B-A5CB-B11AC849A7EB}"/>
              </a:ext>
            </a:extLst>
          </p:cNvPr>
          <p:cNvSpPr/>
          <p:nvPr/>
        </p:nvSpPr>
        <p:spPr>
          <a:xfrm>
            <a:off x="16364830" y="13206506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BFDEB442-D863-D2AC-C416-CCA61F32887B}"/>
              </a:ext>
            </a:extLst>
          </p:cNvPr>
          <p:cNvSpPr/>
          <p:nvPr/>
        </p:nvSpPr>
        <p:spPr>
          <a:xfrm>
            <a:off x="18857209" y="13596867"/>
            <a:ext cx="348080" cy="34871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27748D8E-2B2E-1328-32AD-3A191D7AFA3C}"/>
              </a:ext>
            </a:extLst>
          </p:cNvPr>
          <p:cNvCxnSpPr>
            <a:cxnSpLocks/>
          </p:cNvCxnSpPr>
          <p:nvPr/>
        </p:nvCxnSpPr>
        <p:spPr>
          <a:xfrm>
            <a:off x="43309658" y="8721027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2" name="Rectangle 341">
            <a:extLst>
              <a:ext uri="{FF2B5EF4-FFF2-40B4-BE49-F238E27FC236}">
                <a16:creationId xmlns:a16="http://schemas.microsoft.com/office/drawing/2014/main" id="{A19F15DD-6DA6-1340-A12E-FBA8D3398C10}"/>
              </a:ext>
            </a:extLst>
          </p:cNvPr>
          <p:cNvSpPr/>
          <p:nvPr/>
        </p:nvSpPr>
        <p:spPr>
          <a:xfrm>
            <a:off x="48427268" y="7764767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2AE17215-8F71-D5BF-47D6-09D8C69B67D3}"/>
              </a:ext>
            </a:extLst>
          </p:cNvPr>
          <p:cNvCxnSpPr>
            <a:cxnSpLocks/>
          </p:cNvCxnSpPr>
          <p:nvPr/>
        </p:nvCxnSpPr>
        <p:spPr>
          <a:xfrm>
            <a:off x="47174166" y="8503977"/>
            <a:ext cx="608106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4" name="Oval 343">
            <a:extLst>
              <a:ext uri="{FF2B5EF4-FFF2-40B4-BE49-F238E27FC236}">
                <a16:creationId xmlns:a16="http://schemas.microsoft.com/office/drawing/2014/main" id="{8F06FE14-7BAA-5E4D-B13D-779FDFADE1E0}"/>
              </a:ext>
            </a:extLst>
          </p:cNvPr>
          <p:cNvSpPr/>
          <p:nvPr/>
        </p:nvSpPr>
        <p:spPr>
          <a:xfrm>
            <a:off x="47979736" y="8540566"/>
            <a:ext cx="168298" cy="168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Oval 344">
            <a:extLst>
              <a:ext uri="{FF2B5EF4-FFF2-40B4-BE49-F238E27FC236}">
                <a16:creationId xmlns:a16="http://schemas.microsoft.com/office/drawing/2014/main" id="{34B7ED87-9EBA-43B0-124F-B2B53DF0141E}"/>
              </a:ext>
            </a:extLst>
          </p:cNvPr>
          <p:cNvSpPr/>
          <p:nvPr/>
        </p:nvSpPr>
        <p:spPr>
          <a:xfrm>
            <a:off x="43443745" y="8242503"/>
            <a:ext cx="464094" cy="4640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Oval 345">
            <a:extLst>
              <a:ext uri="{FF2B5EF4-FFF2-40B4-BE49-F238E27FC236}">
                <a16:creationId xmlns:a16="http://schemas.microsoft.com/office/drawing/2014/main" id="{E45DD292-BC1A-E800-9C78-72ECEFAA4AAF}"/>
              </a:ext>
            </a:extLst>
          </p:cNvPr>
          <p:cNvSpPr/>
          <p:nvPr/>
        </p:nvSpPr>
        <p:spPr>
          <a:xfrm>
            <a:off x="47879535" y="8349200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4B2E4849-95A9-960D-31CF-C259801411E4}"/>
              </a:ext>
            </a:extLst>
          </p:cNvPr>
          <p:cNvCxnSpPr>
            <a:cxnSpLocks/>
          </p:cNvCxnSpPr>
          <p:nvPr/>
        </p:nvCxnSpPr>
        <p:spPr>
          <a:xfrm flipV="1">
            <a:off x="48047839" y="8353168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Arrow Connector 347">
            <a:extLst>
              <a:ext uri="{FF2B5EF4-FFF2-40B4-BE49-F238E27FC236}">
                <a16:creationId xmlns:a16="http://schemas.microsoft.com/office/drawing/2014/main" id="{BA213404-5B5C-08BA-DD4A-5164FCA1902C}"/>
              </a:ext>
            </a:extLst>
          </p:cNvPr>
          <p:cNvCxnSpPr>
            <a:cxnSpLocks/>
          </p:cNvCxnSpPr>
          <p:nvPr/>
        </p:nvCxnSpPr>
        <p:spPr>
          <a:xfrm rot="-1200000" flipH="1" flipV="1">
            <a:off x="47911748" y="8433084"/>
            <a:ext cx="91839" cy="1462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Arrow Connector 348">
            <a:extLst>
              <a:ext uri="{FF2B5EF4-FFF2-40B4-BE49-F238E27FC236}">
                <a16:creationId xmlns:a16="http://schemas.microsoft.com/office/drawing/2014/main" id="{5CEB95F3-7F0A-195F-1CBD-1FBDF1285A29}"/>
              </a:ext>
            </a:extLst>
          </p:cNvPr>
          <p:cNvCxnSpPr>
            <a:cxnSpLocks/>
          </p:cNvCxnSpPr>
          <p:nvPr/>
        </p:nvCxnSpPr>
        <p:spPr>
          <a:xfrm rot="1200000" flipV="1">
            <a:off x="48152531" y="8397961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0" name="Oval 349">
            <a:extLst>
              <a:ext uri="{FF2B5EF4-FFF2-40B4-BE49-F238E27FC236}">
                <a16:creationId xmlns:a16="http://schemas.microsoft.com/office/drawing/2014/main" id="{F99AECF4-EAF6-56D2-7871-F4461E7B8853}"/>
              </a:ext>
            </a:extLst>
          </p:cNvPr>
          <p:cNvSpPr/>
          <p:nvPr/>
        </p:nvSpPr>
        <p:spPr>
          <a:xfrm>
            <a:off x="46691716" y="8349200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B89D3045-4B81-F369-2320-5B57D33E4382}"/>
              </a:ext>
            </a:extLst>
          </p:cNvPr>
          <p:cNvSpPr/>
          <p:nvPr/>
        </p:nvSpPr>
        <p:spPr>
          <a:xfrm>
            <a:off x="43305857" y="7981736"/>
            <a:ext cx="739298" cy="73929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2" name="Straight Arrow Connector 351">
            <a:extLst>
              <a:ext uri="{FF2B5EF4-FFF2-40B4-BE49-F238E27FC236}">
                <a16:creationId xmlns:a16="http://schemas.microsoft.com/office/drawing/2014/main" id="{9D952BC8-2FDA-74FE-C941-C3BDF15A3DB7}"/>
              </a:ext>
            </a:extLst>
          </p:cNvPr>
          <p:cNvCxnSpPr>
            <a:cxnSpLocks/>
          </p:cNvCxnSpPr>
          <p:nvPr/>
        </p:nvCxnSpPr>
        <p:spPr>
          <a:xfrm flipH="1" flipV="1">
            <a:off x="43659602" y="7997637"/>
            <a:ext cx="4420" cy="233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Arrow Connector 352">
            <a:extLst>
              <a:ext uri="{FF2B5EF4-FFF2-40B4-BE49-F238E27FC236}">
                <a16:creationId xmlns:a16="http://schemas.microsoft.com/office/drawing/2014/main" id="{39743E53-D494-BCAB-4314-91CE11100BFF}"/>
              </a:ext>
            </a:extLst>
          </p:cNvPr>
          <p:cNvCxnSpPr>
            <a:cxnSpLocks/>
          </p:cNvCxnSpPr>
          <p:nvPr/>
        </p:nvCxnSpPr>
        <p:spPr>
          <a:xfrm rot="3000000" flipH="1" flipV="1">
            <a:off x="43907639" y="8121101"/>
            <a:ext cx="4420" cy="1979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Arrow Connector 353">
            <a:extLst>
              <a:ext uri="{FF2B5EF4-FFF2-40B4-BE49-F238E27FC236}">
                <a16:creationId xmlns:a16="http://schemas.microsoft.com/office/drawing/2014/main" id="{829F31CF-913D-4D28-0C2C-B692D723CC18}"/>
              </a:ext>
            </a:extLst>
          </p:cNvPr>
          <p:cNvCxnSpPr>
            <a:cxnSpLocks/>
          </p:cNvCxnSpPr>
          <p:nvPr/>
        </p:nvCxnSpPr>
        <p:spPr>
          <a:xfrm rot="-3000000" flipH="1" flipV="1">
            <a:off x="43441538" y="8129054"/>
            <a:ext cx="4420" cy="1979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699A57D3-57F0-2920-ECD4-C2D168B8B327}"/>
              </a:ext>
            </a:extLst>
          </p:cNvPr>
          <p:cNvCxnSpPr>
            <a:cxnSpLocks/>
          </p:cNvCxnSpPr>
          <p:nvPr/>
        </p:nvCxnSpPr>
        <p:spPr>
          <a:xfrm>
            <a:off x="43305851" y="10522492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6" name="Rectangle 355">
            <a:extLst>
              <a:ext uri="{FF2B5EF4-FFF2-40B4-BE49-F238E27FC236}">
                <a16:creationId xmlns:a16="http://schemas.microsoft.com/office/drawing/2014/main" id="{02039FFC-029D-458A-1F48-947F96A78BD5}"/>
              </a:ext>
            </a:extLst>
          </p:cNvPr>
          <p:cNvSpPr/>
          <p:nvPr/>
        </p:nvSpPr>
        <p:spPr>
          <a:xfrm>
            <a:off x="48423461" y="9566231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Freeform: Shape 356">
            <a:extLst>
              <a:ext uri="{FF2B5EF4-FFF2-40B4-BE49-F238E27FC236}">
                <a16:creationId xmlns:a16="http://schemas.microsoft.com/office/drawing/2014/main" id="{E4644330-FF86-8BE0-2614-E4202FEDF4D0}"/>
              </a:ext>
            </a:extLst>
          </p:cNvPr>
          <p:cNvSpPr/>
          <p:nvPr/>
        </p:nvSpPr>
        <p:spPr>
          <a:xfrm>
            <a:off x="45088329" y="9335646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A2303183-BB00-B3DE-4C0D-EE1752BB5024}"/>
              </a:ext>
            </a:extLst>
          </p:cNvPr>
          <p:cNvCxnSpPr>
            <a:cxnSpLocks/>
          </p:cNvCxnSpPr>
          <p:nvPr/>
        </p:nvCxnSpPr>
        <p:spPr>
          <a:xfrm>
            <a:off x="46875286" y="10305441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Arrow Connector 358">
            <a:extLst>
              <a:ext uri="{FF2B5EF4-FFF2-40B4-BE49-F238E27FC236}">
                <a16:creationId xmlns:a16="http://schemas.microsoft.com/office/drawing/2014/main" id="{121C1197-14CF-99BC-6D07-30E7B5E569FA}"/>
              </a:ext>
            </a:extLst>
          </p:cNvPr>
          <p:cNvCxnSpPr>
            <a:cxnSpLocks/>
          </p:cNvCxnSpPr>
          <p:nvPr/>
        </p:nvCxnSpPr>
        <p:spPr>
          <a:xfrm>
            <a:off x="47174157" y="10210282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Arrow Connector 359">
            <a:extLst>
              <a:ext uri="{FF2B5EF4-FFF2-40B4-BE49-F238E27FC236}">
                <a16:creationId xmlns:a16="http://schemas.microsoft.com/office/drawing/2014/main" id="{7258EFDF-3C11-AD09-2B20-1754E8CC2FF4}"/>
              </a:ext>
            </a:extLst>
          </p:cNvPr>
          <p:cNvCxnSpPr>
            <a:cxnSpLocks/>
          </p:cNvCxnSpPr>
          <p:nvPr/>
        </p:nvCxnSpPr>
        <p:spPr>
          <a:xfrm rot="10800000">
            <a:off x="47174157" y="10387287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230E5AD0-2C6A-CF62-5361-AFEBD043AAC8}"/>
              </a:ext>
            </a:extLst>
          </p:cNvPr>
          <p:cNvCxnSpPr>
            <a:cxnSpLocks/>
            <a:stCxn id="357" idx="0"/>
          </p:cNvCxnSpPr>
          <p:nvPr/>
        </p:nvCxnSpPr>
        <p:spPr>
          <a:xfrm flipH="1" flipV="1">
            <a:off x="44510482" y="10305452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2" name="Oval 361">
            <a:extLst>
              <a:ext uri="{FF2B5EF4-FFF2-40B4-BE49-F238E27FC236}">
                <a16:creationId xmlns:a16="http://schemas.microsoft.com/office/drawing/2014/main" id="{52D126E3-E510-E4EA-CAF7-06A5AFC7C4F6}"/>
              </a:ext>
            </a:extLst>
          </p:cNvPr>
          <p:cNvSpPr/>
          <p:nvPr/>
        </p:nvSpPr>
        <p:spPr>
          <a:xfrm>
            <a:off x="47875729" y="10150658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F814B4D5-9CA1-5408-2B5B-4AA38205DA48}"/>
              </a:ext>
            </a:extLst>
          </p:cNvPr>
          <p:cNvSpPr/>
          <p:nvPr/>
        </p:nvSpPr>
        <p:spPr>
          <a:xfrm>
            <a:off x="46687910" y="10150658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608A9B01-B5F8-254F-C227-C84553CDE9F6}"/>
              </a:ext>
            </a:extLst>
          </p:cNvPr>
          <p:cNvSpPr/>
          <p:nvPr/>
        </p:nvSpPr>
        <p:spPr>
          <a:xfrm>
            <a:off x="44144428" y="10150658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7F35AFB1-15F4-F506-5D6A-16E5D54F8C26}"/>
              </a:ext>
            </a:extLst>
          </p:cNvPr>
          <p:cNvSpPr/>
          <p:nvPr/>
        </p:nvSpPr>
        <p:spPr>
          <a:xfrm>
            <a:off x="43302050" y="9783194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CCFBB11D-53CE-0C3F-97F9-2A8D56A4343C}"/>
              </a:ext>
            </a:extLst>
          </p:cNvPr>
          <p:cNvCxnSpPr>
            <a:cxnSpLocks/>
          </p:cNvCxnSpPr>
          <p:nvPr/>
        </p:nvCxnSpPr>
        <p:spPr>
          <a:xfrm>
            <a:off x="27944538" y="8744889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7" name="Rectangle 366">
            <a:extLst>
              <a:ext uri="{FF2B5EF4-FFF2-40B4-BE49-F238E27FC236}">
                <a16:creationId xmlns:a16="http://schemas.microsoft.com/office/drawing/2014/main" id="{1A506C11-B18B-AEDF-0649-0BED444735C6}"/>
              </a:ext>
            </a:extLst>
          </p:cNvPr>
          <p:cNvSpPr/>
          <p:nvPr/>
        </p:nvSpPr>
        <p:spPr>
          <a:xfrm>
            <a:off x="30446519" y="7788629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A8FE4110-FF53-D104-0CF3-771617767931}"/>
              </a:ext>
            </a:extLst>
          </p:cNvPr>
          <p:cNvCxnSpPr>
            <a:cxnSpLocks/>
          </p:cNvCxnSpPr>
          <p:nvPr/>
        </p:nvCxnSpPr>
        <p:spPr>
          <a:xfrm>
            <a:off x="31809052" y="8527839"/>
            <a:ext cx="608106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Oval 368">
            <a:extLst>
              <a:ext uri="{FF2B5EF4-FFF2-40B4-BE49-F238E27FC236}">
                <a16:creationId xmlns:a16="http://schemas.microsoft.com/office/drawing/2014/main" id="{9044FDA9-3A3C-8D94-10CE-48CF72419BF3}"/>
              </a:ext>
            </a:extLst>
          </p:cNvPr>
          <p:cNvSpPr/>
          <p:nvPr/>
        </p:nvSpPr>
        <p:spPr>
          <a:xfrm>
            <a:off x="32614609" y="8564428"/>
            <a:ext cx="168298" cy="168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Oval 369">
            <a:extLst>
              <a:ext uri="{FF2B5EF4-FFF2-40B4-BE49-F238E27FC236}">
                <a16:creationId xmlns:a16="http://schemas.microsoft.com/office/drawing/2014/main" id="{330F6617-AA1F-FA71-EE6F-A85B34E74785}"/>
              </a:ext>
            </a:extLst>
          </p:cNvPr>
          <p:cNvSpPr/>
          <p:nvPr/>
        </p:nvSpPr>
        <p:spPr>
          <a:xfrm>
            <a:off x="28078632" y="8266365"/>
            <a:ext cx="464094" cy="4640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E312AE36-879F-CE7F-0323-07116A15419C}"/>
              </a:ext>
            </a:extLst>
          </p:cNvPr>
          <p:cNvSpPr/>
          <p:nvPr/>
        </p:nvSpPr>
        <p:spPr>
          <a:xfrm>
            <a:off x="32514415" y="8373062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2" name="Straight Arrow Connector 371">
            <a:extLst>
              <a:ext uri="{FF2B5EF4-FFF2-40B4-BE49-F238E27FC236}">
                <a16:creationId xmlns:a16="http://schemas.microsoft.com/office/drawing/2014/main" id="{4439C215-9BA2-A3E7-E8CD-4995B79EFF3E}"/>
              </a:ext>
            </a:extLst>
          </p:cNvPr>
          <p:cNvCxnSpPr>
            <a:cxnSpLocks/>
          </p:cNvCxnSpPr>
          <p:nvPr/>
        </p:nvCxnSpPr>
        <p:spPr>
          <a:xfrm flipV="1">
            <a:off x="32682712" y="8377030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Arrow Connector 372">
            <a:extLst>
              <a:ext uri="{FF2B5EF4-FFF2-40B4-BE49-F238E27FC236}">
                <a16:creationId xmlns:a16="http://schemas.microsoft.com/office/drawing/2014/main" id="{D1D8C696-B13B-C66C-6B6F-6B43D7B22F82}"/>
              </a:ext>
            </a:extLst>
          </p:cNvPr>
          <p:cNvCxnSpPr>
            <a:cxnSpLocks/>
          </p:cNvCxnSpPr>
          <p:nvPr/>
        </p:nvCxnSpPr>
        <p:spPr>
          <a:xfrm rot="-1200000" flipH="1" flipV="1">
            <a:off x="32546628" y="8456946"/>
            <a:ext cx="91839" cy="1462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1CA5AC90-071A-99D3-4955-F89843E4EFCF}"/>
              </a:ext>
            </a:extLst>
          </p:cNvPr>
          <p:cNvCxnSpPr>
            <a:cxnSpLocks/>
          </p:cNvCxnSpPr>
          <p:nvPr/>
        </p:nvCxnSpPr>
        <p:spPr>
          <a:xfrm rot="1200000" flipV="1">
            <a:off x="32787410" y="8421823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Oval 374">
            <a:extLst>
              <a:ext uri="{FF2B5EF4-FFF2-40B4-BE49-F238E27FC236}">
                <a16:creationId xmlns:a16="http://schemas.microsoft.com/office/drawing/2014/main" id="{09517F81-0A06-5AF6-AE23-D326B28C8327}"/>
              </a:ext>
            </a:extLst>
          </p:cNvPr>
          <p:cNvSpPr/>
          <p:nvPr/>
        </p:nvSpPr>
        <p:spPr>
          <a:xfrm>
            <a:off x="31326589" y="8373062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Oval 375">
            <a:extLst>
              <a:ext uri="{FF2B5EF4-FFF2-40B4-BE49-F238E27FC236}">
                <a16:creationId xmlns:a16="http://schemas.microsoft.com/office/drawing/2014/main" id="{DC8A18B9-E317-25A3-18A8-C8ACFDCF297B}"/>
              </a:ext>
            </a:extLst>
          </p:cNvPr>
          <p:cNvSpPr/>
          <p:nvPr/>
        </p:nvSpPr>
        <p:spPr>
          <a:xfrm>
            <a:off x="27940736" y="8005598"/>
            <a:ext cx="739298" cy="73929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49DF2EF2-D530-0284-DD1B-41E2740632F2}"/>
              </a:ext>
            </a:extLst>
          </p:cNvPr>
          <p:cNvCxnSpPr>
            <a:cxnSpLocks/>
          </p:cNvCxnSpPr>
          <p:nvPr/>
        </p:nvCxnSpPr>
        <p:spPr>
          <a:xfrm flipH="1" flipV="1">
            <a:off x="28294475" y="8021499"/>
            <a:ext cx="4420" cy="233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Arrow Connector 377">
            <a:extLst>
              <a:ext uri="{FF2B5EF4-FFF2-40B4-BE49-F238E27FC236}">
                <a16:creationId xmlns:a16="http://schemas.microsoft.com/office/drawing/2014/main" id="{4D078E4A-284C-0ACE-96B1-9C7B278409FA}"/>
              </a:ext>
            </a:extLst>
          </p:cNvPr>
          <p:cNvCxnSpPr>
            <a:cxnSpLocks/>
          </p:cNvCxnSpPr>
          <p:nvPr/>
        </p:nvCxnSpPr>
        <p:spPr>
          <a:xfrm rot="3000000" flipH="1" flipV="1">
            <a:off x="28542526" y="8144963"/>
            <a:ext cx="4420" cy="1979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Arrow Connector 378">
            <a:extLst>
              <a:ext uri="{FF2B5EF4-FFF2-40B4-BE49-F238E27FC236}">
                <a16:creationId xmlns:a16="http://schemas.microsoft.com/office/drawing/2014/main" id="{48E75E6C-4F73-F438-B99A-FF51E0C5F0BB}"/>
              </a:ext>
            </a:extLst>
          </p:cNvPr>
          <p:cNvCxnSpPr>
            <a:cxnSpLocks/>
          </p:cNvCxnSpPr>
          <p:nvPr/>
        </p:nvCxnSpPr>
        <p:spPr>
          <a:xfrm rot="-3000000" flipH="1" flipV="1">
            <a:off x="28076411" y="8152916"/>
            <a:ext cx="4420" cy="1979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90203EE7-82EC-45D3-C2A1-BB2EBAC8D2CB}"/>
              </a:ext>
            </a:extLst>
          </p:cNvPr>
          <p:cNvCxnSpPr>
            <a:cxnSpLocks/>
          </p:cNvCxnSpPr>
          <p:nvPr/>
        </p:nvCxnSpPr>
        <p:spPr>
          <a:xfrm>
            <a:off x="27940731" y="10546354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1" name="Rectangle 380">
            <a:extLst>
              <a:ext uri="{FF2B5EF4-FFF2-40B4-BE49-F238E27FC236}">
                <a16:creationId xmlns:a16="http://schemas.microsoft.com/office/drawing/2014/main" id="{205FCE9F-597B-2D15-8B21-706D5648CC90}"/>
              </a:ext>
            </a:extLst>
          </p:cNvPr>
          <p:cNvSpPr/>
          <p:nvPr/>
        </p:nvSpPr>
        <p:spPr>
          <a:xfrm>
            <a:off x="30442712" y="9590093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2" name="Freeform: Shape 381">
            <a:extLst>
              <a:ext uri="{FF2B5EF4-FFF2-40B4-BE49-F238E27FC236}">
                <a16:creationId xmlns:a16="http://schemas.microsoft.com/office/drawing/2014/main" id="{3A607645-76CE-FEAD-2D03-88564E334640}"/>
              </a:ext>
            </a:extLst>
          </p:cNvPr>
          <p:cNvSpPr/>
          <p:nvPr/>
        </p:nvSpPr>
        <p:spPr>
          <a:xfrm>
            <a:off x="29723202" y="9359508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3798BC47-2E27-3638-B730-B39075C916CB}"/>
              </a:ext>
            </a:extLst>
          </p:cNvPr>
          <p:cNvCxnSpPr>
            <a:cxnSpLocks/>
          </p:cNvCxnSpPr>
          <p:nvPr/>
        </p:nvCxnSpPr>
        <p:spPr>
          <a:xfrm>
            <a:off x="31510159" y="10329303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Arrow Connector 383">
            <a:extLst>
              <a:ext uri="{FF2B5EF4-FFF2-40B4-BE49-F238E27FC236}">
                <a16:creationId xmlns:a16="http://schemas.microsoft.com/office/drawing/2014/main" id="{8E09043C-F42A-75D0-D7A7-8A6FF78630CB}"/>
              </a:ext>
            </a:extLst>
          </p:cNvPr>
          <p:cNvCxnSpPr>
            <a:cxnSpLocks/>
          </p:cNvCxnSpPr>
          <p:nvPr/>
        </p:nvCxnSpPr>
        <p:spPr>
          <a:xfrm>
            <a:off x="31809037" y="10234144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2A160E18-0E74-ED90-1620-11BACFFCF841}"/>
              </a:ext>
            </a:extLst>
          </p:cNvPr>
          <p:cNvCxnSpPr>
            <a:cxnSpLocks/>
          </p:cNvCxnSpPr>
          <p:nvPr/>
        </p:nvCxnSpPr>
        <p:spPr>
          <a:xfrm rot="10800000">
            <a:off x="31809037" y="10411149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F9D217E9-5DC0-F1B2-8BA8-AA33C21CB90D}"/>
              </a:ext>
            </a:extLst>
          </p:cNvPr>
          <p:cNvCxnSpPr>
            <a:cxnSpLocks/>
            <a:stCxn id="382" idx="0"/>
          </p:cNvCxnSpPr>
          <p:nvPr/>
        </p:nvCxnSpPr>
        <p:spPr>
          <a:xfrm flipH="1" flipV="1">
            <a:off x="29145355" y="10329314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7" name="Oval 386">
            <a:extLst>
              <a:ext uri="{FF2B5EF4-FFF2-40B4-BE49-F238E27FC236}">
                <a16:creationId xmlns:a16="http://schemas.microsoft.com/office/drawing/2014/main" id="{0A2B5381-100A-65D4-F9BA-413C8EB58412}"/>
              </a:ext>
            </a:extLst>
          </p:cNvPr>
          <p:cNvSpPr/>
          <p:nvPr/>
        </p:nvSpPr>
        <p:spPr>
          <a:xfrm>
            <a:off x="32510608" y="10174520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1EA78899-6ABE-753D-974A-723210CD8D41}"/>
              </a:ext>
            </a:extLst>
          </p:cNvPr>
          <p:cNvSpPr/>
          <p:nvPr/>
        </p:nvSpPr>
        <p:spPr>
          <a:xfrm>
            <a:off x="31322783" y="10174520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" name="Oval 388">
            <a:extLst>
              <a:ext uri="{FF2B5EF4-FFF2-40B4-BE49-F238E27FC236}">
                <a16:creationId xmlns:a16="http://schemas.microsoft.com/office/drawing/2014/main" id="{0DADD710-77DC-8928-BF9A-D0D48AFAB6CF}"/>
              </a:ext>
            </a:extLst>
          </p:cNvPr>
          <p:cNvSpPr/>
          <p:nvPr/>
        </p:nvSpPr>
        <p:spPr>
          <a:xfrm>
            <a:off x="28779300" y="10174520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Oval 389">
            <a:extLst>
              <a:ext uri="{FF2B5EF4-FFF2-40B4-BE49-F238E27FC236}">
                <a16:creationId xmlns:a16="http://schemas.microsoft.com/office/drawing/2014/main" id="{DED4C751-072C-8FAF-CB73-3119043B90A7}"/>
              </a:ext>
            </a:extLst>
          </p:cNvPr>
          <p:cNvSpPr/>
          <p:nvPr/>
        </p:nvSpPr>
        <p:spPr>
          <a:xfrm>
            <a:off x="27936930" y="9807056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9" name="Graphic 398" descr="Mittens with solid fill">
            <a:extLst>
              <a:ext uri="{FF2B5EF4-FFF2-40B4-BE49-F238E27FC236}">
                <a16:creationId xmlns:a16="http://schemas.microsoft.com/office/drawing/2014/main" id="{BB0A6F6E-CAE8-2A7C-3338-74FDFD74AD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39661" y="5479544"/>
            <a:ext cx="1563058" cy="1563058"/>
          </a:xfrm>
          <a:prstGeom prst="rect">
            <a:avLst/>
          </a:prstGeom>
        </p:spPr>
      </p:pic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6DFA8436-765C-40A3-BA6D-3E95DD162FB1}"/>
              </a:ext>
            </a:extLst>
          </p:cNvPr>
          <p:cNvCxnSpPr>
            <a:cxnSpLocks/>
          </p:cNvCxnSpPr>
          <p:nvPr/>
        </p:nvCxnSpPr>
        <p:spPr>
          <a:xfrm>
            <a:off x="35745417" y="8679481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1" name="Rectangle 400">
            <a:extLst>
              <a:ext uri="{FF2B5EF4-FFF2-40B4-BE49-F238E27FC236}">
                <a16:creationId xmlns:a16="http://schemas.microsoft.com/office/drawing/2014/main" id="{9DC821CC-7DA2-F566-C148-F991386447C1}"/>
              </a:ext>
            </a:extLst>
          </p:cNvPr>
          <p:cNvSpPr/>
          <p:nvPr/>
        </p:nvSpPr>
        <p:spPr>
          <a:xfrm>
            <a:off x="38247398" y="7723221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23CC156A-5FD4-5EBD-41D8-4AF5F0011981}"/>
              </a:ext>
            </a:extLst>
          </p:cNvPr>
          <p:cNvCxnSpPr>
            <a:cxnSpLocks/>
          </p:cNvCxnSpPr>
          <p:nvPr/>
        </p:nvCxnSpPr>
        <p:spPr>
          <a:xfrm>
            <a:off x="39609931" y="8462431"/>
            <a:ext cx="608106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3" name="Oval 402">
            <a:extLst>
              <a:ext uri="{FF2B5EF4-FFF2-40B4-BE49-F238E27FC236}">
                <a16:creationId xmlns:a16="http://schemas.microsoft.com/office/drawing/2014/main" id="{8805D08E-975D-0AAD-4961-3F98EE8B5BDC}"/>
              </a:ext>
            </a:extLst>
          </p:cNvPr>
          <p:cNvSpPr/>
          <p:nvPr/>
        </p:nvSpPr>
        <p:spPr>
          <a:xfrm>
            <a:off x="40415488" y="8499020"/>
            <a:ext cx="168298" cy="168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BBB8C9EC-31B0-DFC8-CD8D-A4EE7BF65DE5}"/>
              </a:ext>
            </a:extLst>
          </p:cNvPr>
          <p:cNvSpPr/>
          <p:nvPr/>
        </p:nvSpPr>
        <p:spPr>
          <a:xfrm>
            <a:off x="35879511" y="8200957"/>
            <a:ext cx="464094" cy="4640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5" name="Oval 404">
            <a:extLst>
              <a:ext uri="{FF2B5EF4-FFF2-40B4-BE49-F238E27FC236}">
                <a16:creationId xmlns:a16="http://schemas.microsoft.com/office/drawing/2014/main" id="{34E406BD-1E8C-C3EB-9450-E513C2125F28}"/>
              </a:ext>
            </a:extLst>
          </p:cNvPr>
          <p:cNvSpPr/>
          <p:nvPr/>
        </p:nvSpPr>
        <p:spPr>
          <a:xfrm>
            <a:off x="40315294" y="8307654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6" name="Straight Arrow Connector 405">
            <a:extLst>
              <a:ext uri="{FF2B5EF4-FFF2-40B4-BE49-F238E27FC236}">
                <a16:creationId xmlns:a16="http://schemas.microsoft.com/office/drawing/2014/main" id="{A06A4DD5-57C7-AA16-6338-5CDD93B9495E}"/>
              </a:ext>
            </a:extLst>
          </p:cNvPr>
          <p:cNvCxnSpPr>
            <a:cxnSpLocks/>
          </p:cNvCxnSpPr>
          <p:nvPr/>
        </p:nvCxnSpPr>
        <p:spPr>
          <a:xfrm flipV="1">
            <a:off x="40483591" y="8311622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Arrow Connector 406">
            <a:extLst>
              <a:ext uri="{FF2B5EF4-FFF2-40B4-BE49-F238E27FC236}">
                <a16:creationId xmlns:a16="http://schemas.microsoft.com/office/drawing/2014/main" id="{63F8DB96-4F01-417A-B74A-57F8B6BB3227}"/>
              </a:ext>
            </a:extLst>
          </p:cNvPr>
          <p:cNvCxnSpPr>
            <a:cxnSpLocks/>
          </p:cNvCxnSpPr>
          <p:nvPr/>
        </p:nvCxnSpPr>
        <p:spPr>
          <a:xfrm rot="-1200000" flipH="1" flipV="1">
            <a:off x="40347507" y="8391538"/>
            <a:ext cx="91839" cy="1462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5F123B8C-ACB5-5779-9545-0FC61291F041}"/>
              </a:ext>
            </a:extLst>
          </p:cNvPr>
          <p:cNvCxnSpPr>
            <a:cxnSpLocks/>
          </p:cNvCxnSpPr>
          <p:nvPr/>
        </p:nvCxnSpPr>
        <p:spPr>
          <a:xfrm rot="1200000" flipV="1">
            <a:off x="40588289" y="8356415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Oval 408">
            <a:extLst>
              <a:ext uri="{FF2B5EF4-FFF2-40B4-BE49-F238E27FC236}">
                <a16:creationId xmlns:a16="http://schemas.microsoft.com/office/drawing/2014/main" id="{24F89952-C670-36AD-19DD-80E9DB47B89D}"/>
              </a:ext>
            </a:extLst>
          </p:cNvPr>
          <p:cNvSpPr/>
          <p:nvPr/>
        </p:nvSpPr>
        <p:spPr>
          <a:xfrm>
            <a:off x="39127468" y="8307654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80DF5FAE-2046-7D9F-923F-BDCE88C97AAC}"/>
              </a:ext>
            </a:extLst>
          </p:cNvPr>
          <p:cNvSpPr/>
          <p:nvPr/>
        </p:nvSpPr>
        <p:spPr>
          <a:xfrm>
            <a:off x="35741615" y="7940190"/>
            <a:ext cx="739298" cy="73929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1" name="Straight Arrow Connector 410">
            <a:extLst>
              <a:ext uri="{FF2B5EF4-FFF2-40B4-BE49-F238E27FC236}">
                <a16:creationId xmlns:a16="http://schemas.microsoft.com/office/drawing/2014/main" id="{F5EEBC42-4090-BF6F-CF8A-0FC4741C950E}"/>
              </a:ext>
            </a:extLst>
          </p:cNvPr>
          <p:cNvCxnSpPr>
            <a:cxnSpLocks/>
          </p:cNvCxnSpPr>
          <p:nvPr/>
        </p:nvCxnSpPr>
        <p:spPr>
          <a:xfrm flipH="1" flipV="1">
            <a:off x="36095354" y="7956091"/>
            <a:ext cx="4420" cy="233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92429214-2B45-29FB-1EAA-2EBB47F7EA22}"/>
              </a:ext>
            </a:extLst>
          </p:cNvPr>
          <p:cNvCxnSpPr>
            <a:cxnSpLocks/>
          </p:cNvCxnSpPr>
          <p:nvPr/>
        </p:nvCxnSpPr>
        <p:spPr>
          <a:xfrm rot="3000000" flipH="1" flipV="1">
            <a:off x="36343405" y="8079555"/>
            <a:ext cx="4420" cy="1979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Arrow Connector 412">
            <a:extLst>
              <a:ext uri="{FF2B5EF4-FFF2-40B4-BE49-F238E27FC236}">
                <a16:creationId xmlns:a16="http://schemas.microsoft.com/office/drawing/2014/main" id="{A5FA36A4-5A38-85D8-611E-1B7DF2DA0791}"/>
              </a:ext>
            </a:extLst>
          </p:cNvPr>
          <p:cNvCxnSpPr>
            <a:cxnSpLocks/>
          </p:cNvCxnSpPr>
          <p:nvPr/>
        </p:nvCxnSpPr>
        <p:spPr>
          <a:xfrm rot="-3000000" flipH="1" flipV="1">
            <a:off x="35877290" y="8087508"/>
            <a:ext cx="4420" cy="1979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F49ABA6C-B0BE-966C-4E8C-33A2B57D9A7B}"/>
              </a:ext>
            </a:extLst>
          </p:cNvPr>
          <p:cNvCxnSpPr>
            <a:cxnSpLocks/>
          </p:cNvCxnSpPr>
          <p:nvPr/>
        </p:nvCxnSpPr>
        <p:spPr>
          <a:xfrm>
            <a:off x="35741610" y="10480946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5" name="Rectangle 414">
            <a:extLst>
              <a:ext uri="{FF2B5EF4-FFF2-40B4-BE49-F238E27FC236}">
                <a16:creationId xmlns:a16="http://schemas.microsoft.com/office/drawing/2014/main" id="{7C3123B9-1664-D9EC-417E-826829C4B7A3}"/>
              </a:ext>
            </a:extLst>
          </p:cNvPr>
          <p:cNvSpPr/>
          <p:nvPr/>
        </p:nvSpPr>
        <p:spPr>
          <a:xfrm>
            <a:off x="38243591" y="9524685"/>
            <a:ext cx="370542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6" name="Freeform: Shape 415">
            <a:extLst>
              <a:ext uri="{FF2B5EF4-FFF2-40B4-BE49-F238E27FC236}">
                <a16:creationId xmlns:a16="http://schemas.microsoft.com/office/drawing/2014/main" id="{A68CD7DF-FF03-E4FB-726A-97F69DB29846}"/>
              </a:ext>
            </a:extLst>
          </p:cNvPr>
          <p:cNvSpPr/>
          <p:nvPr/>
        </p:nvSpPr>
        <p:spPr>
          <a:xfrm>
            <a:off x="37524081" y="9294100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A2AF4170-C2D5-3D1A-8759-2E8F9A8C3AB4}"/>
              </a:ext>
            </a:extLst>
          </p:cNvPr>
          <p:cNvCxnSpPr>
            <a:cxnSpLocks/>
          </p:cNvCxnSpPr>
          <p:nvPr/>
        </p:nvCxnSpPr>
        <p:spPr>
          <a:xfrm>
            <a:off x="39311038" y="10263895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Arrow Connector 417">
            <a:extLst>
              <a:ext uri="{FF2B5EF4-FFF2-40B4-BE49-F238E27FC236}">
                <a16:creationId xmlns:a16="http://schemas.microsoft.com/office/drawing/2014/main" id="{155B8817-A571-B2BD-294B-32A73912E7D0}"/>
              </a:ext>
            </a:extLst>
          </p:cNvPr>
          <p:cNvCxnSpPr>
            <a:cxnSpLocks/>
          </p:cNvCxnSpPr>
          <p:nvPr/>
        </p:nvCxnSpPr>
        <p:spPr>
          <a:xfrm>
            <a:off x="39609916" y="10168736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Arrow Connector 418">
            <a:extLst>
              <a:ext uri="{FF2B5EF4-FFF2-40B4-BE49-F238E27FC236}">
                <a16:creationId xmlns:a16="http://schemas.microsoft.com/office/drawing/2014/main" id="{DC8BEFF4-71BA-7F40-068E-9C98B9023940}"/>
              </a:ext>
            </a:extLst>
          </p:cNvPr>
          <p:cNvCxnSpPr>
            <a:cxnSpLocks/>
          </p:cNvCxnSpPr>
          <p:nvPr/>
        </p:nvCxnSpPr>
        <p:spPr>
          <a:xfrm rot="10800000">
            <a:off x="39609916" y="10345741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00DBD63C-1850-4A4A-F824-67CDE82E5F24}"/>
              </a:ext>
            </a:extLst>
          </p:cNvPr>
          <p:cNvCxnSpPr>
            <a:cxnSpLocks/>
            <a:stCxn id="416" idx="0"/>
          </p:cNvCxnSpPr>
          <p:nvPr/>
        </p:nvCxnSpPr>
        <p:spPr>
          <a:xfrm flipH="1" flipV="1">
            <a:off x="36946234" y="10263906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65256D6D-8EC8-A24E-BDEA-EBD5E883C58C}"/>
              </a:ext>
            </a:extLst>
          </p:cNvPr>
          <p:cNvSpPr/>
          <p:nvPr/>
        </p:nvSpPr>
        <p:spPr>
          <a:xfrm>
            <a:off x="40311487" y="10109112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2" name="Oval 421">
            <a:extLst>
              <a:ext uri="{FF2B5EF4-FFF2-40B4-BE49-F238E27FC236}">
                <a16:creationId xmlns:a16="http://schemas.microsoft.com/office/drawing/2014/main" id="{0195A0E4-740D-23C9-9418-C28354CB8814}"/>
              </a:ext>
            </a:extLst>
          </p:cNvPr>
          <p:cNvSpPr/>
          <p:nvPr/>
        </p:nvSpPr>
        <p:spPr>
          <a:xfrm>
            <a:off x="39123662" y="10109112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3" name="Oval 422">
            <a:extLst>
              <a:ext uri="{FF2B5EF4-FFF2-40B4-BE49-F238E27FC236}">
                <a16:creationId xmlns:a16="http://schemas.microsoft.com/office/drawing/2014/main" id="{8DFF9FAA-7A33-6E0E-920A-CE4B93A96104}"/>
              </a:ext>
            </a:extLst>
          </p:cNvPr>
          <p:cNvSpPr/>
          <p:nvPr/>
        </p:nvSpPr>
        <p:spPr>
          <a:xfrm>
            <a:off x="36580179" y="10109112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4" name="Oval 423">
            <a:extLst>
              <a:ext uri="{FF2B5EF4-FFF2-40B4-BE49-F238E27FC236}">
                <a16:creationId xmlns:a16="http://schemas.microsoft.com/office/drawing/2014/main" id="{8292B0B4-4F47-2FDA-76BE-A7BEDE4F6408}"/>
              </a:ext>
            </a:extLst>
          </p:cNvPr>
          <p:cNvSpPr/>
          <p:nvPr/>
        </p:nvSpPr>
        <p:spPr>
          <a:xfrm>
            <a:off x="35737809" y="9741648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6" name="Graphic 425" descr="Mittens outline">
            <a:extLst>
              <a:ext uri="{FF2B5EF4-FFF2-40B4-BE49-F238E27FC236}">
                <a16:creationId xmlns:a16="http://schemas.microsoft.com/office/drawing/2014/main" id="{B50F79FD-68A1-F760-2196-E27D33E59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78016" y="5462750"/>
            <a:ext cx="1608779" cy="1608779"/>
          </a:xfrm>
          <a:prstGeom prst="rect">
            <a:avLst/>
          </a:prstGeom>
        </p:spPr>
      </p:pic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56995CC1-0170-DECD-0DB6-BA6400B09FF2}"/>
              </a:ext>
            </a:extLst>
          </p:cNvPr>
          <p:cNvCxnSpPr>
            <a:cxnSpLocks/>
          </p:cNvCxnSpPr>
          <p:nvPr/>
        </p:nvCxnSpPr>
        <p:spPr>
          <a:xfrm>
            <a:off x="27839848" y="14324620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7" name="Freeform: Shape 446">
            <a:extLst>
              <a:ext uri="{FF2B5EF4-FFF2-40B4-BE49-F238E27FC236}">
                <a16:creationId xmlns:a16="http://schemas.microsoft.com/office/drawing/2014/main" id="{FC14A7DB-A470-6E13-D9C0-C4480879458E}"/>
              </a:ext>
            </a:extLst>
          </p:cNvPr>
          <p:cNvSpPr/>
          <p:nvPr/>
        </p:nvSpPr>
        <p:spPr>
          <a:xfrm>
            <a:off x="29622320" y="13137775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118B7174-E50B-0B4F-E698-23D330088505}"/>
              </a:ext>
            </a:extLst>
          </p:cNvPr>
          <p:cNvCxnSpPr>
            <a:cxnSpLocks/>
          </p:cNvCxnSpPr>
          <p:nvPr/>
        </p:nvCxnSpPr>
        <p:spPr>
          <a:xfrm>
            <a:off x="31399752" y="14107569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0B1E53C7-077D-0BE9-5A3A-2EC0210B1C51}"/>
              </a:ext>
            </a:extLst>
          </p:cNvPr>
          <p:cNvCxnSpPr>
            <a:cxnSpLocks/>
          </p:cNvCxnSpPr>
          <p:nvPr/>
        </p:nvCxnSpPr>
        <p:spPr>
          <a:xfrm>
            <a:off x="31708154" y="14012411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Arrow Connector 449">
            <a:extLst>
              <a:ext uri="{FF2B5EF4-FFF2-40B4-BE49-F238E27FC236}">
                <a16:creationId xmlns:a16="http://schemas.microsoft.com/office/drawing/2014/main" id="{3A9972CA-1749-5082-AED9-FD7A08906D65}"/>
              </a:ext>
            </a:extLst>
          </p:cNvPr>
          <p:cNvCxnSpPr>
            <a:cxnSpLocks/>
          </p:cNvCxnSpPr>
          <p:nvPr/>
        </p:nvCxnSpPr>
        <p:spPr>
          <a:xfrm rot="10800000">
            <a:off x="31708154" y="14189415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Arrow Connector 450">
            <a:extLst>
              <a:ext uri="{FF2B5EF4-FFF2-40B4-BE49-F238E27FC236}">
                <a16:creationId xmlns:a16="http://schemas.microsoft.com/office/drawing/2014/main" id="{14A38901-E58A-5F85-C20B-70F4196C90A2}"/>
              </a:ext>
            </a:extLst>
          </p:cNvPr>
          <p:cNvCxnSpPr>
            <a:cxnSpLocks/>
            <a:stCxn id="447" idx="0"/>
          </p:cNvCxnSpPr>
          <p:nvPr/>
        </p:nvCxnSpPr>
        <p:spPr>
          <a:xfrm flipH="1" flipV="1">
            <a:off x="29044472" y="14107581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Oval 451">
            <a:extLst>
              <a:ext uri="{FF2B5EF4-FFF2-40B4-BE49-F238E27FC236}">
                <a16:creationId xmlns:a16="http://schemas.microsoft.com/office/drawing/2014/main" id="{FD9AD264-EA81-2A61-CB3D-0D629770357E}"/>
              </a:ext>
            </a:extLst>
          </p:cNvPr>
          <p:cNvSpPr/>
          <p:nvPr/>
        </p:nvSpPr>
        <p:spPr>
          <a:xfrm>
            <a:off x="32409725" y="13952786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" name="Oval 452">
            <a:extLst>
              <a:ext uri="{FF2B5EF4-FFF2-40B4-BE49-F238E27FC236}">
                <a16:creationId xmlns:a16="http://schemas.microsoft.com/office/drawing/2014/main" id="{D59D8C33-FBA2-503B-F223-388CEA895B55}"/>
              </a:ext>
            </a:extLst>
          </p:cNvPr>
          <p:cNvSpPr/>
          <p:nvPr/>
        </p:nvSpPr>
        <p:spPr>
          <a:xfrm>
            <a:off x="28678418" y="13952786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4" name="Oval 453">
            <a:extLst>
              <a:ext uri="{FF2B5EF4-FFF2-40B4-BE49-F238E27FC236}">
                <a16:creationId xmlns:a16="http://schemas.microsoft.com/office/drawing/2014/main" id="{CBBF92A4-BFBB-DE71-0F40-278034D401F2}"/>
              </a:ext>
            </a:extLst>
          </p:cNvPr>
          <p:cNvSpPr/>
          <p:nvPr/>
        </p:nvSpPr>
        <p:spPr>
          <a:xfrm>
            <a:off x="27836047" y="13585322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8CA9338F-68BD-443A-0CE2-0D6F6DD11E91}"/>
              </a:ext>
            </a:extLst>
          </p:cNvPr>
          <p:cNvCxnSpPr>
            <a:cxnSpLocks/>
          </p:cNvCxnSpPr>
          <p:nvPr/>
        </p:nvCxnSpPr>
        <p:spPr>
          <a:xfrm>
            <a:off x="27839848" y="12334451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6" name="Oval 455">
            <a:extLst>
              <a:ext uri="{FF2B5EF4-FFF2-40B4-BE49-F238E27FC236}">
                <a16:creationId xmlns:a16="http://schemas.microsoft.com/office/drawing/2014/main" id="{73D3E7A5-5715-16BE-E473-BFD3DDF5C843}"/>
              </a:ext>
            </a:extLst>
          </p:cNvPr>
          <p:cNvSpPr/>
          <p:nvPr/>
        </p:nvSpPr>
        <p:spPr>
          <a:xfrm>
            <a:off x="32409725" y="11962617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492F2BE3-2B93-7BE5-E2E0-25E21236C804}"/>
              </a:ext>
            </a:extLst>
          </p:cNvPr>
          <p:cNvSpPr/>
          <p:nvPr/>
        </p:nvSpPr>
        <p:spPr>
          <a:xfrm>
            <a:off x="28678418" y="11962617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AF7AA255-29E4-4AE3-2E2B-3233106A2586}"/>
              </a:ext>
            </a:extLst>
          </p:cNvPr>
          <p:cNvSpPr/>
          <p:nvPr/>
        </p:nvSpPr>
        <p:spPr>
          <a:xfrm>
            <a:off x="27836047" y="11595160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9" name="Straight Arrow Connector 458">
            <a:extLst>
              <a:ext uri="{FF2B5EF4-FFF2-40B4-BE49-F238E27FC236}">
                <a16:creationId xmlns:a16="http://schemas.microsoft.com/office/drawing/2014/main" id="{30340B9E-3C8E-CC9B-2263-5EC8CDAB96CC}"/>
              </a:ext>
            </a:extLst>
          </p:cNvPr>
          <p:cNvCxnSpPr>
            <a:cxnSpLocks/>
          </p:cNvCxnSpPr>
          <p:nvPr/>
        </p:nvCxnSpPr>
        <p:spPr>
          <a:xfrm flipH="1">
            <a:off x="29157089" y="12140454"/>
            <a:ext cx="3143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AD64B6A7-DD4A-5F32-F306-B38AFA91F642}"/>
              </a:ext>
            </a:extLst>
          </p:cNvPr>
          <p:cNvCxnSpPr>
            <a:cxnSpLocks/>
          </p:cNvCxnSpPr>
          <p:nvPr/>
        </p:nvCxnSpPr>
        <p:spPr>
          <a:xfrm>
            <a:off x="35400686" y="14322311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1" name="Freeform: Shape 460">
            <a:extLst>
              <a:ext uri="{FF2B5EF4-FFF2-40B4-BE49-F238E27FC236}">
                <a16:creationId xmlns:a16="http://schemas.microsoft.com/office/drawing/2014/main" id="{8B694038-9D43-FF11-92FD-3A800191401F}"/>
              </a:ext>
            </a:extLst>
          </p:cNvPr>
          <p:cNvSpPr/>
          <p:nvPr/>
        </p:nvSpPr>
        <p:spPr>
          <a:xfrm>
            <a:off x="37183158" y="13135466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30A46B7A-F325-DEAC-6FDD-C116C67CD46F}"/>
              </a:ext>
            </a:extLst>
          </p:cNvPr>
          <p:cNvCxnSpPr>
            <a:cxnSpLocks/>
          </p:cNvCxnSpPr>
          <p:nvPr/>
        </p:nvCxnSpPr>
        <p:spPr>
          <a:xfrm>
            <a:off x="38970115" y="14105260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Arrow Connector 462">
            <a:extLst>
              <a:ext uri="{FF2B5EF4-FFF2-40B4-BE49-F238E27FC236}">
                <a16:creationId xmlns:a16="http://schemas.microsoft.com/office/drawing/2014/main" id="{FF33806D-461D-51FB-EF20-E765DD5185D2}"/>
              </a:ext>
            </a:extLst>
          </p:cNvPr>
          <p:cNvCxnSpPr>
            <a:cxnSpLocks/>
          </p:cNvCxnSpPr>
          <p:nvPr/>
        </p:nvCxnSpPr>
        <p:spPr>
          <a:xfrm>
            <a:off x="39268992" y="14010102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Arrow Connector 463">
            <a:extLst>
              <a:ext uri="{FF2B5EF4-FFF2-40B4-BE49-F238E27FC236}">
                <a16:creationId xmlns:a16="http://schemas.microsoft.com/office/drawing/2014/main" id="{9F730B4C-FCF0-431C-A3DE-3403C725020D}"/>
              </a:ext>
            </a:extLst>
          </p:cNvPr>
          <p:cNvCxnSpPr>
            <a:cxnSpLocks/>
          </p:cNvCxnSpPr>
          <p:nvPr/>
        </p:nvCxnSpPr>
        <p:spPr>
          <a:xfrm rot="10800000">
            <a:off x="39268992" y="14187106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4DA658F9-4663-74A6-D96F-D0A703BC3EC9}"/>
              </a:ext>
            </a:extLst>
          </p:cNvPr>
          <p:cNvCxnSpPr>
            <a:cxnSpLocks/>
            <a:stCxn id="461" idx="0"/>
          </p:cNvCxnSpPr>
          <p:nvPr/>
        </p:nvCxnSpPr>
        <p:spPr>
          <a:xfrm flipH="1" flipV="1">
            <a:off x="36605310" y="14105272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6" name="Oval 465">
            <a:extLst>
              <a:ext uri="{FF2B5EF4-FFF2-40B4-BE49-F238E27FC236}">
                <a16:creationId xmlns:a16="http://schemas.microsoft.com/office/drawing/2014/main" id="{AC5D6837-FA18-45BD-084C-2A631D7CABB8}"/>
              </a:ext>
            </a:extLst>
          </p:cNvPr>
          <p:cNvSpPr/>
          <p:nvPr/>
        </p:nvSpPr>
        <p:spPr>
          <a:xfrm>
            <a:off x="39970563" y="13950477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7" name="Oval 466">
            <a:extLst>
              <a:ext uri="{FF2B5EF4-FFF2-40B4-BE49-F238E27FC236}">
                <a16:creationId xmlns:a16="http://schemas.microsoft.com/office/drawing/2014/main" id="{21E27A89-67CC-24A1-BD0E-08166D353880}"/>
              </a:ext>
            </a:extLst>
          </p:cNvPr>
          <p:cNvSpPr/>
          <p:nvPr/>
        </p:nvSpPr>
        <p:spPr>
          <a:xfrm>
            <a:off x="36239256" y="13950477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" name="Oval 467">
            <a:extLst>
              <a:ext uri="{FF2B5EF4-FFF2-40B4-BE49-F238E27FC236}">
                <a16:creationId xmlns:a16="http://schemas.microsoft.com/office/drawing/2014/main" id="{0D1A9B84-625E-E752-B9DD-16092C35FDDD}"/>
              </a:ext>
            </a:extLst>
          </p:cNvPr>
          <p:cNvSpPr/>
          <p:nvPr/>
        </p:nvSpPr>
        <p:spPr>
          <a:xfrm>
            <a:off x="35396885" y="13583013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65A0AF98-4C32-0098-DBDE-E06F56E8ED9B}"/>
              </a:ext>
            </a:extLst>
          </p:cNvPr>
          <p:cNvCxnSpPr>
            <a:cxnSpLocks/>
          </p:cNvCxnSpPr>
          <p:nvPr/>
        </p:nvCxnSpPr>
        <p:spPr>
          <a:xfrm>
            <a:off x="35400686" y="12332142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0" name="Oval 469">
            <a:extLst>
              <a:ext uri="{FF2B5EF4-FFF2-40B4-BE49-F238E27FC236}">
                <a16:creationId xmlns:a16="http://schemas.microsoft.com/office/drawing/2014/main" id="{47097825-2E9B-BFA8-EFEC-6202CD654496}"/>
              </a:ext>
            </a:extLst>
          </p:cNvPr>
          <p:cNvSpPr/>
          <p:nvPr/>
        </p:nvSpPr>
        <p:spPr>
          <a:xfrm>
            <a:off x="39970563" y="11960308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" name="Oval 470">
            <a:extLst>
              <a:ext uri="{FF2B5EF4-FFF2-40B4-BE49-F238E27FC236}">
                <a16:creationId xmlns:a16="http://schemas.microsoft.com/office/drawing/2014/main" id="{82D1465B-78B7-AE6F-60FC-1E06DE93E5D9}"/>
              </a:ext>
            </a:extLst>
          </p:cNvPr>
          <p:cNvSpPr/>
          <p:nvPr/>
        </p:nvSpPr>
        <p:spPr>
          <a:xfrm>
            <a:off x="36239256" y="11960308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2" name="Oval 471">
            <a:extLst>
              <a:ext uri="{FF2B5EF4-FFF2-40B4-BE49-F238E27FC236}">
                <a16:creationId xmlns:a16="http://schemas.microsoft.com/office/drawing/2014/main" id="{96259D50-B101-10F8-B593-F07A8A951144}"/>
              </a:ext>
            </a:extLst>
          </p:cNvPr>
          <p:cNvSpPr/>
          <p:nvPr/>
        </p:nvSpPr>
        <p:spPr>
          <a:xfrm>
            <a:off x="35396885" y="11592851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3" name="Straight Arrow Connector 472">
            <a:extLst>
              <a:ext uri="{FF2B5EF4-FFF2-40B4-BE49-F238E27FC236}">
                <a16:creationId xmlns:a16="http://schemas.microsoft.com/office/drawing/2014/main" id="{3C4507F9-3048-8A6E-9FBF-86F46CBDCE0F}"/>
              </a:ext>
            </a:extLst>
          </p:cNvPr>
          <p:cNvCxnSpPr>
            <a:cxnSpLocks/>
          </p:cNvCxnSpPr>
          <p:nvPr/>
        </p:nvCxnSpPr>
        <p:spPr>
          <a:xfrm flipH="1">
            <a:off x="36717927" y="12138145"/>
            <a:ext cx="3143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BE9AC010-60AD-CF17-75BC-6889599392AE}"/>
              </a:ext>
            </a:extLst>
          </p:cNvPr>
          <p:cNvCxnSpPr>
            <a:cxnSpLocks/>
          </p:cNvCxnSpPr>
          <p:nvPr/>
        </p:nvCxnSpPr>
        <p:spPr>
          <a:xfrm>
            <a:off x="43380002" y="14406263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5" name="Freeform: Shape 474">
            <a:extLst>
              <a:ext uri="{FF2B5EF4-FFF2-40B4-BE49-F238E27FC236}">
                <a16:creationId xmlns:a16="http://schemas.microsoft.com/office/drawing/2014/main" id="{7259ADBA-EBC0-1F30-6B38-589F4924696E}"/>
              </a:ext>
            </a:extLst>
          </p:cNvPr>
          <p:cNvSpPr/>
          <p:nvPr/>
        </p:nvSpPr>
        <p:spPr>
          <a:xfrm>
            <a:off x="45162474" y="13219418"/>
            <a:ext cx="1786965" cy="985828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6" name="Straight Connector 475">
            <a:extLst>
              <a:ext uri="{FF2B5EF4-FFF2-40B4-BE49-F238E27FC236}">
                <a16:creationId xmlns:a16="http://schemas.microsoft.com/office/drawing/2014/main" id="{52363736-8295-3428-6074-96A6A7761E12}"/>
              </a:ext>
            </a:extLst>
          </p:cNvPr>
          <p:cNvCxnSpPr>
            <a:cxnSpLocks/>
          </p:cNvCxnSpPr>
          <p:nvPr/>
        </p:nvCxnSpPr>
        <p:spPr>
          <a:xfrm>
            <a:off x="46949431" y="14189212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E1C4973C-B258-1664-46FD-BA5B75927463}"/>
              </a:ext>
            </a:extLst>
          </p:cNvPr>
          <p:cNvCxnSpPr>
            <a:cxnSpLocks/>
          </p:cNvCxnSpPr>
          <p:nvPr/>
        </p:nvCxnSpPr>
        <p:spPr>
          <a:xfrm>
            <a:off x="47248308" y="14094054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3B7EBE9B-6700-F6D9-8F3B-CF3BB666F469}"/>
              </a:ext>
            </a:extLst>
          </p:cNvPr>
          <p:cNvCxnSpPr>
            <a:cxnSpLocks/>
          </p:cNvCxnSpPr>
          <p:nvPr/>
        </p:nvCxnSpPr>
        <p:spPr>
          <a:xfrm rot="10800000">
            <a:off x="47248308" y="14271058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Arrow Connector 478">
            <a:extLst>
              <a:ext uri="{FF2B5EF4-FFF2-40B4-BE49-F238E27FC236}">
                <a16:creationId xmlns:a16="http://schemas.microsoft.com/office/drawing/2014/main" id="{3950F6BE-2185-1A70-3B96-69F8A5117FC6}"/>
              </a:ext>
            </a:extLst>
          </p:cNvPr>
          <p:cNvCxnSpPr>
            <a:cxnSpLocks/>
            <a:stCxn id="475" idx="0"/>
          </p:cNvCxnSpPr>
          <p:nvPr/>
        </p:nvCxnSpPr>
        <p:spPr>
          <a:xfrm flipH="1" flipV="1">
            <a:off x="44584626" y="14189224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0" name="Oval 479">
            <a:extLst>
              <a:ext uri="{FF2B5EF4-FFF2-40B4-BE49-F238E27FC236}">
                <a16:creationId xmlns:a16="http://schemas.microsoft.com/office/drawing/2014/main" id="{1C2594EE-627D-4969-5A54-C8EBE3366A48}"/>
              </a:ext>
            </a:extLst>
          </p:cNvPr>
          <p:cNvSpPr/>
          <p:nvPr/>
        </p:nvSpPr>
        <p:spPr>
          <a:xfrm>
            <a:off x="47949879" y="14034429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" name="Oval 480">
            <a:extLst>
              <a:ext uri="{FF2B5EF4-FFF2-40B4-BE49-F238E27FC236}">
                <a16:creationId xmlns:a16="http://schemas.microsoft.com/office/drawing/2014/main" id="{4E55EBCC-27EA-BC26-DD67-1748A9083231}"/>
              </a:ext>
            </a:extLst>
          </p:cNvPr>
          <p:cNvSpPr/>
          <p:nvPr/>
        </p:nvSpPr>
        <p:spPr>
          <a:xfrm>
            <a:off x="44218572" y="14034429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2" name="Oval 481">
            <a:extLst>
              <a:ext uri="{FF2B5EF4-FFF2-40B4-BE49-F238E27FC236}">
                <a16:creationId xmlns:a16="http://schemas.microsoft.com/office/drawing/2014/main" id="{16FA449C-ACE6-5BC5-1C54-C1A7BCE6BE8A}"/>
              </a:ext>
            </a:extLst>
          </p:cNvPr>
          <p:cNvSpPr/>
          <p:nvPr/>
        </p:nvSpPr>
        <p:spPr>
          <a:xfrm>
            <a:off x="43376201" y="13666965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3" name="Straight Connector 482">
            <a:extLst>
              <a:ext uri="{FF2B5EF4-FFF2-40B4-BE49-F238E27FC236}">
                <a16:creationId xmlns:a16="http://schemas.microsoft.com/office/drawing/2014/main" id="{713BDD4D-C92C-FF9E-18C5-29864585FCCB}"/>
              </a:ext>
            </a:extLst>
          </p:cNvPr>
          <p:cNvCxnSpPr>
            <a:cxnSpLocks/>
          </p:cNvCxnSpPr>
          <p:nvPr/>
        </p:nvCxnSpPr>
        <p:spPr>
          <a:xfrm>
            <a:off x="43380002" y="12416094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4" name="Oval 483">
            <a:extLst>
              <a:ext uri="{FF2B5EF4-FFF2-40B4-BE49-F238E27FC236}">
                <a16:creationId xmlns:a16="http://schemas.microsoft.com/office/drawing/2014/main" id="{C28C5110-2CCA-714E-6511-43003867FEF2}"/>
              </a:ext>
            </a:extLst>
          </p:cNvPr>
          <p:cNvSpPr/>
          <p:nvPr/>
        </p:nvSpPr>
        <p:spPr>
          <a:xfrm>
            <a:off x="47949879" y="12044260"/>
            <a:ext cx="355689" cy="3556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Oval 484">
            <a:extLst>
              <a:ext uri="{FF2B5EF4-FFF2-40B4-BE49-F238E27FC236}">
                <a16:creationId xmlns:a16="http://schemas.microsoft.com/office/drawing/2014/main" id="{DF3F9CF0-8E84-D89E-0F8E-5FA5ADE793F5}"/>
              </a:ext>
            </a:extLst>
          </p:cNvPr>
          <p:cNvSpPr/>
          <p:nvPr/>
        </p:nvSpPr>
        <p:spPr>
          <a:xfrm>
            <a:off x="44218572" y="12044260"/>
            <a:ext cx="355689" cy="355689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Oval 485">
            <a:extLst>
              <a:ext uri="{FF2B5EF4-FFF2-40B4-BE49-F238E27FC236}">
                <a16:creationId xmlns:a16="http://schemas.microsoft.com/office/drawing/2014/main" id="{A9F49343-1276-9ECF-33E0-6A9145C2707A}"/>
              </a:ext>
            </a:extLst>
          </p:cNvPr>
          <p:cNvSpPr/>
          <p:nvPr/>
        </p:nvSpPr>
        <p:spPr>
          <a:xfrm>
            <a:off x="43376201" y="11676803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7" name="Straight Arrow Connector 486">
            <a:extLst>
              <a:ext uri="{FF2B5EF4-FFF2-40B4-BE49-F238E27FC236}">
                <a16:creationId xmlns:a16="http://schemas.microsoft.com/office/drawing/2014/main" id="{EAEC7DC4-2FAB-062F-0A86-691989C633FB}"/>
              </a:ext>
            </a:extLst>
          </p:cNvPr>
          <p:cNvCxnSpPr>
            <a:cxnSpLocks/>
          </p:cNvCxnSpPr>
          <p:nvPr/>
        </p:nvCxnSpPr>
        <p:spPr>
          <a:xfrm flipH="1">
            <a:off x="44697243" y="12222097"/>
            <a:ext cx="3143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997E81-669E-F439-A107-3D5F59756325}"/>
              </a:ext>
            </a:extLst>
          </p:cNvPr>
          <p:cNvSpPr txBox="1"/>
          <p:nvPr/>
        </p:nvSpPr>
        <p:spPr>
          <a:xfrm>
            <a:off x="5559916" y="193925"/>
            <a:ext cx="1162068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Target Finding 4: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ED0FCF-5A64-A5A3-FB33-413FFE1B5DF9}"/>
              </a:ext>
            </a:extLst>
          </p:cNvPr>
          <p:cNvSpPr txBox="1"/>
          <p:nvPr/>
        </p:nvSpPr>
        <p:spPr>
          <a:xfrm>
            <a:off x="33641669" y="198511"/>
            <a:ext cx="1162068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Target Finding 5: </a:t>
            </a:r>
          </a:p>
        </p:txBody>
      </p:sp>
      <p:sp>
        <p:nvSpPr>
          <p:cNvPr id="1166" name="TextBox 1165">
            <a:extLst>
              <a:ext uri="{FF2B5EF4-FFF2-40B4-BE49-F238E27FC236}">
                <a16:creationId xmlns:a16="http://schemas.microsoft.com/office/drawing/2014/main" id="{9AFA7494-CA0E-E583-ABA7-4FBCF8ED7856}"/>
              </a:ext>
            </a:extLst>
          </p:cNvPr>
          <p:cNvSpPr txBox="1"/>
          <p:nvPr/>
        </p:nvSpPr>
        <p:spPr>
          <a:xfrm>
            <a:off x="2035652" y="1924493"/>
            <a:ext cx="173600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Graded Representations of Efficiency </a:t>
            </a:r>
          </a:p>
        </p:txBody>
      </p:sp>
      <p:sp>
        <p:nvSpPr>
          <p:cNvPr id="1168" name="TextBox 1167">
            <a:extLst>
              <a:ext uri="{FF2B5EF4-FFF2-40B4-BE49-F238E27FC236}">
                <a16:creationId xmlns:a16="http://schemas.microsoft.com/office/drawing/2014/main" id="{265E7810-2C32-B9D6-4D0D-4B674E2BD279}"/>
              </a:ext>
            </a:extLst>
          </p:cNvPr>
          <p:cNvSpPr txBox="1"/>
          <p:nvPr/>
        </p:nvSpPr>
        <p:spPr>
          <a:xfrm>
            <a:off x="25199975" y="1861479"/>
            <a:ext cx="273095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efficiency understanding in pre-reaching infants</a:t>
            </a:r>
          </a:p>
        </p:txBody>
      </p:sp>
      <p:sp>
        <p:nvSpPr>
          <p:cNvPr id="1170" name="TextBox 1169">
            <a:extLst>
              <a:ext uri="{FF2B5EF4-FFF2-40B4-BE49-F238E27FC236}">
                <a16:creationId xmlns:a16="http://schemas.microsoft.com/office/drawing/2014/main" id="{5AD16F17-D3F7-A113-8D37-EBF1B977DE83}"/>
              </a:ext>
            </a:extLst>
          </p:cNvPr>
          <p:cNvSpPr txBox="1"/>
          <p:nvPr/>
        </p:nvSpPr>
        <p:spPr>
          <a:xfrm>
            <a:off x="291755" y="3671915"/>
            <a:ext cx="714509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Action</a:t>
            </a:r>
          </a:p>
        </p:txBody>
      </p:sp>
      <p:sp>
        <p:nvSpPr>
          <p:cNvPr id="1172" name="TextBox 1171">
            <a:extLst>
              <a:ext uri="{FF2B5EF4-FFF2-40B4-BE49-F238E27FC236}">
                <a16:creationId xmlns:a16="http://schemas.microsoft.com/office/drawing/2014/main" id="{3A892892-C5EB-7131-5421-0CBDB057E2F0}"/>
              </a:ext>
            </a:extLst>
          </p:cNvPr>
          <p:cNvSpPr txBox="1"/>
          <p:nvPr/>
        </p:nvSpPr>
        <p:spPr>
          <a:xfrm>
            <a:off x="7544795" y="3654026"/>
            <a:ext cx="804117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Unconstrained Action</a:t>
            </a:r>
          </a:p>
        </p:txBody>
      </p:sp>
      <p:sp>
        <p:nvSpPr>
          <p:cNvPr id="1174" name="TextBox 1173">
            <a:extLst>
              <a:ext uri="{FF2B5EF4-FFF2-40B4-BE49-F238E27FC236}">
                <a16:creationId xmlns:a16="http://schemas.microsoft.com/office/drawing/2014/main" id="{23C91127-2FFA-D94F-09FD-C688F7FF5824}"/>
              </a:ext>
            </a:extLst>
          </p:cNvPr>
          <p:cNvSpPr txBox="1"/>
          <p:nvPr/>
        </p:nvSpPr>
        <p:spPr>
          <a:xfrm>
            <a:off x="15669619" y="3685820"/>
            <a:ext cx="804117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Unconstrained Action</a:t>
            </a:r>
          </a:p>
        </p:txBody>
      </p:sp>
      <p:pic>
        <p:nvPicPr>
          <p:cNvPr id="1182" name="Picture 1181">
            <a:extLst>
              <a:ext uri="{FF2B5EF4-FFF2-40B4-BE49-F238E27FC236}">
                <a16:creationId xmlns:a16="http://schemas.microsoft.com/office/drawing/2014/main" id="{0ECFD803-77BF-7D80-0BF4-488DAAB2D9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08" y="15617511"/>
            <a:ext cx="7323120" cy="5230799"/>
          </a:xfrm>
          <a:prstGeom prst="rect">
            <a:avLst/>
          </a:prstGeom>
        </p:spPr>
      </p:pic>
      <p:pic>
        <p:nvPicPr>
          <p:cNvPr id="1184" name="Picture 1183">
            <a:extLst>
              <a:ext uri="{FF2B5EF4-FFF2-40B4-BE49-F238E27FC236}">
                <a16:creationId xmlns:a16="http://schemas.microsoft.com/office/drawing/2014/main" id="{E9DCAD89-0EC6-4EB7-F3AC-5BC6E6D106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556" y="15587299"/>
            <a:ext cx="7323120" cy="5230799"/>
          </a:xfrm>
          <a:prstGeom prst="rect">
            <a:avLst/>
          </a:prstGeom>
        </p:spPr>
      </p:pic>
      <p:pic>
        <p:nvPicPr>
          <p:cNvPr id="1186" name="Picture 1185">
            <a:extLst>
              <a:ext uri="{FF2B5EF4-FFF2-40B4-BE49-F238E27FC236}">
                <a16:creationId xmlns:a16="http://schemas.microsoft.com/office/drawing/2014/main" id="{A46B4BC2-7F39-CF68-5803-8DCCE53F76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9901" y="15634573"/>
            <a:ext cx="7323120" cy="5230799"/>
          </a:xfrm>
          <a:prstGeom prst="rect">
            <a:avLst/>
          </a:prstGeom>
        </p:spPr>
      </p:pic>
      <p:pic>
        <p:nvPicPr>
          <p:cNvPr id="1188" name="Picture 1187">
            <a:extLst>
              <a:ext uri="{FF2B5EF4-FFF2-40B4-BE49-F238E27FC236}">
                <a16:creationId xmlns:a16="http://schemas.microsoft.com/office/drawing/2014/main" id="{6900667C-DE99-7315-33F8-5C5D7E8606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2408" y="15636931"/>
            <a:ext cx="7323120" cy="5230799"/>
          </a:xfrm>
          <a:prstGeom prst="rect">
            <a:avLst/>
          </a:prstGeom>
        </p:spPr>
      </p:pic>
      <p:pic>
        <p:nvPicPr>
          <p:cNvPr id="1190" name="Picture 1189">
            <a:extLst>
              <a:ext uri="{FF2B5EF4-FFF2-40B4-BE49-F238E27FC236}">
                <a16:creationId xmlns:a16="http://schemas.microsoft.com/office/drawing/2014/main" id="{239FBBE1-2875-71EC-C723-3720DD2BDB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9609" y="15636931"/>
            <a:ext cx="7323120" cy="5230799"/>
          </a:xfrm>
          <a:prstGeom prst="rect">
            <a:avLst/>
          </a:prstGeom>
        </p:spPr>
      </p:pic>
      <p:pic>
        <p:nvPicPr>
          <p:cNvPr id="1192" name="Picture 1191">
            <a:extLst>
              <a:ext uri="{FF2B5EF4-FFF2-40B4-BE49-F238E27FC236}">
                <a16:creationId xmlns:a16="http://schemas.microsoft.com/office/drawing/2014/main" id="{496EB742-42DA-991F-7778-EFA9E19B4BC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0108" y="15636929"/>
            <a:ext cx="7323120" cy="5230799"/>
          </a:xfrm>
          <a:prstGeom prst="rect">
            <a:avLst/>
          </a:prstGeom>
        </p:spPr>
      </p:pic>
      <p:sp>
        <p:nvSpPr>
          <p:cNvPr id="1200" name="TextBox 1199">
            <a:extLst>
              <a:ext uri="{FF2B5EF4-FFF2-40B4-BE49-F238E27FC236}">
                <a16:creationId xmlns:a16="http://schemas.microsoft.com/office/drawing/2014/main" id="{645A8A17-7782-BCE8-6B79-878FD94973B0}"/>
              </a:ext>
            </a:extLst>
          </p:cNvPr>
          <p:cNvSpPr txBox="1"/>
          <p:nvPr/>
        </p:nvSpPr>
        <p:spPr>
          <a:xfrm>
            <a:off x="2348841" y="4858012"/>
            <a:ext cx="349486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</a:t>
            </a:r>
          </a:p>
        </p:txBody>
      </p:sp>
      <p:sp>
        <p:nvSpPr>
          <p:cNvPr id="1206" name="TextBox 1205">
            <a:extLst>
              <a:ext uri="{FF2B5EF4-FFF2-40B4-BE49-F238E27FC236}">
                <a16:creationId xmlns:a16="http://schemas.microsoft.com/office/drawing/2014/main" id="{7A35E45C-706E-7C1E-8FCA-A70630C5AFBF}"/>
              </a:ext>
            </a:extLst>
          </p:cNvPr>
          <p:cNvSpPr txBox="1"/>
          <p:nvPr/>
        </p:nvSpPr>
        <p:spPr>
          <a:xfrm>
            <a:off x="9696136" y="4866034"/>
            <a:ext cx="349486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</a:t>
            </a:r>
          </a:p>
        </p:txBody>
      </p:sp>
      <p:sp>
        <p:nvSpPr>
          <p:cNvPr id="1208" name="TextBox 1207">
            <a:extLst>
              <a:ext uri="{FF2B5EF4-FFF2-40B4-BE49-F238E27FC236}">
                <a16:creationId xmlns:a16="http://schemas.microsoft.com/office/drawing/2014/main" id="{D38535A5-F83B-3243-2AFC-CF05D9E06E42}"/>
              </a:ext>
            </a:extLst>
          </p:cNvPr>
          <p:cNvSpPr txBox="1"/>
          <p:nvPr/>
        </p:nvSpPr>
        <p:spPr>
          <a:xfrm>
            <a:off x="17404370" y="4946245"/>
            <a:ext cx="349486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</a:t>
            </a:r>
          </a:p>
        </p:txBody>
      </p:sp>
      <p:sp>
        <p:nvSpPr>
          <p:cNvPr id="1210" name="TextBox 1209">
            <a:extLst>
              <a:ext uri="{FF2B5EF4-FFF2-40B4-BE49-F238E27FC236}">
                <a16:creationId xmlns:a16="http://schemas.microsoft.com/office/drawing/2014/main" id="{CF5A25FC-3E63-6E93-4073-CCC526282064}"/>
              </a:ext>
            </a:extLst>
          </p:cNvPr>
          <p:cNvSpPr txBox="1"/>
          <p:nvPr/>
        </p:nvSpPr>
        <p:spPr>
          <a:xfrm>
            <a:off x="3487828" y="9871170"/>
            <a:ext cx="13024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1212" name="TextBox 1211">
            <a:extLst>
              <a:ext uri="{FF2B5EF4-FFF2-40B4-BE49-F238E27FC236}">
                <a16:creationId xmlns:a16="http://schemas.microsoft.com/office/drawing/2014/main" id="{7CD4265E-EE5A-E108-4803-264062434C10}"/>
              </a:ext>
            </a:extLst>
          </p:cNvPr>
          <p:cNvSpPr txBox="1"/>
          <p:nvPr/>
        </p:nvSpPr>
        <p:spPr>
          <a:xfrm>
            <a:off x="10618557" y="9879192"/>
            <a:ext cx="13024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1214" name="TextBox 1213">
            <a:extLst>
              <a:ext uri="{FF2B5EF4-FFF2-40B4-BE49-F238E27FC236}">
                <a16:creationId xmlns:a16="http://schemas.microsoft.com/office/drawing/2014/main" id="{D3E8FA3C-2087-2404-EDD2-325AEB304505}"/>
              </a:ext>
            </a:extLst>
          </p:cNvPr>
          <p:cNvSpPr txBox="1"/>
          <p:nvPr/>
        </p:nvSpPr>
        <p:spPr>
          <a:xfrm>
            <a:off x="18350854" y="9959403"/>
            <a:ext cx="13024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1223" name="TextBox 1222">
            <a:extLst>
              <a:ext uri="{FF2B5EF4-FFF2-40B4-BE49-F238E27FC236}">
                <a16:creationId xmlns:a16="http://schemas.microsoft.com/office/drawing/2014/main" id="{3ABC2D6D-85F2-EE31-3858-75FC8093E096}"/>
              </a:ext>
            </a:extLst>
          </p:cNvPr>
          <p:cNvSpPr txBox="1"/>
          <p:nvPr/>
        </p:nvSpPr>
        <p:spPr>
          <a:xfrm>
            <a:off x="28859296" y="6902860"/>
            <a:ext cx="349486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</a:t>
            </a:r>
          </a:p>
        </p:txBody>
      </p:sp>
      <p:sp>
        <p:nvSpPr>
          <p:cNvPr id="1225" name="TextBox 1224">
            <a:extLst>
              <a:ext uri="{FF2B5EF4-FFF2-40B4-BE49-F238E27FC236}">
                <a16:creationId xmlns:a16="http://schemas.microsoft.com/office/drawing/2014/main" id="{A4C202BD-5CFD-393A-EACC-E4BE0D57D035}"/>
              </a:ext>
            </a:extLst>
          </p:cNvPr>
          <p:cNvSpPr txBox="1"/>
          <p:nvPr/>
        </p:nvSpPr>
        <p:spPr>
          <a:xfrm>
            <a:off x="36567530" y="6859246"/>
            <a:ext cx="349486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</a:t>
            </a:r>
          </a:p>
        </p:txBody>
      </p:sp>
      <p:sp>
        <p:nvSpPr>
          <p:cNvPr id="1231" name="TextBox 1230">
            <a:extLst>
              <a:ext uri="{FF2B5EF4-FFF2-40B4-BE49-F238E27FC236}">
                <a16:creationId xmlns:a16="http://schemas.microsoft.com/office/drawing/2014/main" id="{91FF89A4-D35C-B7D0-363D-8066D2E77E33}"/>
              </a:ext>
            </a:extLst>
          </p:cNvPr>
          <p:cNvSpPr txBox="1"/>
          <p:nvPr/>
        </p:nvSpPr>
        <p:spPr>
          <a:xfrm>
            <a:off x="44339929" y="6867268"/>
            <a:ext cx="349486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</a:t>
            </a:r>
          </a:p>
        </p:txBody>
      </p:sp>
      <p:sp>
        <p:nvSpPr>
          <p:cNvPr id="1233" name="TextBox 1232">
            <a:extLst>
              <a:ext uri="{FF2B5EF4-FFF2-40B4-BE49-F238E27FC236}">
                <a16:creationId xmlns:a16="http://schemas.microsoft.com/office/drawing/2014/main" id="{4BEB164B-A3A5-2AF0-318C-3C16CCB86F88}"/>
              </a:ext>
            </a:extLst>
          </p:cNvPr>
          <p:cNvSpPr txBox="1"/>
          <p:nvPr/>
        </p:nvSpPr>
        <p:spPr>
          <a:xfrm>
            <a:off x="30061604" y="10937967"/>
            <a:ext cx="13024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1235" name="TextBox 1234">
            <a:extLst>
              <a:ext uri="{FF2B5EF4-FFF2-40B4-BE49-F238E27FC236}">
                <a16:creationId xmlns:a16="http://schemas.microsoft.com/office/drawing/2014/main" id="{DFD78155-9C69-7633-134F-91405EBFE3DD}"/>
              </a:ext>
            </a:extLst>
          </p:cNvPr>
          <p:cNvSpPr txBox="1"/>
          <p:nvPr/>
        </p:nvSpPr>
        <p:spPr>
          <a:xfrm>
            <a:off x="37842034" y="10945989"/>
            <a:ext cx="13024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1237" name="TextBox 1236">
            <a:extLst>
              <a:ext uri="{FF2B5EF4-FFF2-40B4-BE49-F238E27FC236}">
                <a16:creationId xmlns:a16="http://schemas.microsoft.com/office/drawing/2014/main" id="{67D21D51-95AF-CD6E-D02F-43EDEEFF86B1}"/>
              </a:ext>
            </a:extLst>
          </p:cNvPr>
          <p:cNvSpPr txBox="1"/>
          <p:nvPr/>
        </p:nvSpPr>
        <p:spPr>
          <a:xfrm>
            <a:off x="45478079" y="11026200"/>
            <a:ext cx="13024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1239" name="TextBox 1238">
            <a:extLst>
              <a:ext uri="{FF2B5EF4-FFF2-40B4-BE49-F238E27FC236}">
                <a16:creationId xmlns:a16="http://schemas.microsoft.com/office/drawing/2014/main" id="{9255323D-8A28-28A3-6EFD-04C7045602C5}"/>
              </a:ext>
            </a:extLst>
          </p:cNvPr>
          <p:cNvSpPr txBox="1"/>
          <p:nvPr/>
        </p:nvSpPr>
        <p:spPr>
          <a:xfrm>
            <a:off x="28839385" y="4800076"/>
            <a:ext cx="376417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Phase</a:t>
            </a:r>
          </a:p>
        </p:txBody>
      </p:sp>
      <p:sp>
        <p:nvSpPr>
          <p:cNvPr id="1241" name="TextBox 1240">
            <a:extLst>
              <a:ext uri="{FF2B5EF4-FFF2-40B4-BE49-F238E27FC236}">
                <a16:creationId xmlns:a16="http://schemas.microsoft.com/office/drawing/2014/main" id="{B58E26CE-CD47-42C6-717A-3255F24B49F9}"/>
              </a:ext>
            </a:extLst>
          </p:cNvPr>
          <p:cNvSpPr txBox="1"/>
          <p:nvPr/>
        </p:nvSpPr>
        <p:spPr>
          <a:xfrm>
            <a:off x="36468910" y="4800076"/>
            <a:ext cx="376417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Phase</a:t>
            </a:r>
          </a:p>
        </p:txBody>
      </p:sp>
      <p:pic>
        <p:nvPicPr>
          <p:cNvPr id="1243" name="Graphic 1242" descr="Mittens with solid fill">
            <a:extLst>
              <a:ext uri="{FF2B5EF4-FFF2-40B4-BE49-F238E27FC236}">
                <a16:creationId xmlns:a16="http://schemas.microsoft.com/office/drawing/2014/main" id="{1CCC9E49-2594-CB3A-3418-A9A6A5A38E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87970" y="5475535"/>
            <a:ext cx="1563058" cy="1563058"/>
          </a:xfrm>
          <a:prstGeom prst="rect">
            <a:avLst/>
          </a:prstGeom>
        </p:spPr>
      </p:pic>
      <p:sp>
        <p:nvSpPr>
          <p:cNvPr id="1245" name="TextBox 1244">
            <a:extLst>
              <a:ext uri="{FF2B5EF4-FFF2-40B4-BE49-F238E27FC236}">
                <a16:creationId xmlns:a16="http://schemas.microsoft.com/office/drawing/2014/main" id="{28062245-0758-74F6-9D7F-6AEFFFF86D3C}"/>
              </a:ext>
            </a:extLst>
          </p:cNvPr>
          <p:cNvSpPr txBox="1"/>
          <p:nvPr/>
        </p:nvSpPr>
        <p:spPr>
          <a:xfrm>
            <a:off x="44249342" y="4808096"/>
            <a:ext cx="376417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Phase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FDB1DA-DA2F-A754-A74B-9F91D81C4D07}"/>
              </a:ext>
            </a:extLst>
          </p:cNvPr>
          <p:cNvSpPr txBox="1"/>
          <p:nvPr/>
        </p:nvSpPr>
        <p:spPr>
          <a:xfrm>
            <a:off x="26831091" y="3671918"/>
            <a:ext cx="714509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Action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A14A6C-DE0E-1FB7-57FA-CF4E3C696611}"/>
              </a:ext>
            </a:extLst>
          </p:cNvPr>
          <p:cNvSpPr txBox="1"/>
          <p:nvPr/>
        </p:nvSpPr>
        <p:spPr>
          <a:xfrm>
            <a:off x="34342227" y="3671921"/>
            <a:ext cx="714509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Action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73231C-D472-0C9A-DAB7-1263F19CD7B2}"/>
              </a:ext>
            </a:extLst>
          </p:cNvPr>
          <p:cNvSpPr txBox="1"/>
          <p:nvPr/>
        </p:nvSpPr>
        <p:spPr>
          <a:xfrm>
            <a:off x="42056558" y="3707594"/>
            <a:ext cx="804117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Unconstrained Action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F484B72-4C2C-F177-8DCD-EE462C3611D6}"/>
              </a:ext>
            </a:extLst>
          </p:cNvPr>
          <p:cNvCxnSpPr/>
          <p:nvPr/>
        </p:nvCxnSpPr>
        <p:spPr>
          <a:xfrm>
            <a:off x="34286742" y="4893287"/>
            <a:ext cx="0" cy="10205209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18D741A-27B3-AA9A-3934-4452AE8144A7}"/>
              </a:ext>
            </a:extLst>
          </p:cNvPr>
          <p:cNvCxnSpPr/>
          <p:nvPr/>
        </p:nvCxnSpPr>
        <p:spPr>
          <a:xfrm>
            <a:off x="42197160" y="4917351"/>
            <a:ext cx="0" cy="10205209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A952EC0-967F-5DE5-07B9-D1262C559D5F}"/>
              </a:ext>
            </a:extLst>
          </p:cNvPr>
          <p:cNvCxnSpPr/>
          <p:nvPr/>
        </p:nvCxnSpPr>
        <p:spPr>
          <a:xfrm>
            <a:off x="15601243" y="4893287"/>
            <a:ext cx="0" cy="10205209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BDC8EFB-193B-B8B0-7089-3A28695980BF}"/>
              </a:ext>
            </a:extLst>
          </p:cNvPr>
          <p:cNvCxnSpPr/>
          <p:nvPr/>
        </p:nvCxnSpPr>
        <p:spPr>
          <a:xfrm>
            <a:off x="7704937" y="4853183"/>
            <a:ext cx="0" cy="10205209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307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668150b-da18-493d-a040-cbc02bf476e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700C8CE122D6468A01E7E6F602FC93" ma:contentTypeVersion="15" ma:contentTypeDescription="Create a new document." ma:contentTypeScope="" ma:versionID="78a361b573735f4e8f7ea36d196d1741">
  <xsd:schema xmlns:xsd="http://www.w3.org/2001/XMLSchema" xmlns:xs="http://www.w3.org/2001/XMLSchema" xmlns:p="http://schemas.microsoft.com/office/2006/metadata/properties" xmlns:ns3="4668150b-da18-493d-a040-cbc02bf476e5" xmlns:ns4="e584c313-2618-4b13-ba4c-e296ab8c40d5" targetNamespace="http://schemas.microsoft.com/office/2006/metadata/properties" ma:root="true" ma:fieldsID="aacb3e30d10ecf7b0bc1959e7f1d2dde" ns3:_="" ns4:_="">
    <xsd:import namespace="4668150b-da18-493d-a040-cbc02bf476e5"/>
    <xsd:import namespace="e584c313-2618-4b13-ba4c-e296ab8c40d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4:SharedWithDetails" minOccurs="0"/>
                <xsd:element ref="ns4:SharingHintHash" minOccurs="0"/>
                <xsd:element ref="ns4:SharedWithUser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68150b-da18-493d-a040-cbc02bf476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84c313-2618-4b13-ba4c-e296ab8c40d5" elementFormDefault="qualified">
    <xsd:import namespace="http://schemas.microsoft.com/office/2006/documentManagement/types"/>
    <xsd:import namespace="http://schemas.microsoft.com/office/infopath/2007/PartnerControls"/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F1528F-C631-4170-A5E1-A10CC58FFF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0738C8C-DF76-4388-8A52-04F66B29D512}">
  <ds:schemaRefs>
    <ds:schemaRef ds:uri="http://purl.org/dc/elements/1.1/"/>
    <ds:schemaRef ds:uri="http://www.w3.org/XML/1998/namespace"/>
    <ds:schemaRef ds:uri="http://schemas.microsoft.com/office/2006/documentManagement/types"/>
    <ds:schemaRef ds:uri="e584c313-2618-4b13-ba4c-e296ab8c40d5"/>
    <ds:schemaRef ds:uri="4668150b-da18-493d-a040-cbc02bf476e5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028DA92-C8DA-4342-B357-E9B52241A8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68150b-da18-493d-a040-cbc02bf476e5"/>
    <ds:schemaRef ds:uri="e584c313-2618-4b13-ba4c-e296ab8c40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1450</TotalTime>
  <Words>117</Words>
  <Application>Microsoft Office PowerPoint</Application>
  <PresentationFormat>Custom</PresentationFormat>
  <Paragraphs>44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18</cp:revision>
  <dcterms:created xsi:type="dcterms:W3CDTF">2026-06-06T05:20:50Z</dcterms:created>
  <dcterms:modified xsi:type="dcterms:W3CDTF">2026-06-13T06:24:47Z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0x0101003D700C8CE122D6468A01E7E6F602FC93</vt:lpwstr>
  </property>
</Properties>
</file>