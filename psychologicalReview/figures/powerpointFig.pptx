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62004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7" y="28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17E0DF-306C-45FF-85CE-407F7FEE61F5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15900" y="1143000"/>
            <a:ext cx="7289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B8AD9-109B-477E-9298-0804126A09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273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1. Input and output groups in ALIAS and the semantic interpretation of their units.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9B8AD9-109B-477E-9298-0804126A09D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1735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25055" y="1122363"/>
            <a:ext cx="12150329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5055" y="3602038"/>
            <a:ext cx="12150329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5476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124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5342" y="1709739"/>
            <a:ext cx="13972878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5342" y="4589464"/>
            <a:ext cx="13972878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652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3780" y="1825625"/>
            <a:ext cx="6885186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01472" y="1825625"/>
            <a:ext cx="6885186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89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0" y="365126"/>
            <a:ext cx="1397287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5891" y="1681163"/>
            <a:ext cx="6853544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5891" y="2505075"/>
            <a:ext cx="6853544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01472" y="1681163"/>
            <a:ext cx="688729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01472" y="2505075"/>
            <a:ext cx="688729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04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961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004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1" y="457200"/>
            <a:ext cx="5225062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87296" y="987426"/>
            <a:ext cx="8201472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891" y="2057400"/>
            <a:ext cx="5225062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7071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1" y="457200"/>
            <a:ext cx="5225062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87296" y="987426"/>
            <a:ext cx="8201472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891" y="2057400"/>
            <a:ext cx="5225062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2685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571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593439" y="365125"/>
            <a:ext cx="3493219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780" y="365125"/>
            <a:ext cx="10277153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392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3780" y="365126"/>
            <a:ext cx="1397287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780" y="1825625"/>
            <a:ext cx="1397287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3780" y="6356351"/>
            <a:ext cx="36450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C0AFF0-F3EA-4DCF-802E-2F511665047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66395" y="6356351"/>
            <a:ext cx="546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1559" y="6356351"/>
            <a:ext cx="36450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971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9D625-5084-803B-1768-C903DF84DF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7767D3-9015-399C-4E83-1F314CE151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946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9062768-29E0-3550-AF73-358A588DFF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6145" y="-15747"/>
            <a:ext cx="10348148" cy="68580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3B21C1E7-DB52-5330-2C56-CF6DE5E9AF9B}"/>
              </a:ext>
            </a:extLst>
          </p:cNvPr>
          <p:cNvSpPr/>
          <p:nvPr/>
        </p:nvSpPr>
        <p:spPr>
          <a:xfrm>
            <a:off x="2926145" y="4619626"/>
            <a:ext cx="10203274" cy="21621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049EE00-7963-9986-9096-77D6FADEFB33}"/>
              </a:ext>
            </a:extLst>
          </p:cNvPr>
          <p:cNvSpPr/>
          <p:nvPr/>
        </p:nvSpPr>
        <p:spPr>
          <a:xfrm>
            <a:off x="2926145" y="76200"/>
            <a:ext cx="10203274" cy="1852188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0D2B0E7-9A42-93BE-E28C-736B10EFB47C}"/>
              </a:ext>
            </a:extLst>
          </p:cNvPr>
          <p:cNvCxnSpPr/>
          <p:nvPr/>
        </p:nvCxnSpPr>
        <p:spPr>
          <a:xfrm flipV="1">
            <a:off x="6865928" y="3261610"/>
            <a:ext cx="0" cy="12946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A8092CC-461C-0B86-A09A-5AECB0B383DD}"/>
              </a:ext>
            </a:extLst>
          </p:cNvPr>
          <p:cNvCxnSpPr>
            <a:cxnSpLocks/>
          </p:cNvCxnSpPr>
          <p:nvPr/>
        </p:nvCxnSpPr>
        <p:spPr>
          <a:xfrm flipV="1">
            <a:off x="7235609" y="1994123"/>
            <a:ext cx="0" cy="4684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84FF3CE-5890-A477-8282-63211F1B2FEE}"/>
              </a:ext>
            </a:extLst>
          </p:cNvPr>
          <p:cNvSpPr txBox="1"/>
          <p:nvPr/>
        </p:nvSpPr>
        <p:spPr>
          <a:xfrm>
            <a:off x="8586090" y="2797522"/>
            <a:ext cx="7409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Recurrent </a:t>
            </a:r>
            <a:b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Feedback</a:t>
            </a:r>
          </a:p>
        </p:txBody>
      </p: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DCB09AF2-D732-44F6-9E88-5816B3205455}"/>
              </a:ext>
            </a:extLst>
          </p:cNvPr>
          <p:cNvCxnSpPr>
            <a:cxnSpLocks/>
          </p:cNvCxnSpPr>
          <p:nvPr/>
        </p:nvCxnSpPr>
        <p:spPr>
          <a:xfrm>
            <a:off x="8000624" y="2797523"/>
            <a:ext cx="585467" cy="563973"/>
          </a:xfrm>
          <a:prstGeom prst="curvedConnector3">
            <a:avLst>
              <a:gd name="adj1" fmla="val 101030"/>
            </a:avLst>
          </a:prstGeom>
          <a:ln w="381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D4E7DEDD-1DC3-DE60-07BE-6186B153B6A7}"/>
              </a:ext>
            </a:extLst>
          </p:cNvPr>
          <p:cNvCxnSpPr>
            <a:cxnSpLocks/>
          </p:cNvCxnSpPr>
          <p:nvPr/>
        </p:nvCxnSpPr>
        <p:spPr>
          <a:xfrm rot="16200000" flipV="1">
            <a:off x="7101403" y="3277326"/>
            <a:ext cx="463055" cy="390812"/>
          </a:xfrm>
          <a:prstGeom prst="bentConnector3">
            <a:avLst>
              <a:gd name="adj1" fmla="val -834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1749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5E3AD5F-526E-8141-AC8A-8AF5B8D1F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1026" y="110837"/>
            <a:ext cx="8186919" cy="62976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A5708BE-71A7-275A-756F-0705708FDD96}"/>
              </a:ext>
            </a:extLst>
          </p:cNvPr>
          <p:cNvSpPr txBox="1"/>
          <p:nvPr/>
        </p:nvSpPr>
        <p:spPr>
          <a:xfrm>
            <a:off x="12752750" y="2298989"/>
            <a:ext cx="10444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/>
              <a:t>Recurrent </a:t>
            </a:r>
            <a:br>
              <a:rPr lang="en-US" sz="1500" dirty="0"/>
            </a:br>
            <a:r>
              <a:rPr lang="en-US" sz="1500" dirty="0"/>
              <a:t>Feedback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365399-E198-1486-8DFA-22B4D0320300}"/>
              </a:ext>
            </a:extLst>
          </p:cNvPr>
          <p:cNvSpPr txBox="1"/>
          <p:nvPr/>
        </p:nvSpPr>
        <p:spPr>
          <a:xfrm>
            <a:off x="10720114" y="386943"/>
            <a:ext cx="1371600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Output layer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3C7374-771C-80A0-E496-468827C5B319}"/>
              </a:ext>
            </a:extLst>
          </p:cNvPr>
          <p:cNvSpPr txBox="1"/>
          <p:nvPr/>
        </p:nvSpPr>
        <p:spPr>
          <a:xfrm>
            <a:off x="10720114" y="4163641"/>
            <a:ext cx="1371600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Input layer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03F0D3A-07AC-D84E-ECA2-FFAAE02EF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7956918"/>
              </p:ext>
            </p:extLst>
          </p:nvPr>
        </p:nvGraphicFramePr>
        <p:xfrm>
          <a:off x="48489" y="843511"/>
          <a:ext cx="7841675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093">
                  <a:extLst>
                    <a:ext uri="{9D8B030D-6E8A-4147-A177-3AD203B41FA5}">
                      <a16:colId xmlns:a16="http://schemas.microsoft.com/office/drawing/2014/main" val="1351611643"/>
                    </a:ext>
                  </a:extLst>
                </a:gridCol>
                <a:gridCol w="886691">
                  <a:extLst>
                    <a:ext uri="{9D8B030D-6E8A-4147-A177-3AD203B41FA5}">
                      <a16:colId xmlns:a16="http://schemas.microsoft.com/office/drawing/2014/main" val="1737548729"/>
                    </a:ext>
                  </a:extLst>
                </a:gridCol>
                <a:gridCol w="4772891">
                  <a:extLst>
                    <a:ext uri="{9D8B030D-6E8A-4147-A177-3AD203B41FA5}">
                      <a16:colId xmlns:a16="http://schemas.microsoft.com/office/drawing/2014/main" val="22886336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Groups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# of Units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Semantic Features of Each Unit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885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Object Left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Units 1-80: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1-80 individuals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608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 Object Right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Units 1-80: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1-80 individuals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0101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 Horizontal Position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1: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Far Left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;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2: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Left;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3: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Center-Left;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4: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Center-Right;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5: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Right;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6: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Far Right</a:t>
                      </a:r>
                      <a:endParaRPr lang="en-US" sz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791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 Obstacle Horizontal Position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1: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Absent;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2: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Middle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;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3: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Periphery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4462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5. Obstacle Height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1: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Absent;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2: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Smallest;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3: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Small;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4: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Large;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5: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Largest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4949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6.  Arc Apex-Obstacle Gap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1: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NA;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2: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Small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;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3: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Large</a:t>
                      </a:r>
                    </a:p>
                    <a:p>
                      <a:endParaRPr lang="en-US" sz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60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7. Spatial Adjacency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1: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Spatially Contiguous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9703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8. Arc Peak Height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1: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NA;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2: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Lowest;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3: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Low;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4: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High;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5: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Highest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733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9. Kinematic Motion Type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1: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Linear;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2: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Arced</a:t>
                      </a:r>
                      <a:endParaRPr lang="en-US" sz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777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10. Surface Property Left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1: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Typical Animate Features;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2: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Typical Inanimate Features</a:t>
                      </a:r>
                      <a:endParaRPr lang="en-US" sz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039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11. Surface Property Right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1: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Animate-Typical Features; 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 2: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Inanimate-Typical Features</a:t>
                      </a:r>
                      <a:endParaRPr lang="en-US" sz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46346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73349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4656B08-1A3E-FD9B-4027-02DF5277B0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851616"/>
              </p:ext>
            </p:extLst>
          </p:nvPr>
        </p:nvGraphicFramePr>
        <p:xfrm>
          <a:off x="2784000" y="117856"/>
          <a:ext cx="1286765" cy="184912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BBDF3E8-022C-04DF-44FA-BEA3AEE864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093678"/>
              </p:ext>
            </p:extLst>
          </p:nvPr>
        </p:nvGraphicFramePr>
        <p:xfrm>
          <a:off x="2168303" y="15961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448910-36FF-3999-BFC6-B5FCB2F7D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3656"/>
              </p:ext>
            </p:extLst>
          </p:nvPr>
        </p:nvGraphicFramePr>
        <p:xfrm>
          <a:off x="4393534" y="15961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20" name="Arc 19">
            <a:extLst>
              <a:ext uri="{FF2B5EF4-FFF2-40B4-BE49-F238E27FC236}">
                <a16:creationId xmlns:a16="http://schemas.microsoft.com/office/drawing/2014/main" id="{B8C0B4EA-72E0-E77F-83FF-97687CFB76EC}"/>
              </a:ext>
            </a:extLst>
          </p:cNvPr>
          <p:cNvSpPr/>
          <p:nvPr/>
        </p:nvSpPr>
        <p:spPr>
          <a:xfrm rot="16424262">
            <a:off x="4057973" y="757544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15E421F-EA38-63E5-B592-8EAFE2D3A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3082639"/>
              </p:ext>
            </p:extLst>
          </p:nvPr>
        </p:nvGraphicFramePr>
        <p:xfrm>
          <a:off x="7014624" y="117856"/>
          <a:ext cx="1286765" cy="184912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61406604-FE54-9B0E-16EA-FCCA973CFD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238304"/>
              </p:ext>
            </p:extLst>
          </p:nvPr>
        </p:nvGraphicFramePr>
        <p:xfrm>
          <a:off x="6398927" y="15961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DD190A05-E60A-E095-55A1-5B1032EC79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7948750"/>
              </p:ext>
            </p:extLst>
          </p:nvPr>
        </p:nvGraphicFramePr>
        <p:xfrm>
          <a:off x="8624158" y="15961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24" name="Arc 23">
            <a:extLst>
              <a:ext uri="{FF2B5EF4-FFF2-40B4-BE49-F238E27FC236}">
                <a16:creationId xmlns:a16="http://schemas.microsoft.com/office/drawing/2014/main" id="{F1FA9CA6-7265-DD81-51E4-9E2A955CEDA5}"/>
              </a:ext>
            </a:extLst>
          </p:cNvPr>
          <p:cNvSpPr/>
          <p:nvPr/>
        </p:nvSpPr>
        <p:spPr>
          <a:xfrm rot="16424262">
            <a:off x="8288597" y="757544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18830A4F-584A-33C2-9409-BCBCAF3F3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4425530"/>
              </p:ext>
            </p:extLst>
          </p:nvPr>
        </p:nvGraphicFramePr>
        <p:xfrm>
          <a:off x="11577987" y="117856"/>
          <a:ext cx="1286765" cy="184912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9AA3B217-ACBB-E65B-F716-06BB8CB78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5907572"/>
              </p:ext>
            </p:extLst>
          </p:nvPr>
        </p:nvGraphicFramePr>
        <p:xfrm>
          <a:off x="10962290" y="15961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359B7EA3-16EA-7027-A03D-2AD7ED48B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0071617"/>
              </p:ext>
            </p:extLst>
          </p:nvPr>
        </p:nvGraphicFramePr>
        <p:xfrm>
          <a:off x="13187521" y="15961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28" name="Arc 27">
            <a:extLst>
              <a:ext uri="{FF2B5EF4-FFF2-40B4-BE49-F238E27FC236}">
                <a16:creationId xmlns:a16="http://schemas.microsoft.com/office/drawing/2014/main" id="{059C576B-4DD3-2B22-7A51-DEBEAAA283D9}"/>
              </a:ext>
            </a:extLst>
          </p:cNvPr>
          <p:cNvSpPr/>
          <p:nvPr/>
        </p:nvSpPr>
        <p:spPr>
          <a:xfrm rot="16424262">
            <a:off x="12851960" y="757544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9C0D0AD2-B08E-0F1B-37A4-6A92C93B60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275702"/>
              </p:ext>
            </p:extLst>
          </p:nvPr>
        </p:nvGraphicFramePr>
        <p:xfrm>
          <a:off x="2784000" y="2556256"/>
          <a:ext cx="1286765" cy="184912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C4930C7F-53CC-C31F-8469-B4C669D3CF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371168"/>
              </p:ext>
            </p:extLst>
          </p:nvPr>
        </p:nvGraphicFramePr>
        <p:xfrm>
          <a:off x="2168303" y="40345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02BFCD4E-F172-9BF5-03CB-7CBAF43FD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1206250"/>
              </p:ext>
            </p:extLst>
          </p:nvPr>
        </p:nvGraphicFramePr>
        <p:xfrm>
          <a:off x="4393534" y="40345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32" name="Arc 31">
            <a:extLst>
              <a:ext uri="{FF2B5EF4-FFF2-40B4-BE49-F238E27FC236}">
                <a16:creationId xmlns:a16="http://schemas.microsoft.com/office/drawing/2014/main" id="{CF5B543A-A417-9228-2A70-06D79064E94D}"/>
              </a:ext>
            </a:extLst>
          </p:cNvPr>
          <p:cNvSpPr/>
          <p:nvPr/>
        </p:nvSpPr>
        <p:spPr>
          <a:xfrm rot="16424262">
            <a:off x="4057973" y="3195944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2D1EF7DB-1223-A198-BCEC-335A48E25C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5741687"/>
              </p:ext>
            </p:extLst>
          </p:nvPr>
        </p:nvGraphicFramePr>
        <p:xfrm>
          <a:off x="7014624" y="2556256"/>
          <a:ext cx="1286765" cy="184912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13A706D4-E60B-57B8-3C3E-FED585DA32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774263"/>
              </p:ext>
            </p:extLst>
          </p:nvPr>
        </p:nvGraphicFramePr>
        <p:xfrm>
          <a:off x="6398927" y="40345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F4A05E98-C091-2D7D-90C6-533A5D994C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8747762"/>
              </p:ext>
            </p:extLst>
          </p:nvPr>
        </p:nvGraphicFramePr>
        <p:xfrm>
          <a:off x="8624158" y="40345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36" name="Arc 35">
            <a:extLst>
              <a:ext uri="{FF2B5EF4-FFF2-40B4-BE49-F238E27FC236}">
                <a16:creationId xmlns:a16="http://schemas.microsoft.com/office/drawing/2014/main" id="{C0414294-E390-596D-21E2-63AF1DDEC2FB}"/>
              </a:ext>
            </a:extLst>
          </p:cNvPr>
          <p:cNvSpPr/>
          <p:nvPr/>
        </p:nvSpPr>
        <p:spPr>
          <a:xfrm rot="16424262">
            <a:off x="8288597" y="3195944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0B0F7F80-9753-ED26-2354-7FDB9AA102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7093349"/>
              </p:ext>
            </p:extLst>
          </p:nvPr>
        </p:nvGraphicFramePr>
        <p:xfrm>
          <a:off x="11577987" y="2556256"/>
          <a:ext cx="1286765" cy="184912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BB17B825-1F3F-C4B8-8ED8-3485506B64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9272555"/>
              </p:ext>
            </p:extLst>
          </p:nvPr>
        </p:nvGraphicFramePr>
        <p:xfrm>
          <a:off x="10962290" y="40345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60371C3-74D7-FBBE-EC71-65978A7E9F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1949557"/>
              </p:ext>
            </p:extLst>
          </p:nvPr>
        </p:nvGraphicFramePr>
        <p:xfrm>
          <a:off x="13187521" y="40345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40" name="Arc 39">
            <a:extLst>
              <a:ext uri="{FF2B5EF4-FFF2-40B4-BE49-F238E27FC236}">
                <a16:creationId xmlns:a16="http://schemas.microsoft.com/office/drawing/2014/main" id="{A8D3C651-C28C-C67A-532E-81ECF25E8273}"/>
              </a:ext>
            </a:extLst>
          </p:cNvPr>
          <p:cNvSpPr/>
          <p:nvPr/>
        </p:nvSpPr>
        <p:spPr>
          <a:xfrm rot="16424262">
            <a:off x="12851960" y="3195944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C3D67B43-F715-2920-A859-794A7C1C9E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5579580"/>
              </p:ext>
            </p:extLst>
          </p:nvPr>
        </p:nvGraphicFramePr>
        <p:xfrm>
          <a:off x="2784000" y="4702048"/>
          <a:ext cx="1286765" cy="184912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6EC95CF5-FFC9-BC07-0191-520FC54E87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990787"/>
              </p:ext>
            </p:extLst>
          </p:nvPr>
        </p:nvGraphicFramePr>
        <p:xfrm>
          <a:off x="2168303" y="6180328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E680C48-5862-F71A-8BC9-FE69A1B0D8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2192743"/>
              </p:ext>
            </p:extLst>
          </p:nvPr>
        </p:nvGraphicFramePr>
        <p:xfrm>
          <a:off x="4393534" y="6180328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44" name="Arc 43">
            <a:extLst>
              <a:ext uri="{FF2B5EF4-FFF2-40B4-BE49-F238E27FC236}">
                <a16:creationId xmlns:a16="http://schemas.microsoft.com/office/drawing/2014/main" id="{AF55158B-5102-FC5D-8901-DEA9137AC08D}"/>
              </a:ext>
            </a:extLst>
          </p:cNvPr>
          <p:cNvSpPr/>
          <p:nvPr/>
        </p:nvSpPr>
        <p:spPr>
          <a:xfrm rot="16424262">
            <a:off x="4057973" y="5341736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5" name="Table 44">
            <a:extLst>
              <a:ext uri="{FF2B5EF4-FFF2-40B4-BE49-F238E27FC236}">
                <a16:creationId xmlns:a16="http://schemas.microsoft.com/office/drawing/2014/main" id="{6B02517B-4E5F-51A7-5E6D-E22E1025A6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6998384"/>
              </p:ext>
            </p:extLst>
          </p:nvPr>
        </p:nvGraphicFramePr>
        <p:xfrm>
          <a:off x="7014624" y="4702048"/>
          <a:ext cx="1286765" cy="184912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E2148B17-B00C-3C1D-9B13-1F7DBAE10B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507340"/>
              </p:ext>
            </p:extLst>
          </p:nvPr>
        </p:nvGraphicFramePr>
        <p:xfrm>
          <a:off x="6398927" y="6180328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47" name="Table 46">
            <a:extLst>
              <a:ext uri="{FF2B5EF4-FFF2-40B4-BE49-F238E27FC236}">
                <a16:creationId xmlns:a16="http://schemas.microsoft.com/office/drawing/2014/main" id="{EABAB01E-0BCE-CE25-B745-444C21D562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42819"/>
              </p:ext>
            </p:extLst>
          </p:nvPr>
        </p:nvGraphicFramePr>
        <p:xfrm>
          <a:off x="8624158" y="6180328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48" name="Arc 47">
            <a:extLst>
              <a:ext uri="{FF2B5EF4-FFF2-40B4-BE49-F238E27FC236}">
                <a16:creationId xmlns:a16="http://schemas.microsoft.com/office/drawing/2014/main" id="{9CD9C7D3-6A2D-0CB4-97DC-B4568EA9751C}"/>
              </a:ext>
            </a:extLst>
          </p:cNvPr>
          <p:cNvSpPr/>
          <p:nvPr/>
        </p:nvSpPr>
        <p:spPr>
          <a:xfrm rot="16424262">
            <a:off x="8288597" y="5341736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6074A772-702C-E3AB-D2AE-B28D5D325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0631339"/>
              </p:ext>
            </p:extLst>
          </p:nvPr>
        </p:nvGraphicFramePr>
        <p:xfrm>
          <a:off x="11577987" y="4702048"/>
          <a:ext cx="1286765" cy="184912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7365B425-3B43-7515-95F2-966ADAB24F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5463070"/>
              </p:ext>
            </p:extLst>
          </p:nvPr>
        </p:nvGraphicFramePr>
        <p:xfrm>
          <a:off x="10962290" y="6180328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DD4219A8-D6D6-19FA-10E3-24F78A0C1D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6311752"/>
              </p:ext>
            </p:extLst>
          </p:nvPr>
        </p:nvGraphicFramePr>
        <p:xfrm>
          <a:off x="13187521" y="6180328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52" name="Arc 51">
            <a:extLst>
              <a:ext uri="{FF2B5EF4-FFF2-40B4-BE49-F238E27FC236}">
                <a16:creationId xmlns:a16="http://schemas.microsoft.com/office/drawing/2014/main" id="{19166D07-3BB5-689A-D51C-73598CEEA2B2}"/>
              </a:ext>
            </a:extLst>
          </p:cNvPr>
          <p:cNvSpPr/>
          <p:nvPr/>
        </p:nvSpPr>
        <p:spPr>
          <a:xfrm rot="16424262">
            <a:off x="12851960" y="5341736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6F8B9E-1AF4-DD89-64B3-5350AA1D5BA2}"/>
              </a:ext>
            </a:extLst>
          </p:cNvPr>
          <p:cNvSpPr txBox="1"/>
          <p:nvPr/>
        </p:nvSpPr>
        <p:spPr>
          <a:xfrm>
            <a:off x="3226044" y="2038588"/>
            <a:ext cx="40267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baseline="-25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856289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197</TotalTime>
  <Words>254</Words>
  <Application>Microsoft Office PowerPoint</Application>
  <PresentationFormat>Custom</PresentationFormat>
  <Paragraphs>43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Benton, Deon</dc:creator>
  <cp:lastModifiedBy>Benton, Deon</cp:lastModifiedBy>
  <cp:revision>17</cp:revision>
  <dcterms:created xsi:type="dcterms:W3CDTF">2025-07-09T22:20:24Z</dcterms:created>
  <dcterms:modified xsi:type="dcterms:W3CDTF">2026-06-06T01:55:28Z</dcterms:modified>
</cp:coreProperties>
</file>