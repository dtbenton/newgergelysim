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</p:sldIdLst>
  <p:sldSz cx="246888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55AF"/>
    <a:srgbClr val="4E1787"/>
    <a:srgbClr val="77AC59"/>
    <a:srgbClr val="4667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3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1660" y="2693671"/>
            <a:ext cx="2098548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86100" y="8644891"/>
            <a:ext cx="185166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1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7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4498" y="4103375"/>
            <a:ext cx="2129409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4498" y="11014715"/>
            <a:ext cx="2129409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9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7355" y="4381500"/>
            <a:ext cx="1049274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98705" y="4381500"/>
            <a:ext cx="1049274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2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571" y="876304"/>
            <a:ext cx="2129409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0573" y="4034791"/>
            <a:ext cx="10444518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00573" y="6012180"/>
            <a:ext cx="10444518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498706" y="4034791"/>
            <a:ext cx="10495956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498706" y="6012180"/>
            <a:ext cx="10495956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9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571" y="1097280"/>
            <a:ext cx="7962781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5956" y="2369824"/>
            <a:ext cx="12498705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0571" y="4937760"/>
            <a:ext cx="7962781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8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571" y="1097280"/>
            <a:ext cx="7962781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95956" y="2369824"/>
            <a:ext cx="12498705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0571" y="4937760"/>
            <a:ext cx="7962781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2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74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67924" y="876300"/>
            <a:ext cx="5323523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7356" y="876300"/>
            <a:ext cx="15661958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02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7355" y="876304"/>
            <a:ext cx="2129409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7355" y="4381500"/>
            <a:ext cx="2129409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97355" y="15255244"/>
            <a:ext cx="555498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D0C7A-7B10-4EE0-B5C6-C1F8E32A7DF3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78165" y="15255244"/>
            <a:ext cx="833247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36465" y="15255244"/>
            <a:ext cx="555498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5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E45B-E64A-EA40-B0DE-C5E69DA6B0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4BE2F-883F-9929-C4BA-92CADBDD96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F5D21CD7-AA1E-3A32-BCC9-948779043258}"/>
              </a:ext>
            </a:extLst>
          </p:cNvPr>
          <p:cNvCxnSpPr>
            <a:cxnSpLocks/>
            <a:stCxn id="282" idx="3"/>
            <a:endCxn id="113" idx="2"/>
          </p:cNvCxnSpPr>
          <p:nvPr/>
        </p:nvCxnSpPr>
        <p:spPr>
          <a:xfrm>
            <a:off x="9141186" y="4046847"/>
            <a:ext cx="2545504" cy="9143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BF8CAEB1-B862-8037-BC06-486C36B671BE}"/>
              </a:ext>
            </a:extLst>
          </p:cNvPr>
          <p:cNvCxnSpPr>
            <a:cxnSpLocks/>
            <a:stCxn id="100" idx="6"/>
            <a:endCxn id="121" idx="2"/>
          </p:cNvCxnSpPr>
          <p:nvPr/>
        </p:nvCxnSpPr>
        <p:spPr>
          <a:xfrm flipV="1">
            <a:off x="6985779" y="3174721"/>
            <a:ext cx="1701159" cy="3766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B10D77BF-D1B9-E39B-42B4-8E2DD2918BFD}"/>
              </a:ext>
            </a:extLst>
          </p:cNvPr>
          <p:cNvCxnSpPr>
            <a:cxnSpLocks/>
            <a:stCxn id="101" idx="6"/>
            <a:endCxn id="122" idx="2"/>
          </p:cNvCxnSpPr>
          <p:nvPr/>
        </p:nvCxnSpPr>
        <p:spPr>
          <a:xfrm flipV="1">
            <a:off x="6993801" y="4097184"/>
            <a:ext cx="1665938" cy="34537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2795190-25D8-0CBB-090F-58359F9FA9B9}"/>
              </a:ext>
            </a:extLst>
          </p:cNvPr>
          <p:cNvSpPr/>
          <p:nvPr/>
        </p:nvSpPr>
        <p:spPr>
          <a:xfrm>
            <a:off x="907393" y="430805"/>
            <a:ext cx="5124450" cy="12281466"/>
          </a:xfrm>
          <a:prstGeom prst="roundRect">
            <a:avLst>
              <a:gd name="adj" fmla="val 2706"/>
            </a:avLst>
          </a:prstGeom>
          <a:noFill/>
          <a:ln>
            <a:solidFill>
              <a:srgbClr val="4667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EB807-A463-2380-0B7E-E42A363841F6}"/>
              </a:ext>
            </a:extLst>
          </p:cNvPr>
          <p:cNvSpPr txBox="1"/>
          <p:nvPr/>
        </p:nvSpPr>
        <p:spPr>
          <a:xfrm>
            <a:off x="1871549" y="273417"/>
            <a:ext cx="32656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33FE5-5D86-919A-50EE-AEB19A68740B}"/>
              </a:ext>
            </a:extLst>
          </p:cNvPr>
          <p:cNvSpPr txBox="1"/>
          <p:nvPr/>
        </p:nvSpPr>
        <p:spPr>
          <a:xfrm>
            <a:off x="2967197" y="990975"/>
            <a:ext cx="6703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i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D339C7-1D6C-51B0-FBB7-47542C065031}"/>
              </a:ext>
            </a:extLst>
          </p:cNvPr>
          <p:cNvSpPr/>
          <p:nvPr/>
        </p:nvSpPr>
        <p:spPr>
          <a:xfrm>
            <a:off x="1059799" y="1735938"/>
            <a:ext cx="4750423" cy="10683669"/>
          </a:xfrm>
          <a:prstGeom prst="roundRect">
            <a:avLst>
              <a:gd name="adj" fmla="val 2706"/>
            </a:avLst>
          </a:prstGeom>
          <a:noFill/>
          <a:ln>
            <a:solidFill>
              <a:srgbClr val="4667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AC8637-F7C6-23C8-1E70-56D2145F9A16}"/>
              </a:ext>
            </a:extLst>
          </p:cNvPr>
          <p:cNvSpPr txBox="1"/>
          <p:nvPr/>
        </p:nvSpPr>
        <p:spPr>
          <a:xfrm>
            <a:off x="1299052" y="175134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F016C5-F107-3F7A-9699-C579DCC96E6C}"/>
              </a:ext>
            </a:extLst>
          </p:cNvPr>
          <p:cNvSpPr txBox="1"/>
          <p:nvPr/>
        </p:nvSpPr>
        <p:spPr>
          <a:xfrm>
            <a:off x="1988856" y="1766758"/>
            <a:ext cx="1949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Left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C8A186-2D10-C817-071F-A7C5301064B3}"/>
              </a:ext>
            </a:extLst>
          </p:cNvPr>
          <p:cNvSpPr txBox="1"/>
          <p:nvPr/>
        </p:nvSpPr>
        <p:spPr>
          <a:xfrm>
            <a:off x="1924682" y="2182832"/>
            <a:ext cx="14253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(82 units)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A94E22-BC90-610F-C2E4-83E44BAABF20}"/>
              </a:ext>
            </a:extLst>
          </p:cNvPr>
          <p:cNvSpPr txBox="1"/>
          <p:nvPr/>
        </p:nvSpPr>
        <p:spPr>
          <a:xfrm>
            <a:off x="1308805" y="2658352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7D9EBD-0D96-CF46-43C6-3979436D924A}"/>
              </a:ext>
            </a:extLst>
          </p:cNvPr>
          <p:cNvSpPr txBox="1"/>
          <p:nvPr/>
        </p:nvSpPr>
        <p:spPr>
          <a:xfrm>
            <a:off x="1998609" y="2673765"/>
            <a:ext cx="217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Right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1E4BAC-E2A3-7B45-2E0B-30AAFA442BA3}"/>
              </a:ext>
            </a:extLst>
          </p:cNvPr>
          <p:cNvSpPr txBox="1"/>
          <p:nvPr/>
        </p:nvSpPr>
        <p:spPr>
          <a:xfrm>
            <a:off x="1934435" y="3166039"/>
            <a:ext cx="14253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(82 units)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D43B1E-21C2-CBFB-1C47-FFCED40A834B}"/>
              </a:ext>
            </a:extLst>
          </p:cNvPr>
          <p:cNvSpPr txBox="1"/>
          <p:nvPr/>
        </p:nvSpPr>
        <p:spPr>
          <a:xfrm>
            <a:off x="1300785" y="3586787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614850-FBD6-9EE2-7B63-91503EB812AF}"/>
              </a:ext>
            </a:extLst>
          </p:cNvPr>
          <p:cNvSpPr txBox="1"/>
          <p:nvPr/>
        </p:nvSpPr>
        <p:spPr>
          <a:xfrm>
            <a:off x="1990589" y="3602200"/>
            <a:ext cx="3166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Position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BB57F6-20A9-71E0-DB62-611655B24524}"/>
              </a:ext>
            </a:extLst>
          </p:cNvPr>
          <p:cNvSpPr txBox="1"/>
          <p:nvPr/>
        </p:nvSpPr>
        <p:spPr>
          <a:xfrm>
            <a:off x="1926415" y="4094474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 units)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A0B00E-FEA6-3B7A-EDE3-03B808BE4597}"/>
              </a:ext>
            </a:extLst>
          </p:cNvPr>
          <p:cNvSpPr txBox="1"/>
          <p:nvPr/>
        </p:nvSpPr>
        <p:spPr>
          <a:xfrm>
            <a:off x="1308807" y="4526254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F9F0AB-36DA-3391-6694-3A53CF3B9080}"/>
              </a:ext>
            </a:extLst>
          </p:cNvPr>
          <p:cNvSpPr txBox="1"/>
          <p:nvPr/>
        </p:nvSpPr>
        <p:spPr>
          <a:xfrm>
            <a:off x="1998605" y="4541673"/>
            <a:ext cx="42237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Horizontal Position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73662C-41D2-96E5-8384-FB89699432FC}"/>
              </a:ext>
            </a:extLst>
          </p:cNvPr>
          <p:cNvSpPr txBox="1"/>
          <p:nvPr/>
        </p:nvSpPr>
        <p:spPr>
          <a:xfrm>
            <a:off x="1934437" y="5414941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 units)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5298EF-E863-CADE-37A4-05AB72B25D35}"/>
              </a:ext>
            </a:extLst>
          </p:cNvPr>
          <p:cNvSpPr txBox="1"/>
          <p:nvPr/>
        </p:nvSpPr>
        <p:spPr>
          <a:xfrm>
            <a:off x="1300787" y="5874794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26603F-88D5-4E18-0689-499396DA5D19}"/>
              </a:ext>
            </a:extLst>
          </p:cNvPr>
          <p:cNvSpPr txBox="1"/>
          <p:nvPr/>
        </p:nvSpPr>
        <p:spPr>
          <a:xfrm>
            <a:off x="1990585" y="5890207"/>
            <a:ext cx="2646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27FB2B-8374-431B-D4FE-82F4E47500C9}"/>
              </a:ext>
            </a:extLst>
          </p:cNvPr>
          <p:cNvSpPr txBox="1"/>
          <p:nvPr/>
        </p:nvSpPr>
        <p:spPr>
          <a:xfrm>
            <a:off x="1926417" y="6306281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 units)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969CC4-1487-BB6F-89B4-D158D21DAEDC}"/>
              </a:ext>
            </a:extLst>
          </p:cNvPr>
          <p:cNvSpPr txBox="1"/>
          <p:nvPr/>
        </p:nvSpPr>
        <p:spPr>
          <a:xfrm>
            <a:off x="1292767" y="6645818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EAC9FA-33E9-0114-EBDB-58ACA37FC7D1}"/>
              </a:ext>
            </a:extLst>
          </p:cNvPr>
          <p:cNvSpPr txBox="1"/>
          <p:nvPr/>
        </p:nvSpPr>
        <p:spPr>
          <a:xfrm>
            <a:off x="1982571" y="6737431"/>
            <a:ext cx="3827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Gap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9CC677-A632-781D-D614-B187998C541D}"/>
              </a:ext>
            </a:extLst>
          </p:cNvPr>
          <p:cNvSpPr txBox="1"/>
          <p:nvPr/>
        </p:nvSpPr>
        <p:spPr>
          <a:xfrm>
            <a:off x="1918397" y="7153505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 units)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105288-561D-F3E7-927B-4EC2B7EBDAA5}"/>
              </a:ext>
            </a:extLst>
          </p:cNvPr>
          <p:cNvSpPr txBox="1"/>
          <p:nvPr/>
        </p:nvSpPr>
        <p:spPr>
          <a:xfrm>
            <a:off x="1284747" y="7489031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58E40F-14FB-E529-609F-4E21BB5AED77}"/>
              </a:ext>
            </a:extLst>
          </p:cNvPr>
          <p:cNvSpPr txBox="1"/>
          <p:nvPr/>
        </p:nvSpPr>
        <p:spPr>
          <a:xfrm>
            <a:off x="1974551" y="7618744"/>
            <a:ext cx="2949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Adjacency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A33BA8-DEF1-0807-80CF-9D6DE4EFC308}"/>
              </a:ext>
            </a:extLst>
          </p:cNvPr>
          <p:cNvSpPr txBox="1"/>
          <p:nvPr/>
        </p:nvSpPr>
        <p:spPr>
          <a:xfrm>
            <a:off x="1910377" y="8111018"/>
            <a:ext cx="114005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unit)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DF1E3-B138-3DD3-7BEB-7FAF3D450929}"/>
              </a:ext>
            </a:extLst>
          </p:cNvPr>
          <p:cNvSpPr txBox="1"/>
          <p:nvPr/>
        </p:nvSpPr>
        <p:spPr>
          <a:xfrm>
            <a:off x="1276727" y="8522744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A3633B-1145-3D92-F3C5-4DBF805ED214}"/>
              </a:ext>
            </a:extLst>
          </p:cNvPr>
          <p:cNvSpPr txBox="1"/>
          <p:nvPr/>
        </p:nvSpPr>
        <p:spPr>
          <a:xfrm>
            <a:off x="1966531" y="8633407"/>
            <a:ext cx="2730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01C338-A65C-FB46-0688-CC37F67DBB53}"/>
              </a:ext>
            </a:extLst>
          </p:cNvPr>
          <p:cNvSpPr txBox="1"/>
          <p:nvPr/>
        </p:nvSpPr>
        <p:spPr>
          <a:xfrm>
            <a:off x="1902357" y="9106631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 units)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1A1CB5-49AF-2864-F665-749FF9B10DBF}"/>
              </a:ext>
            </a:extLst>
          </p:cNvPr>
          <p:cNvSpPr txBox="1"/>
          <p:nvPr/>
        </p:nvSpPr>
        <p:spPr>
          <a:xfrm>
            <a:off x="1276727" y="9474404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225246-E585-3C44-5FC9-B562DEDC54F7}"/>
              </a:ext>
            </a:extLst>
          </p:cNvPr>
          <p:cNvSpPr txBox="1"/>
          <p:nvPr/>
        </p:nvSpPr>
        <p:spPr>
          <a:xfrm>
            <a:off x="1966525" y="9489817"/>
            <a:ext cx="3820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Type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95456B-3FFB-F787-8435-11C86858BFB1}"/>
              </a:ext>
            </a:extLst>
          </p:cNvPr>
          <p:cNvSpPr txBox="1"/>
          <p:nvPr/>
        </p:nvSpPr>
        <p:spPr>
          <a:xfrm>
            <a:off x="1902357" y="10039241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units)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A43243-D421-FC87-45A8-EDDCEAFD3755}"/>
              </a:ext>
            </a:extLst>
          </p:cNvPr>
          <p:cNvSpPr txBox="1"/>
          <p:nvPr/>
        </p:nvSpPr>
        <p:spPr>
          <a:xfrm>
            <a:off x="1063454" y="10368585"/>
            <a:ext cx="784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8AB2E0-36F6-D831-3E01-239C32608E10}"/>
              </a:ext>
            </a:extLst>
          </p:cNvPr>
          <p:cNvSpPr txBox="1"/>
          <p:nvPr/>
        </p:nvSpPr>
        <p:spPr>
          <a:xfrm>
            <a:off x="1962802" y="10422098"/>
            <a:ext cx="3547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Left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8E4BB7-3BE0-EC65-961D-FB8ABB21497B}"/>
              </a:ext>
            </a:extLst>
          </p:cNvPr>
          <p:cNvSpPr txBox="1"/>
          <p:nvPr/>
        </p:nvSpPr>
        <p:spPr>
          <a:xfrm>
            <a:off x="1898634" y="10914372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units)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7E488C-9C93-6799-1678-0296323F820F}"/>
              </a:ext>
            </a:extLst>
          </p:cNvPr>
          <p:cNvSpPr txBox="1"/>
          <p:nvPr/>
        </p:nvSpPr>
        <p:spPr>
          <a:xfrm>
            <a:off x="1060165" y="11298398"/>
            <a:ext cx="764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6AB414-AEC1-92FD-8347-D63B45354687}"/>
              </a:ext>
            </a:extLst>
          </p:cNvPr>
          <p:cNvSpPr txBox="1"/>
          <p:nvPr/>
        </p:nvSpPr>
        <p:spPr>
          <a:xfrm>
            <a:off x="1959525" y="11332861"/>
            <a:ext cx="3768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Right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DE5B98-C3CE-36BB-A88F-CE74D0CB13BE}"/>
              </a:ext>
            </a:extLst>
          </p:cNvPr>
          <p:cNvSpPr txBox="1"/>
          <p:nvPr/>
        </p:nvSpPr>
        <p:spPr>
          <a:xfrm>
            <a:off x="1895351" y="11748935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units)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4A386F-D45E-E2EE-FF11-BC3B2F86336B}"/>
              </a:ext>
            </a:extLst>
          </p:cNvPr>
          <p:cNvSpPr txBox="1"/>
          <p:nvPr/>
        </p:nvSpPr>
        <p:spPr>
          <a:xfrm>
            <a:off x="1802992" y="12630268"/>
            <a:ext cx="3466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 input units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4FFF41-1F88-AAAC-15C8-2762A062135E}"/>
              </a:ext>
            </a:extLst>
          </p:cNvPr>
          <p:cNvSpPr txBox="1"/>
          <p:nvPr/>
        </p:nvSpPr>
        <p:spPr>
          <a:xfrm>
            <a:off x="2408511" y="13119122"/>
            <a:ext cx="224869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(11 groups)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EE156FA-85A1-1E69-BC80-DB0D399C223D}"/>
              </a:ext>
            </a:extLst>
          </p:cNvPr>
          <p:cNvSpPr/>
          <p:nvPr/>
        </p:nvSpPr>
        <p:spPr>
          <a:xfrm>
            <a:off x="907397" y="13926380"/>
            <a:ext cx="9536029" cy="2310746"/>
          </a:xfrm>
          <a:prstGeom prst="roundRect">
            <a:avLst>
              <a:gd name="adj" fmla="val 2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4C5FED-0DD8-FC30-2C23-B77A94773E5E}"/>
              </a:ext>
            </a:extLst>
          </p:cNvPr>
          <p:cNvSpPr txBox="1"/>
          <p:nvPr/>
        </p:nvSpPr>
        <p:spPr>
          <a:xfrm>
            <a:off x="947503" y="13878828"/>
            <a:ext cx="94478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adjustable connections: 3,960-21,800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96376D-1FC9-3932-B07E-1979B3FDABAE}"/>
              </a:ext>
            </a:extLst>
          </p:cNvPr>
          <p:cNvSpPr txBox="1"/>
          <p:nvPr/>
        </p:nvSpPr>
        <p:spPr>
          <a:xfrm>
            <a:off x="1059794" y="14556192"/>
            <a:ext cx="916706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Input to Hidden:  		                193 × (10 to 50)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Context to Hidden:          (10 to 50) × (10 to 50)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Hidden to Output:                       (10 to 50) × 193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0E92A88-E5A2-7D75-062A-58B1D2EED188}"/>
              </a:ext>
            </a:extLst>
          </p:cNvPr>
          <p:cNvSpPr/>
          <p:nvPr/>
        </p:nvSpPr>
        <p:spPr>
          <a:xfrm>
            <a:off x="12369483" y="438827"/>
            <a:ext cx="5124450" cy="12281466"/>
          </a:xfrm>
          <a:prstGeom prst="roundRect">
            <a:avLst>
              <a:gd name="adj" fmla="val 2706"/>
            </a:avLst>
          </a:prstGeom>
          <a:noFill/>
          <a:ln>
            <a:solidFill>
              <a:srgbClr val="4667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C927B0-B0D9-B1A1-CA54-9AD4E8AB9410}"/>
              </a:ext>
            </a:extLst>
          </p:cNvPr>
          <p:cNvSpPr txBox="1"/>
          <p:nvPr/>
        </p:nvSpPr>
        <p:spPr>
          <a:xfrm>
            <a:off x="12780189" y="281439"/>
            <a:ext cx="372730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65E43B-BDDF-47FB-1D9F-3C46A5A89B19}"/>
              </a:ext>
            </a:extLst>
          </p:cNvPr>
          <p:cNvSpPr txBox="1"/>
          <p:nvPr/>
        </p:nvSpPr>
        <p:spPr>
          <a:xfrm>
            <a:off x="14308972" y="1023060"/>
            <a:ext cx="15295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i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40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+ 1)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8E19281-2C3B-754A-5376-DD95DDCAAD76}"/>
              </a:ext>
            </a:extLst>
          </p:cNvPr>
          <p:cNvSpPr/>
          <p:nvPr/>
        </p:nvSpPr>
        <p:spPr>
          <a:xfrm>
            <a:off x="12521889" y="1743960"/>
            <a:ext cx="4750423" cy="10683669"/>
          </a:xfrm>
          <a:prstGeom prst="roundRect">
            <a:avLst>
              <a:gd name="adj" fmla="val 2706"/>
            </a:avLst>
          </a:prstGeom>
          <a:noFill/>
          <a:ln>
            <a:solidFill>
              <a:srgbClr val="4667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2413F1-B9C3-EB64-06D1-D92BA4F5050B}"/>
              </a:ext>
            </a:extLst>
          </p:cNvPr>
          <p:cNvSpPr txBox="1"/>
          <p:nvPr/>
        </p:nvSpPr>
        <p:spPr>
          <a:xfrm>
            <a:off x="12761142" y="1759367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E70AE3-B8A8-9EFC-CCE6-FD5638A65023}"/>
              </a:ext>
            </a:extLst>
          </p:cNvPr>
          <p:cNvSpPr txBox="1"/>
          <p:nvPr/>
        </p:nvSpPr>
        <p:spPr>
          <a:xfrm>
            <a:off x="13450946" y="1774780"/>
            <a:ext cx="1949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Left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74E319-A49D-F97D-2AAF-021C525BE35E}"/>
              </a:ext>
            </a:extLst>
          </p:cNvPr>
          <p:cNvSpPr txBox="1"/>
          <p:nvPr/>
        </p:nvSpPr>
        <p:spPr>
          <a:xfrm>
            <a:off x="13386772" y="2190854"/>
            <a:ext cx="14253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(82 units)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F3D1A0-212F-6107-A6AD-724DE3FDEE9A}"/>
              </a:ext>
            </a:extLst>
          </p:cNvPr>
          <p:cNvSpPr txBox="1"/>
          <p:nvPr/>
        </p:nvSpPr>
        <p:spPr>
          <a:xfrm>
            <a:off x="12770895" y="2666374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4AAE82-A4E3-A2FA-3BEA-5F6B06F73480}"/>
              </a:ext>
            </a:extLst>
          </p:cNvPr>
          <p:cNvSpPr txBox="1"/>
          <p:nvPr/>
        </p:nvSpPr>
        <p:spPr>
          <a:xfrm>
            <a:off x="13460699" y="2681787"/>
            <a:ext cx="217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Right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73EA32-7649-7186-312B-D91B55D911D1}"/>
              </a:ext>
            </a:extLst>
          </p:cNvPr>
          <p:cNvSpPr txBox="1"/>
          <p:nvPr/>
        </p:nvSpPr>
        <p:spPr>
          <a:xfrm>
            <a:off x="13396525" y="3174061"/>
            <a:ext cx="14253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(82 units)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2531B0-85B1-8E98-855F-67EC1DB5A636}"/>
              </a:ext>
            </a:extLst>
          </p:cNvPr>
          <p:cNvSpPr txBox="1"/>
          <p:nvPr/>
        </p:nvSpPr>
        <p:spPr>
          <a:xfrm>
            <a:off x="12762875" y="3594809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D54CFD-F4B3-7F78-F17B-22A5729E859F}"/>
              </a:ext>
            </a:extLst>
          </p:cNvPr>
          <p:cNvSpPr txBox="1"/>
          <p:nvPr/>
        </p:nvSpPr>
        <p:spPr>
          <a:xfrm>
            <a:off x="13452679" y="3610222"/>
            <a:ext cx="3166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Position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842347-D128-26D1-7FAC-0D2AB9C4D244}"/>
              </a:ext>
            </a:extLst>
          </p:cNvPr>
          <p:cNvSpPr txBox="1"/>
          <p:nvPr/>
        </p:nvSpPr>
        <p:spPr>
          <a:xfrm>
            <a:off x="13388505" y="4102496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 units)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5D3502-AA39-BFE3-54A7-CDC1E183A788}"/>
              </a:ext>
            </a:extLst>
          </p:cNvPr>
          <p:cNvSpPr txBox="1"/>
          <p:nvPr/>
        </p:nvSpPr>
        <p:spPr>
          <a:xfrm>
            <a:off x="12770897" y="4534276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A350B8-D555-6ADB-A290-6BC0061EDCCE}"/>
              </a:ext>
            </a:extLst>
          </p:cNvPr>
          <p:cNvSpPr txBox="1"/>
          <p:nvPr/>
        </p:nvSpPr>
        <p:spPr>
          <a:xfrm>
            <a:off x="13460695" y="4549695"/>
            <a:ext cx="42237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Horizontal Position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AF036F-4B1C-1B52-0164-F82D03874660}"/>
              </a:ext>
            </a:extLst>
          </p:cNvPr>
          <p:cNvSpPr txBox="1"/>
          <p:nvPr/>
        </p:nvSpPr>
        <p:spPr>
          <a:xfrm>
            <a:off x="13396527" y="5422963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 units)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A77998-A0F2-CFEA-7175-D3295780A278}"/>
              </a:ext>
            </a:extLst>
          </p:cNvPr>
          <p:cNvSpPr txBox="1"/>
          <p:nvPr/>
        </p:nvSpPr>
        <p:spPr>
          <a:xfrm>
            <a:off x="12762877" y="5882816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28D74A-AD40-30AB-E4AE-7519DB1F096E}"/>
              </a:ext>
            </a:extLst>
          </p:cNvPr>
          <p:cNvSpPr txBox="1"/>
          <p:nvPr/>
        </p:nvSpPr>
        <p:spPr>
          <a:xfrm>
            <a:off x="13452675" y="5898229"/>
            <a:ext cx="2646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8AA560-4E47-F2A2-BA1D-1DF4936D53F5}"/>
              </a:ext>
            </a:extLst>
          </p:cNvPr>
          <p:cNvSpPr txBox="1"/>
          <p:nvPr/>
        </p:nvSpPr>
        <p:spPr>
          <a:xfrm>
            <a:off x="13388507" y="6314303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 units)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375AEC-37BE-CD86-0677-897EE5B3744B}"/>
              </a:ext>
            </a:extLst>
          </p:cNvPr>
          <p:cNvSpPr txBox="1"/>
          <p:nvPr/>
        </p:nvSpPr>
        <p:spPr>
          <a:xfrm>
            <a:off x="12754857" y="6653840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6134425-05F3-B63C-5D4C-62FB076938C8}"/>
              </a:ext>
            </a:extLst>
          </p:cNvPr>
          <p:cNvSpPr txBox="1"/>
          <p:nvPr/>
        </p:nvSpPr>
        <p:spPr>
          <a:xfrm>
            <a:off x="13444661" y="6745453"/>
            <a:ext cx="3827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Gap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9E2A46-51E5-8CB9-BD77-2DC5523AEDEE}"/>
              </a:ext>
            </a:extLst>
          </p:cNvPr>
          <p:cNvSpPr txBox="1"/>
          <p:nvPr/>
        </p:nvSpPr>
        <p:spPr>
          <a:xfrm>
            <a:off x="13380487" y="7161527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 units)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0CB60A-67E9-FA94-A6FA-2A0210D4EEB6}"/>
              </a:ext>
            </a:extLst>
          </p:cNvPr>
          <p:cNvSpPr txBox="1"/>
          <p:nvPr/>
        </p:nvSpPr>
        <p:spPr>
          <a:xfrm>
            <a:off x="12746837" y="7497053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2CE4A2B-4B54-E096-75D4-F8108BE70261}"/>
              </a:ext>
            </a:extLst>
          </p:cNvPr>
          <p:cNvSpPr txBox="1"/>
          <p:nvPr/>
        </p:nvSpPr>
        <p:spPr>
          <a:xfrm>
            <a:off x="13436641" y="7626766"/>
            <a:ext cx="2949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Adjacency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0FA9FE-82A4-224E-E19B-7E3F47497848}"/>
              </a:ext>
            </a:extLst>
          </p:cNvPr>
          <p:cNvSpPr txBox="1"/>
          <p:nvPr/>
        </p:nvSpPr>
        <p:spPr>
          <a:xfrm>
            <a:off x="13372467" y="8119040"/>
            <a:ext cx="114005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unit)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F9BE37-175B-429B-4685-46E28DD79655}"/>
              </a:ext>
            </a:extLst>
          </p:cNvPr>
          <p:cNvSpPr txBox="1"/>
          <p:nvPr/>
        </p:nvSpPr>
        <p:spPr>
          <a:xfrm>
            <a:off x="12738817" y="8530766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CC6858-FA8D-90C7-2AF7-ECC848E2BAB1}"/>
              </a:ext>
            </a:extLst>
          </p:cNvPr>
          <p:cNvSpPr txBox="1"/>
          <p:nvPr/>
        </p:nvSpPr>
        <p:spPr>
          <a:xfrm>
            <a:off x="13428621" y="8641429"/>
            <a:ext cx="2730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A67710A-4AF9-EB3A-2A88-F12DBAC7C112}"/>
              </a:ext>
            </a:extLst>
          </p:cNvPr>
          <p:cNvSpPr txBox="1"/>
          <p:nvPr/>
        </p:nvSpPr>
        <p:spPr>
          <a:xfrm>
            <a:off x="13364447" y="9114653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 units)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EF9623-70F2-4BEB-A8A3-04AB1C818E0F}"/>
              </a:ext>
            </a:extLst>
          </p:cNvPr>
          <p:cNvSpPr txBox="1"/>
          <p:nvPr/>
        </p:nvSpPr>
        <p:spPr>
          <a:xfrm>
            <a:off x="12738817" y="9482426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1FA9A43-433C-94E7-0272-2E8F8CDDF679}"/>
              </a:ext>
            </a:extLst>
          </p:cNvPr>
          <p:cNvSpPr txBox="1"/>
          <p:nvPr/>
        </p:nvSpPr>
        <p:spPr>
          <a:xfrm>
            <a:off x="13428615" y="9497839"/>
            <a:ext cx="3820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Type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26645E0-AAF3-9182-BB1D-93B328CC670E}"/>
              </a:ext>
            </a:extLst>
          </p:cNvPr>
          <p:cNvSpPr txBox="1"/>
          <p:nvPr/>
        </p:nvSpPr>
        <p:spPr>
          <a:xfrm>
            <a:off x="13364447" y="10047263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units)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1FC3DE-BE6C-A37A-3D97-0E00848C3669}"/>
              </a:ext>
            </a:extLst>
          </p:cNvPr>
          <p:cNvSpPr txBox="1"/>
          <p:nvPr/>
        </p:nvSpPr>
        <p:spPr>
          <a:xfrm>
            <a:off x="12525544" y="10376607"/>
            <a:ext cx="784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532868-4625-9539-2EF9-73B8735C49F8}"/>
              </a:ext>
            </a:extLst>
          </p:cNvPr>
          <p:cNvSpPr txBox="1"/>
          <p:nvPr/>
        </p:nvSpPr>
        <p:spPr>
          <a:xfrm>
            <a:off x="13424892" y="10430120"/>
            <a:ext cx="3547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Left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E1AD1C-59AC-93CE-BDFD-337476808D7A}"/>
              </a:ext>
            </a:extLst>
          </p:cNvPr>
          <p:cNvSpPr txBox="1"/>
          <p:nvPr/>
        </p:nvSpPr>
        <p:spPr>
          <a:xfrm>
            <a:off x="13360724" y="10922394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units)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2AE649B-E082-42EA-CC4E-1BC155159436}"/>
              </a:ext>
            </a:extLst>
          </p:cNvPr>
          <p:cNvSpPr txBox="1"/>
          <p:nvPr/>
        </p:nvSpPr>
        <p:spPr>
          <a:xfrm>
            <a:off x="12522255" y="11306420"/>
            <a:ext cx="764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F7A8D9D-9086-E800-84F7-DDD8C372A3FC}"/>
              </a:ext>
            </a:extLst>
          </p:cNvPr>
          <p:cNvSpPr txBox="1"/>
          <p:nvPr/>
        </p:nvSpPr>
        <p:spPr>
          <a:xfrm>
            <a:off x="13421615" y="11340883"/>
            <a:ext cx="3768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Right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1674F0A-2DA8-EA05-9605-043A6221ECE8}"/>
              </a:ext>
            </a:extLst>
          </p:cNvPr>
          <p:cNvSpPr txBox="1"/>
          <p:nvPr/>
        </p:nvSpPr>
        <p:spPr>
          <a:xfrm>
            <a:off x="13357441" y="11756957"/>
            <a:ext cx="12650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units)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0F05EDE-BCF5-F5DF-BB62-633A67043FD0}"/>
              </a:ext>
            </a:extLst>
          </p:cNvPr>
          <p:cNvSpPr txBox="1"/>
          <p:nvPr/>
        </p:nvSpPr>
        <p:spPr>
          <a:xfrm>
            <a:off x="13265082" y="12736261"/>
            <a:ext cx="3466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 input units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88D1E0C-DC5B-2B0C-9262-14CBD7E8BA55}"/>
              </a:ext>
            </a:extLst>
          </p:cNvPr>
          <p:cNvSpPr txBox="1"/>
          <p:nvPr/>
        </p:nvSpPr>
        <p:spPr>
          <a:xfrm>
            <a:off x="13870601" y="13225115"/>
            <a:ext cx="224869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(11 groups)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E9D7C0C-9695-B70E-5787-CBEE049A7A48}"/>
              </a:ext>
            </a:extLst>
          </p:cNvPr>
          <p:cNvSpPr txBox="1"/>
          <p:nvPr/>
        </p:nvSpPr>
        <p:spPr>
          <a:xfrm>
            <a:off x="6803495" y="235683"/>
            <a:ext cx="376417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64D0DA6-1D98-8E97-16D3-6A4682E44F4C}"/>
              </a:ext>
            </a:extLst>
          </p:cNvPr>
          <p:cNvSpPr txBox="1"/>
          <p:nvPr/>
        </p:nvSpPr>
        <p:spPr>
          <a:xfrm>
            <a:off x="6771330" y="1042852"/>
            <a:ext cx="34515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 to 50 units)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8E5E4AE-EADE-4EE2-8102-ABD293BE70F1}"/>
              </a:ext>
            </a:extLst>
          </p:cNvPr>
          <p:cNvSpPr/>
          <p:nvPr/>
        </p:nvSpPr>
        <p:spPr>
          <a:xfrm>
            <a:off x="6376754" y="2174014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8BFFD4B-2D1E-4290-93A6-A519269A8225}"/>
              </a:ext>
            </a:extLst>
          </p:cNvPr>
          <p:cNvSpPr/>
          <p:nvPr/>
        </p:nvSpPr>
        <p:spPr>
          <a:xfrm>
            <a:off x="6384776" y="2783614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1C7712D4-5626-2207-AD43-C854E0152DAD}"/>
              </a:ext>
            </a:extLst>
          </p:cNvPr>
          <p:cNvSpPr/>
          <p:nvPr/>
        </p:nvSpPr>
        <p:spPr>
          <a:xfrm>
            <a:off x="6403953" y="3456538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4C63FE8-6C90-C0B4-E86B-CA334567B9B3}"/>
              </a:ext>
            </a:extLst>
          </p:cNvPr>
          <p:cNvSpPr/>
          <p:nvPr/>
        </p:nvSpPr>
        <p:spPr>
          <a:xfrm>
            <a:off x="6411975" y="4066138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2797D2FB-AEFA-2BE0-1F07-AF404F030ED9}"/>
              </a:ext>
            </a:extLst>
          </p:cNvPr>
          <p:cNvSpPr/>
          <p:nvPr/>
        </p:nvSpPr>
        <p:spPr>
          <a:xfrm>
            <a:off x="6432902" y="468834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A57C004-0D57-238D-FB43-DC900E6B081B}"/>
              </a:ext>
            </a:extLst>
          </p:cNvPr>
          <p:cNvSpPr/>
          <p:nvPr/>
        </p:nvSpPr>
        <p:spPr>
          <a:xfrm>
            <a:off x="6440924" y="529794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8BB1DAB-22E6-BDD2-8BDB-2E43C3417634}"/>
              </a:ext>
            </a:extLst>
          </p:cNvPr>
          <p:cNvSpPr/>
          <p:nvPr/>
        </p:nvSpPr>
        <p:spPr>
          <a:xfrm>
            <a:off x="6456044" y="6676501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8CEDC5F-B736-ABED-E92A-FDB5CE7097F0}"/>
              </a:ext>
            </a:extLst>
          </p:cNvPr>
          <p:cNvSpPr/>
          <p:nvPr/>
        </p:nvSpPr>
        <p:spPr>
          <a:xfrm>
            <a:off x="6464066" y="7286101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7C6DC09-0551-5DC5-E9F1-B73664563AE5}"/>
              </a:ext>
            </a:extLst>
          </p:cNvPr>
          <p:cNvSpPr/>
          <p:nvPr/>
        </p:nvSpPr>
        <p:spPr>
          <a:xfrm>
            <a:off x="6483243" y="7959025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69FBD08-5C55-CBDE-80B5-E344F6E450D6}"/>
              </a:ext>
            </a:extLst>
          </p:cNvPr>
          <p:cNvSpPr/>
          <p:nvPr/>
        </p:nvSpPr>
        <p:spPr>
          <a:xfrm>
            <a:off x="6491265" y="8568625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DAAEB272-CAD4-C1DE-45ED-D8BA75B79FAF}"/>
              </a:ext>
            </a:extLst>
          </p:cNvPr>
          <p:cNvSpPr/>
          <p:nvPr/>
        </p:nvSpPr>
        <p:spPr>
          <a:xfrm>
            <a:off x="6512192" y="919083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8E11C92-806D-2703-8ACA-27405FB48927}"/>
              </a:ext>
            </a:extLst>
          </p:cNvPr>
          <p:cNvSpPr txBox="1"/>
          <p:nvPr/>
        </p:nvSpPr>
        <p:spPr>
          <a:xfrm rot="5400000">
            <a:off x="6549070" y="5678389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2B2A46C-DE7B-73E8-3B49-6CC6F1250283}"/>
              </a:ext>
            </a:extLst>
          </p:cNvPr>
          <p:cNvSpPr/>
          <p:nvPr/>
        </p:nvSpPr>
        <p:spPr>
          <a:xfrm>
            <a:off x="11630536" y="218203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72A2B59-DF97-FE4E-9D10-D595FA0BFF45}"/>
              </a:ext>
            </a:extLst>
          </p:cNvPr>
          <p:cNvSpPr/>
          <p:nvPr/>
        </p:nvSpPr>
        <p:spPr>
          <a:xfrm>
            <a:off x="11638558" y="279163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C03DFD0-DDCD-6603-1427-6D227567FAF8}"/>
              </a:ext>
            </a:extLst>
          </p:cNvPr>
          <p:cNvSpPr/>
          <p:nvPr/>
        </p:nvSpPr>
        <p:spPr>
          <a:xfrm>
            <a:off x="11657735" y="346456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AB0614F-C662-6902-4E77-B76630255E4F}"/>
              </a:ext>
            </a:extLst>
          </p:cNvPr>
          <p:cNvSpPr/>
          <p:nvPr/>
        </p:nvSpPr>
        <p:spPr>
          <a:xfrm>
            <a:off x="11654735" y="407416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808AB80F-2489-B1A6-7164-19D3ABE96309}"/>
              </a:ext>
            </a:extLst>
          </p:cNvPr>
          <p:cNvSpPr/>
          <p:nvPr/>
        </p:nvSpPr>
        <p:spPr>
          <a:xfrm>
            <a:off x="11686690" y="4696368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BE485344-11F6-6B6A-E2D1-9651F58C12CD}"/>
              </a:ext>
            </a:extLst>
          </p:cNvPr>
          <p:cNvSpPr/>
          <p:nvPr/>
        </p:nvSpPr>
        <p:spPr>
          <a:xfrm>
            <a:off x="11694706" y="5305968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B38F573-A760-23B0-2C45-702E875BC4FA}"/>
              </a:ext>
            </a:extLst>
          </p:cNvPr>
          <p:cNvSpPr/>
          <p:nvPr/>
        </p:nvSpPr>
        <p:spPr>
          <a:xfrm>
            <a:off x="11691676" y="668452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C3810CAC-49CE-C780-32FE-887F4AA0536B}"/>
              </a:ext>
            </a:extLst>
          </p:cNvPr>
          <p:cNvSpPr/>
          <p:nvPr/>
        </p:nvSpPr>
        <p:spPr>
          <a:xfrm>
            <a:off x="11717848" y="729412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3DE26E7A-2DCF-4EFA-ABBF-80E6ADA95BFE}"/>
              </a:ext>
            </a:extLst>
          </p:cNvPr>
          <p:cNvSpPr/>
          <p:nvPr/>
        </p:nvSpPr>
        <p:spPr>
          <a:xfrm>
            <a:off x="11737025" y="796704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C72AB9BB-0B68-4119-A0D0-8FA997C31281}"/>
              </a:ext>
            </a:extLst>
          </p:cNvPr>
          <p:cNvSpPr/>
          <p:nvPr/>
        </p:nvSpPr>
        <p:spPr>
          <a:xfrm>
            <a:off x="11745047" y="857664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80593CD-4841-EB89-B55A-D2DB7F7631A2}"/>
              </a:ext>
            </a:extLst>
          </p:cNvPr>
          <p:cNvSpPr/>
          <p:nvPr/>
        </p:nvSpPr>
        <p:spPr>
          <a:xfrm>
            <a:off x="11765974" y="9198855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D86E8F9-373E-AADE-9702-63DB2B43DBAA}"/>
              </a:ext>
            </a:extLst>
          </p:cNvPr>
          <p:cNvSpPr txBox="1"/>
          <p:nvPr/>
        </p:nvSpPr>
        <p:spPr>
          <a:xfrm rot="5400000">
            <a:off x="11761845" y="5686411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9DAA6743-AD14-9D74-FC3C-9C400C5E443A}"/>
              </a:ext>
            </a:extLst>
          </p:cNvPr>
          <p:cNvSpPr/>
          <p:nvPr/>
        </p:nvSpPr>
        <p:spPr>
          <a:xfrm>
            <a:off x="8686938" y="2909853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52FCB5F-1718-9FEA-CEF0-94666F4A4D4A}"/>
              </a:ext>
            </a:extLst>
          </p:cNvPr>
          <p:cNvSpPr/>
          <p:nvPr/>
        </p:nvSpPr>
        <p:spPr>
          <a:xfrm>
            <a:off x="8659739" y="3832316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16C49E7D-6AC6-1E85-7686-AC080DDBEB47}"/>
              </a:ext>
            </a:extLst>
          </p:cNvPr>
          <p:cNvSpPr/>
          <p:nvPr/>
        </p:nvSpPr>
        <p:spPr>
          <a:xfrm>
            <a:off x="8650743" y="4440263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59682B5C-EEED-D5AC-3521-BD79C7FA87FF}"/>
              </a:ext>
            </a:extLst>
          </p:cNvPr>
          <p:cNvSpPr/>
          <p:nvPr/>
        </p:nvSpPr>
        <p:spPr>
          <a:xfrm>
            <a:off x="8646834" y="5865073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C6C54243-91EA-CF12-75BA-68AB4661CE2E}"/>
              </a:ext>
            </a:extLst>
          </p:cNvPr>
          <p:cNvSpPr/>
          <p:nvPr/>
        </p:nvSpPr>
        <p:spPr>
          <a:xfrm>
            <a:off x="8595572" y="6487281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8D636E3A-E17C-7F44-36EA-7E5339542191}"/>
              </a:ext>
            </a:extLst>
          </p:cNvPr>
          <p:cNvSpPr/>
          <p:nvPr/>
        </p:nvSpPr>
        <p:spPr>
          <a:xfrm>
            <a:off x="8610639" y="7095228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369EFAA-5A62-44FD-24F9-8BAA1B1D14CC}"/>
              </a:ext>
            </a:extLst>
          </p:cNvPr>
          <p:cNvSpPr txBox="1"/>
          <p:nvPr/>
        </p:nvSpPr>
        <p:spPr>
          <a:xfrm rot="5400000">
            <a:off x="8706732" y="4900350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F5395EFE-AE7A-8981-61ED-3EF3A5DE71B2}"/>
              </a:ext>
            </a:extLst>
          </p:cNvPr>
          <p:cNvCxnSpPr>
            <a:stCxn id="92" idx="6"/>
            <a:endCxn id="121" idx="2"/>
          </p:cNvCxnSpPr>
          <p:nvPr/>
        </p:nvCxnSpPr>
        <p:spPr>
          <a:xfrm>
            <a:off x="6906489" y="2438882"/>
            <a:ext cx="1780449" cy="7358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AC169311-C7EA-1F65-65D6-D4FB45D13B81}"/>
              </a:ext>
            </a:extLst>
          </p:cNvPr>
          <p:cNvCxnSpPr>
            <a:cxnSpLocks/>
            <a:stCxn id="92" idx="6"/>
            <a:endCxn id="122" idx="2"/>
          </p:cNvCxnSpPr>
          <p:nvPr/>
        </p:nvCxnSpPr>
        <p:spPr>
          <a:xfrm>
            <a:off x="6906489" y="2438882"/>
            <a:ext cx="1753250" cy="16583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78B93882-70E2-4333-C5BD-021E88281DC4}"/>
              </a:ext>
            </a:extLst>
          </p:cNvPr>
          <p:cNvCxnSpPr>
            <a:cxnSpLocks/>
            <a:stCxn id="92" idx="6"/>
            <a:endCxn id="123" idx="2"/>
          </p:cNvCxnSpPr>
          <p:nvPr/>
        </p:nvCxnSpPr>
        <p:spPr>
          <a:xfrm>
            <a:off x="6906489" y="2438882"/>
            <a:ext cx="1744254" cy="2266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E05C759-C267-05D8-4CB4-D5A83A1593A8}"/>
              </a:ext>
            </a:extLst>
          </p:cNvPr>
          <p:cNvCxnSpPr>
            <a:cxnSpLocks/>
            <a:stCxn id="92" idx="6"/>
            <a:endCxn id="125" idx="2"/>
          </p:cNvCxnSpPr>
          <p:nvPr/>
        </p:nvCxnSpPr>
        <p:spPr>
          <a:xfrm>
            <a:off x="6906489" y="2438882"/>
            <a:ext cx="1740345" cy="36910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DB8DF481-2931-C0EF-8374-1003099F95E9}"/>
              </a:ext>
            </a:extLst>
          </p:cNvPr>
          <p:cNvCxnSpPr>
            <a:cxnSpLocks/>
            <a:stCxn id="92" idx="6"/>
            <a:endCxn id="126" idx="2"/>
          </p:cNvCxnSpPr>
          <p:nvPr/>
        </p:nvCxnSpPr>
        <p:spPr>
          <a:xfrm>
            <a:off x="6906489" y="2438882"/>
            <a:ext cx="1689083" cy="43132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9147FF2E-723B-020C-D29A-FB44E31735CF}"/>
              </a:ext>
            </a:extLst>
          </p:cNvPr>
          <p:cNvCxnSpPr>
            <a:cxnSpLocks/>
            <a:stCxn id="92" idx="6"/>
            <a:endCxn id="127" idx="2"/>
          </p:cNvCxnSpPr>
          <p:nvPr/>
        </p:nvCxnSpPr>
        <p:spPr>
          <a:xfrm>
            <a:off x="6906489" y="2438882"/>
            <a:ext cx="1704150" cy="49212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E122498-F20C-BBC4-A1A4-6BD982E90F9F}"/>
              </a:ext>
            </a:extLst>
          </p:cNvPr>
          <p:cNvCxnSpPr>
            <a:cxnSpLocks/>
            <a:stCxn id="94" idx="6"/>
            <a:endCxn id="121" idx="2"/>
          </p:cNvCxnSpPr>
          <p:nvPr/>
        </p:nvCxnSpPr>
        <p:spPr>
          <a:xfrm flipV="1">
            <a:off x="6933688" y="3174721"/>
            <a:ext cx="1753250" cy="546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E663C95-EC0A-E1A9-6187-F60026DF5144}"/>
              </a:ext>
            </a:extLst>
          </p:cNvPr>
          <p:cNvCxnSpPr>
            <a:cxnSpLocks/>
            <a:stCxn id="94" idx="6"/>
            <a:endCxn id="122" idx="2"/>
          </p:cNvCxnSpPr>
          <p:nvPr/>
        </p:nvCxnSpPr>
        <p:spPr>
          <a:xfrm>
            <a:off x="6933688" y="3721406"/>
            <a:ext cx="1726051" cy="3757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CF03B895-769D-A25F-373E-AD8FD3DCE012}"/>
              </a:ext>
            </a:extLst>
          </p:cNvPr>
          <p:cNvCxnSpPr>
            <a:cxnSpLocks/>
            <a:stCxn id="94" idx="6"/>
            <a:endCxn id="123" idx="2"/>
          </p:cNvCxnSpPr>
          <p:nvPr/>
        </p:nvCxnSpPr>
        <p:spPr>
          <a:xfrm>
            <a:off x="6933688" y="3721406"/>
            <a:ext cx="1717055" cy="983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2183E07F-0D56-83E6-EF79-CC16941EF47D}"/>
              </a:ext>
            </a:extLst>
          </p:cNvPr>
          <p:cNvCxnSpPr>
            <a:cxnSpLocks/>
            <a:stCxn id="94" idx="6"/>
            <a:endCxn id="125" idx="2"/>
          </p:cNvCxnSpPr>
          <p:nvPr/>
        </p:nvCxnSpPr>
        <p:spPr>
          <a:xfrm>
            <a:off x="6933688" y="3721406"/>
            <a:ext cx="1713146" cy="24085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1E3F02A6-E7E6-54DF-70CB-4BF4F13058C2}"/>
              </a:ext>
            </a:extLst>
          </p:cNvPr>
          <p:cNvCxnSpPr>
            <a:cxnSpLocks/>
            <a:stCxn id="94" idx="6"/>
            <a:endCxn id="126" idx="2"/>
          </p:cNvCxnSpPr>
          <p:nvPr/>
        </p:nvCxnSpPr>
        <p:spPr>
          <a:xfrm>
            <a:off x="6933688" y="3721406"/>
            <a:ext cx="1661884" cy="3030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4D99AAE-5514-BA20-A4D8-C6DBCD9473D6}"/>
              </a:ext>
            </a:extLst>
          </p:cNvPr>
          <p:cNvCxnSpPr>
            <a:cxnSpLocks/>
            <a:stCxn id="94" idx="6"/>
            <a:endCxn id="127" idx="2"/>
          </p:cNvCxnSpPr>
          <p:nvPr/>
        </p:nvCxnSpPr>
        <p:spPr>
          <a:xfrm>
            <a:off x="6933688" y="3721406"/>
            <a:ext cx="1676951" cy="36386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CC39D3F-18C4-A3D0-4ADB-5E27D2C4FC6F}"/>
              </a:ext>
            </a:extLst>
          </p:cNvPr>
          <p:cNvCxnSpPr>
            <a:cxnSpLocks/>
            <a:stCxn id="96" idx="6"/>
            <a:endCxn id="121" idx="2"/>
          </p:cNvCxnSpPr>
          <p:nvPr/>
        </p:nvCxnSpPr>
        <p:spPr>
          <a:xfrm flipV="1">
            <a:off x="6962637" y="3174721"/>
            <a:ext cx="1724301" cy="1778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9EE14E8A-3D9D-99D9-74EE-0782B75EAEB2}"/>
              </a:ext>
            </a:extLst>
          </p:cNvPr>
          <p:cNvCxnSpPr>
            <a:cxnSpLocks/>
            <a:stCxn id="96" idx="6"/>
            <a:endCxn id="122" idx="2"/>
          </p:cNvCxnSpPr>
          <p:nvPr/>
        </p:nvCxnSpPr>
        <p:spPr>
          <a:xfrm flipV="1">
            <a:off x="6962637" y="4097184"/>
            <a:ext cx="1697102" cy="8560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883A1345-00CB-E7A8-EDF6-625A2E3893A5}"/>
              </a:ext>
            </a:extLst>
          </p:cNvPr>
          <p:cNvCxnSpPr>
            <a:cxnSpLocks/>
            <a:stCxn id="96" idx="6"/>
            <a:endCxn id="123" idx="2"/>
          </p:cNvCxnSpPr>
          <p:nvPr/>
        </p:nvCxnSpPr>
        <p:spPr>
          <a:xfrm flipV="1">
            <a:off x="6962637" y="4705131"/>
            <a:ext cx="1688106" cy="2480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669C0153-B086-7BE3-9DDC-E1DF3674DCB6}"/>
              </a:ext>
            </a:extLst>
          </p:cNvPr>
          <p:cNvCxnSpPr>
            <a:cxnSpLocks/>
            <a:stCxn id="96" idx="6"/>
            <a:endCxn id="125" idx="2"/>
          </p:cNvCxnSpPr>
          <p:nvPr/>
        </p:nvCxnSpPr>
        <p:spPr>
          <a:xfrm>
            <a:off x="6962637" y="4953214"/>
            <a:ext cx="1684197" cy="11767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BF17FCC5-A8EA-C396-CA18-5B70CA77734F}"/>
              </a:ext>
            </a:extLst>
          </p:cNvPr>
          <p:cNvCxnSpPr>
            <a:cxnSpLocks/>
            <a:stCxn id="96" idx="6"/>
            <a:endCxn id="126" idx="2"/>
          </p:cNvCxnSpPr>
          <p:nvPr/>
        </p:nvCxnSpPr>
        <p:spPr>
          <a:xfrm>
            <a:off x="6962637" y="4953214"/>
            <a:ext cx="1632935" cy="1798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563B7B49-BA34-B4C2-DDD0-0B949D4BCAEC}"/>
              </a:ext>
            </a:extLst>
          </p:cNvPr>
          <p:cNvCxnSpPr>
            <a:cxnSpLocks/>
            <a:stCxn id="96" idx="6"/>
            <a:endCxn id="127" idx="2"/>
          </p:cNvCxnSpPr>
          <p:nvPr/>
        </p:nvCxnSpPr>
        <p:spPr>
          <a:xfrm>
            <a:off x="6962637" y="4953214"/>
            <a:ext cx="1648002" cy="24068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911E1F79-FF12-F03E-CCDD-1D5EB393E7E4}"/>
              </a:ext>
            </a:extLst>
          </p:cNvPr>
          <p:cNvCxnSpPr>
            <a:cxnSpLocks/>
            <a:stCxn id="100" idx="6"/>
            <a:endCxn id="121" idx="2"/>
          </p:cNvCxnSpPr>
          <p:nvPr/>
        </p:nvCxnSpPr>
        <p:spPr>
          <a:xfrm flipV="1">
            <a:off x="6985779" y="3174721"/>
            <a:ext cx="1701159" cy="3766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BD6895C-8131-4BCF-45E2-A9CAB5B9818C}"/>
              </a:ext>
            </a:extLst>
          </p:cNvPr>
          <p:cNvCxnSpPr>
            <a:cxnSpLocks/>
            <a:stCxn id="100" idx="6"/>
            <a:endCxn id="122" idx="2"/>
          </p:cNvCxnSpPr>
          <p:nvPr/>
        </p:nvCxnSpPr>
        <p:spPr>
          <a:xfrm flipV="1">
            <a:off x="6985779" y="4097184"/>
            <a:ext cx="1673960" cy="2844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C7FB0B8-4293-511E-23E7-CD1C3DDF8778}"/>
              </a:ext>
            </a:extLst>
          </p:cNvPr>
          <p:cNvCxnSpPr>
            <a:cxnSpLocks/>
            <a:stCxn id="100" idx="6"/>
            <a:endCxn id="123" idx="2"/>
          </p:cNvCxnSpPr>
          <p:nvPr/>
        </p:nvCxnSpPr>
        <p:spPr>
          <a:xfrm flipV="1">
            <a:off x="6985779" y="4705131"/>
            <a:ext cx="1664964" cy="22362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E481C486-2837-FE6E-9D50-14C5DBAF49AA}"/>
              </a:ext>
            </a:extLst>
          </p:cNvPr>
          <p:cNvCxnSpPr>
            <a:cxnSpLocks/>
            <a:stCxn id="100" idx="6"/>
            <a:endCxn id="125" idx="2"/>
          </p:cNvCxnSpPr>
          <p:nvPr/>
        </p:nvCxnSpPr>
        <p:spPr>
          <a:xfrm flipV="1">
            <a:off x="6985779" y="6129941"/>
            <a:ext cx="1661055" cy="811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1CDE4CAF-861C-722F-9C95-666E54ED070C}"/>
              </a:ext>
            </a:extLst>
          </p:cNvPr>
          <p:cNvCxnSpPr>
            <a:cxnSpLocks/>
            <a:stCxn id="100" idx="6"/>
            <a:endCxn id="126" idx="2"/>
          </p:cNvCxnSpPr>
          <p:nvPr/>
        </p:nvCxnSpPr>
        <p:spPr>
          <a:xfrm flipV="1">
            <a:off x="6985779" y="6752149"/>
            <a:ext cx="1609793" cy="189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D26029AC-C1F8-6241-0B8F-B94BABFF080F}"/>
              </a:ext>
            </a:extLst>
          </p:cNvPr>
          <p:cNvCxnSpPr>
            <a:cxnSpLocks/>
            <a:stCxn id="100" idx="6"/>
            <a:endCxn id="127" idx="2"/>
          </p:cNvCxnSpPr>
          <p:nvPr/>
        </p:nvCxnSpPr>
        <p:spPr>
          <a:xfrm>
            <a:off x="6985779" y="6941369"/>
            <a:ext cx="1624860" cy="4187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BD853149-2068-090C-F3B7-026C30B7F254}"/>
              </a:ext>
            </a:extLst>
          </p:cNvPr>
          <p:cNvCxnSpPr>
            <a:cxnSpLocks/>
            <a:stCxn id="101" idx="6"/>
            <a:endCxn id="123" idx="2"/>
          </p:cNvCxnSpPr>
          <p:nvPr/>
        </p:nvCxnSpPr>
        <p:spPr>
          <a:xfrm flipV="1">
            <a:off x="6993801" y="4705131"/>
            <a:ext cx="1656942" cy="28458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813ACF66-BC13-8955-3E2D-6175BE09A5E2}"/>
              </a:ext>
            </a:extLst>
          </p:cNvPr>
          <p:cNvCxnSpPr>
            <a:cxnSpLocks/>
            <a:stCxn id="101" idx="6"/>
            <a:endCxn id="125" idx="2"/>
          </p:cNvCxnSpPr>
          <p:nvPr/>
        </p:nvCxnSpPr>
        <p:spPr>
          <a:xfrm flipV="1">
            <a:off x="6993801" y="6129941"/>
            <a:ext cx="1653033" cy="14210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6C51804A-FA12-CB48-F0DF-0206CE32E727}"/>
              </a:ext>
            </a:extLst>
          </p:cNvPr>
          <p:cNvCxnSpPr>
            <a:cxnSpLocks/>
            <a:stCxn id="101" idx="6"/>
            <a:endCxn id="126" idx="2"/>
          </p:cNvCxnSpPr>
          <p:nvPr/>
        </p:nvCxnSpPr>
        <p:spPr>
          <a:xfrm flipV="1">
            <a:off x="6993801" y="6752149"/>
            <a:ext cx="1601771" cy="798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73AC0D63-9195-01B7-122B-E3AD575BBD4F}"/>
              </a:ext>
            </a:extLst>
          </p:cNvPr>
          <p:cNvCxnSpPr>
            <a:cxnSpLocks/>
            <a:stCxn id="101" idx="6"/>
            <a:endCxn id="127" idx="2"/>
          </p:cNvCxnSpPr>
          <p:nvPr/>
        </p:nvCxnSpPr>
        <p:spPr>
          <a:xfrm flipV="1">
            <a:off x="6993801" y="7360096"/>
            <a:ext cx="1616838" cy="1908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66957699-AEC4-F0F8-EA8E-7E73CE51E490}"/>
              </a:ext>
            </a:extLst>
          </p:cNvPr>
          <p:cNvCxnSpPr>
            <a:cxnSpLocks/>
            <a:stCxn id="103" idx="6"/>
            <a:endCxn id="121" idx="2"/>
          </p:cNvCxnSpPr>
          <p:nvPr/>
        </p:nvCxnSpPr>
        <p:spPr>
          <a:xfrm flipV="1">
            <a:off x="7021000" y="3174721"/>
            <a:ext cx="1665938" cy="56587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8418A0F4-A134-EA4D-CF9E-A1860E1E4C49}"/>
              </a:ext>
            </a:extLst>
          </p:cNvPr>
          <p:cNvCxnSpPr>
            <a:cxnSpLocks/>
            <a:stCxn id="103" idx="6"/>
            <a:endCxn id="122" idx="2"/>
          </p:cNvCxnSpPr>
          <p:nvPr/>
        </p:nvCxnSpPr>
        <p:spPr>
          <a:xfrm flipV="1">
            <a:off x="7021000" y="4097184"/>
            <a:ext cx="1638739" cy="47363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5189F82D-9C9E-D2B8-A50E-4303061F441F}"/>
              </a:ext>
            </a:extLst>
          </p:cNvPr>
          <p:cNvCxnSpPr>
            <a:cxnSpLocks/>
            <a:stCxn id="103" idx="6"/>
            <a:endCxn id="123" idx="2"/>
          </p:cNvCxnSpPr>
          <p:nvPr/>
        </p:nvCxnSpPr>
        <p:spPr>
          <a:xfrm flipV="1">
            <a:off x="7021000" y="4705131"/>
            <a:ext cx="1629743" cy="41283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539C3273-0E87-2796-5866-8085EF7B0455}"/>
              </a:ext>
            </a:extLst>
          </p:cNvPr>
          <p:cNvCxnSpPr>
            <a:cxnSpLocks/>
            <a:stCxn id="103" idx="6"/>
            <a:endCxn id="125" idx="2"/>
          </p:cNvCxnSpPr>
          <p:nvPr/>
        </p:nvCxnSpPr>
        <p:spPr>
          <a:xfrm flipV="1">
            <a:off x="7021000" y="6129941"/>
            <a:ext cx="1625834" cy="27035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D927EE22-F5CC-EB0D-163B-45E987D03E9B}"/>
              </a:ext>
            </a:extLst>
          </p:cNvPr>
          <p:cNvCxnSpPr>
            <a:cxnSpLocks/>
            <a:stCxn id="103" idx="6"/>
            <a:endCxn id="126" idx="2"/>
          </p:cNvCxnSpPr>
          <p:nvPr/>
        </p:nvCxnSpPr>
        <p:spPr>
          <a:xfrm flipV="1">
            <a:off x="7021000" y="6752149"/>
            <a:ext cx="1574572" cy="20813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FDF64E60-6609-36A1-DCC1-B4505A765512}"/>
              </a:ext>
            </a:extLst>
          </p:cNvPr>
          <p:cNvCxnSpPr>
            <a:cxnSpLocks/>
            <a:stCxn id="103" idx="6"/>
            <a:endCxn id="127" idx="2"/>
          </p:cNvCxnSpPr>
          <p:nvPr/>
        </p:nvCxnSpPr>
        <p:spPr>
          <a:xfrm flipV="1">
            <a:off x="7021000" y="7360096"/>
            <a:ext cx="1589639" cy="14733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D9C7FCE0-86F5-3952-64D6-5BB4F8B6F919}"/>
              </a:ext>
            </a:extLst>
          </p:cNvPr>
          <p:cNvCxnSpPr>
            <a:cxnSpLocks/>
            <a:stCxn id="104" idx="6"/>
            <a:endCxn id="121" idx="2"/>
          </p:cNvCxnSpPr>
          <p:nvPr/>
        </p:nvCxnSpPr>
        <p:spPr>
          <a:xfrm flipV="1">
            <a:off x="7041927" y="3174721"/>
            <a:ext cx="1645011" cy="62809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9758E5DC-7178-F1C8-255A-499B5C11DDF3}"/>
              </a:ext>
            </a:extLst>
          </p:cNvPr>
          <p:cNvCxnSpPr>
            <a:cxnSpLocks/>
            <a:stCxn id="104" idx="6"/>
            <a:endCxn id="122" idx="2"/>
          </p:cNvCxnSpPr>
          <p:nvPr/>
        </p:nvCxnSpPr>
        <p:spPr>
          <a:xfrm flipV="1">
            <a:off x="7041927" y="4097184"/>
            <a:ext cx="1617812" cy="53585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FD672B80-E1A4-58EB-57D8-D375D72B1D11}"/>
              </a:ext>
            </a:extLst>
          </p:cNvPr>
          <p:cNvCxnSpPr>
            <a:cxnSpLocks/>
            <a:stCxn id="104" idx="6"/>
            <a:endCxn id="123" idx="2"/>
          </p:cNvCxnSpPr>
          <p:nvPr/>
        </p:nvCxnSpPr>
        <p:spPr>
          <a:xfrm flipV="1">
            <a:off x="7041927" y="4705131"/>
            <a:ext cx="1608816" cy="47505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392605C9-BD25-DEC1-E131-59838DB32A3B}"/>
              </a:ext>
            </a:extLst>
          </p:cNvPr>
          <p:cNvCxnSpPr>
            <a:cxnSpLocks/>
          </p:cNvCxnSpPr>
          <p:nvPr/>
        </p:nvCxnSpPr>
        <p:spPr>
          <a:xfrm flipV="1">
            <a:off x="7072926" y="6306286"/>
            <a:ext cx="1299428" cy="30388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96B86F5E-2C0D-78F2-BD86-3CA0AD091B98}"/>
              </a:ext>
            </a:extLst>
          </p:cNvPr>
          <p:cNvCxnSpPr>
            <a:cxnSpLocks/>
            <a:stCxn id="104" idx="6"/>
          </p:cNvCxnSpPr>
          <p:nvPr/>
        </p:nvCxnSpPr>
        <p:spPr>
          <a:xfrm flipV="1">
            <a:off x="7041922" y="6877668"/>
            <a:ext cx="1357982" cy="257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7EF59779-1132-7716-20C1-1A3BD892BAEC}"/>
              </a:ext>
            </a:extLst>
          </p:cNvPr>
          <p:cNvCxnSpPr>
            <a:cxnSpLocks/>
            <a:stCxn id="104" idx="6"/>
            <a:endCxn id="127" idx="2"/>
          </p:cNvCxnSpPr>
          <p:nvPr/>
        </p:nvCxnSpPr>
        <p:spPr>
          <a:xfrm flipV="1">
            <a:off x="7041927" y="7360096"/>
            <a:ext cx="1568712" cy="20956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AD7E9CB6-E8FD-0F79-4839-AD99D3A90A19}"/>
              </a:ext>
            </a:extLst>
          </p:cNvPr>
          <p:cNvSpPr txBox="1"/>
          <p:nvPr/>
        </p:nvSpPr>
        <p:spPr>
          <a:xfrm rot="5400000">
            <a:off x="8783766" y="3181595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..</a:t>
            </a:r>
          </a:p>
        </p:txBody>
      </p: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2F258EDE-B77C-F988-C494-D3134A518E96}"/>
              </a:ext>
            </a:extLst>
          </p:cNvPr>
          <p:cNvCxnSpPr>
            <a:cxnSpLocks/>
            <a:endCxn id="109" idx="2"/>
          </p:cNvCxnSpPr>
          <p:nvPr/>
        </p:nvCxnSpPr>
        <p:spPr>
          <a:xfrm flipV="1">
            <a:off x="9986437" y="2446899"/>
            <a:ext cx="1644094" cy="6989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AA41DBD5-E502-0D56-C9AE-26F49466B799}"/>
              </a:ext>
            </a:extLst>
          </p:cNvPr>
          <p:cNvCxnSpPr>
            <a:cxnSpLocks/>
            <a:stCxn id="121" idx="6"/>
            <a:endCxn id="110" idx="2"/>
          </p:cNvCxnSpPr>
          <p:nvPr/>
        </p:nvCxnSpPr>
        <p:spPr>
          <a:xfrm flipV="1">
            <a:off x="9216673" y="3056504"/>
            <a:ext cx="2421885" cy="1182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DA03E1A1-9CAF-091B-F080-79088E81F39A}"/>
              </a:ext>
            </a:extLst>
          </p:cNvPr>
          <p:cNvCxnSpPr>
            <a:cxnSpLocks/>
            <a:stCxn id="121" idx="6"/>
            <a:endCxn id="111" idx="2"/>
          </p:cNvCxnSpPr>
          <p:nvPr/>
        </p:nvCxnSpPr>
        <p:spPr>
          <a:xfrm>
            <a:off x="9216673" y="3174721"/>
            <a:ext cx="2441062" cy="5547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CB96725B-AB93-7BC1-5BD1-2D1A16A7B3A5}"/>
              </a:ext>
            </a:extLst>
          </p:cNvPr>
          <p:cNvCxnSpPr>
            <a:cxnSpLocks/>
            <a:stCxn id="121" idx="6"/>
            <a:endCxn id="112" idx="2"/>
          </p:cNvCxnSpPr>
          <p:nvPr/>
        </p:nvCxnSpPr>
        <p:spPr>
          <a:xfrm>
            <a:off x="9216673" y="3174721"/>
            <a:ext cx="2438062" cy="11643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6119BDB0-A9A0-4F59-BB22-5517F9C25CE6}"/>
              </a:ext>
            </a:extLst>
          </p:cNvPr>
          <p:cNvCxnSpPr>
            <a:cxnSpLocks/>
            <a:stCxn id="121" idx="6"/>
            <a:endCxn id="113" idx="2"/>
          </p:cNvCxnSpPr>
          <p:nvPr/>
        </p:nvCxnSpPr>
        <p:spPr>
          <a:xfrm>
            <a:off x="9216673" y="3174721"/>
            <a:ext cx="2470017" cy="1786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20DA7155-D1A4-1780-43EE-A3F7924047A1}"/>
              </a:ext>
            </a:extLst>
          </p:cNvPr>
          <p:cNvCxnSpPr>
            <a:cxnSpLocks/>
            <a:stCxn id="121" idx="6"/>
            <a:endCxn id="114" idx="2"/>
          </p:cNvCxnSpPr>
          <p:nvPr/>
        </p:nvCxnSpPr>
        <p:spPr>
          <a:xfrm>
            <a:off x="9216673" y="3174721"/>
            <a:ext cx="2478033" cy="2396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EFCA26F5-4BCE-F8BE-6A6C-6B2DB6A7678F}"/>
              </a:ext>
            </a:extLst>
          </p:cNvPr>
          <p:cNvCxnSpPr>
            <a:cxnSpLocks/>
            <a:stCxn id="121" idx="6"/>
            <a:endCxn id="115" idx="2"/>
          </p:cNvCxnSpPr>
          <p:nvPr/>
        </p:nvCxnSpPr>
        <p:spPr>
          <a:xfrm>
            <a:off x="9216673" y="3174721"/>
            <a:ext cx="2475003" cy="37746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16A0FE6A-C751-7CCE-1F64-46B59BB4F117}"/>
              </a:ext>
            </a:extLst>
          </p:cNvPr>
          <p:cNvCxnSpPr>
            <a:cxnSpLocks/>
            <a:stCxn id="121" idx="6"/>
            <a:endCxn id="116" idx="2"/>
          </p:cNvCxnSpPr>
          <p:nvPr/>
        </p:nvCxnSpPr>
        <p:spPr>
          <a:xfrm>
            <a:off x="9216673" y="3174721"/>
            <a:ext cx="2501175" cy="43842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4D68C992-39CE-FB4E-0220-9BA9FF5680E6}"/>
              </a:ext>
            </a:extLst>
          </p:cNvPr>
          <p:cNvCxnSpPr>
            <a:cxnSpLocks/>
            <a:stCxn id="121" idx="6"/>
            <a:endCxn id="117" idx="2"/>
          </p:cNvCxnSpPr>
          <p:nvPr/>
        </p:nvCxnSpPr>
        <p:spPr>
          <a:xfrm>
            <a:off x="9216673" y="3174721"/>
            <a:ext cx="2520352" cy="5057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175E64BF-CEEF-1426-36C2-B7C7571CFBCD}"/>
              </a:ext>
            </a:extLst>
          </p:cNvPr>
          <p:cNvCxnSpPr>
            <a:cxnSpLocks/>
            <a:stCxn id="121" idx="6"/>
            <a:endCxn id="118" idx="2"/>
          </p:cNvCxnSpPr>
          <p:nvPr/>
        </p:nvCxnSpPr>
        <p:spPr>
          <a:xfrm>
            <a:off x="9216673" y="3174721"/>
            <a:ext cx="2528374" cy="56667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EE817F4E-FBD3-2CFC-45A0-B467AF89991C}"/>
              </a:ext>
            </a:extLst>
          </p:cNvPr>
          <p:cNvCxnSpPr>
            <a:cxnSpLocks/>
            <a:stCxn id="121" idx="6"/>
            <a:endCxn id="119" idx="2"/>
          </p:cNvCxnSpPr>
          <p:nvPr/>
        </p:nvCxnSpPr>
        <p:spPr>
          <a:xfrm>
            <a:off x="9216673" y="3174721"/>
            <a:ext cx="2549301" cy="62890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50093301-E594-EA29-E9DD-BC2EC7B88EEE}"/>
              </a:ext>
            </a:extLst>
          </p:cNvPr>
          <p:cNvCxnSpPr>
            <a:cxnSpLocks/>
            <a:stCxn id="122" idx="6"/>
            <a:endCxn id="109" idx="2"/>
          </p:cNvCxnSpPr>
          <p:nvPr/>
        </p:nvCxnSpPr>
        <p:spPr>
          <a:xfrm flipV="1">
            <a:off x="9189474" y="2446904"/>
            <a:ext cx="2441062" cy="16502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E4E879D9-44E0-D0E3-3B6A-82F2FF6A5147}"/>
              </a:ext>
            </a:extLst>
          </p:cNvPr>
          <p:cNvCxnSpPr>
            <a:cxnSpLocks/>
            <a:stCxn id="122" idx="6"/>
            <a:endCxn id="110" idx="2"/>
          </p:cNvCxnSpPr>
          <p:nvPr/>
        </p:nvCxnSpPr>
        <p:spPr>
          <a:xfrm flipV="1">
            <a:off x="9189474" y="3056504"/>
            <a:ext cx="2449084" cy="10406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CD1D89C3-5FA5-F7A8-D8CA-6B1AEF5F735D}"/>
              </a:ext>
            </a:extLst>
          </p:cNvPr>
          <p:cNvCxnSpPr>
            <a:cxnSpLocks/>
            <a:stCxn id="122" idx="6"/>
            <a:endCxn id="111" idx="2"/>
          </p:cNvCxnSpPr>
          <p:nvPr/>
        </p:nvCxnSpPr>
        <p:spPr>
          <a:xfrm flipV="1">
            <a:off x="9189474" y="3729428"/>
            <a:ext cx="2468261" cy="3677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0EC80076-E85F-B1DC-38BF-133D067950BC}"/>
              </a:ext>
            </a:extLst>
          </p:cNvPr>
          <p:cNvCxnSpPr>
            <a:cxnSpLocks/>
            <a:stCxn id="122" idx="6"/>
            <a:endCxn id="112" idx="2"/>
          </p:cNvCxnSpPr>
          <p:nvPr/>
        </p:nvCxnSpPr>
        <p:spPr>
          <a:xfrm>
            <a:off x="9189474" y="4097184"/>
            <a:ext cx="2465261" cy="241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2A4059B4-A7F5-14EF-6D9C-2ABD5171E9F9}"/>
              </a:ext>
            </a:extLst>
          </p:cNvPr>
          <p:cNvCxnSpPr>
            <a:cxnSpLocks/>
            <a:stCxn id="122" idx="6"/>
            <a:endCxn id="114" idx="2"/>
          </p:cNvCxnSpPr>
          <p:nvPr/>
        </p:nvCxnSpPr>
        <p:spPr>
          <a:xfrm>
            <a:off x="9189474" y="4097184"/>
            <a:ext cx="2505232" cy="14736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7820791C-D012-E46A-4E64-AB912CA6FFCF}"/>
              </a:ext>
            </a:extLst>
          </p:cNvPr>
          <p:cNvCxnSpPr>
            <a:cxnSpLocks/>
            <a:endCxn id="115" idx="2"/>
          </p:cNvCxnSpPr>
          <p:nvPr/>
        </p:nvCxnSpPr>
        <p:spPr>
          <a:xfrm>
            <a:off x="10033123" y="4110012"/>
            <a:ext cx="1658553" cy="2839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FD20EC0B-5711-21A5-ED67-1308A01C38DF}"/>
              </a:ext>
            </a:extLst>
          </p:cNvPr>
          <p:cNvCxnSpPr>
            <a:cxnSpLocks/>
            <a:stCxn id="122" idx="6"/>
            <a:endCxn id="116" idx="2"/>
          </p:cNvCxnSpPr>
          <p:nvPr/>
        </p:nvCxnSpPr>
        <p:spPr>
          <a:xfrm>
            <a:off x="9189474" y="4097184"/>
            <a:ext cx="2528374" cy="34618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764B89C6-73FD-D288-7F1F-A49AA27BAB2C}"/>
              </a:ext>
            </a:extLst>
          </p:cNvPr>
          <p:cNvCxnSpPr>
            <a:cxnSpLocks/>
            <a:stCxn id="122" idx="6"/>
            <a:endCxn id="117" idx="2"/>
          </p:cNvCxnSpPr>
          <p:nvPr/>
        </p:nvCxnSpPr>
        <p:spPr>
          <a:xfrm>
            <a:off x="9189474" y="4097184"/>
            <a:ext cx="2547551" cy="41347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F4A2015C-2965-8387-E124-55923C760FD7}"/>
              </a:ext>
            </a:extLst>
          </p:cNvPr>
          <p:cNvCxnSpPr>
            <a:cxnSpLocks/>
            <a:stCxn id="122" idx="6"/>
            <a:endCxn id="118" idx="2"/>
          </p:cNvCxnSpPr>
          <p:nvPr/>
        </p:nvCxnSpPr>
        <p:spPr>
          <a:xfrm>
            <a:off x="9189474" y="4097184"/>
            <a:ext cx="2555573" cy="47443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33ABCB83-5931-79AE-60CA-8160DBD2A0E0}"/>
              </a:ext>
            </a:extLst>
          </p:cNvPr>
          <p:cNvCxnSpPr>
            <a:cxnSpLocks/>
            <a:stCxn id="122" idx="6"/>
            <a:endCxn id="119" idx="2"/>
          </p:cNvCxnSpPr>
          <p:nvPr/>
        </p:nvCxnSpPr>
        <p:spPr>
          <a:xfrm>
            <a:off x="9189474" y="4097184"/>
            <a:ext cx="2576500" cy="53665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1934A2D5-7F4E-DF94-5923-E7C06F5ED70F}"/>
              </a:ext>
            </a:extLst>
          </p:cNvPr>
          <p:cNvCxnSpPr>
            <a:cxnSpLocks/>
            <a:stCxn id="125" idx="6"/>
            <a:endCxn id="109" idx="2"/>
          </p:cNvCxnSpPr>
          <p:nvPr/>
        </p:nvCxnSpPr>
        <p:spPr>
          <a:xfrm flipV="1">
            <a:off x="9176569" y="2446904"/>
            <a:ext cx="2453967" cy="36830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52ABADF6-00A4-55E3-6765-339D22211777}"/>
              </a:ext>
            </a:extLst>
          </p:cNvPr>
          <p:cNvCxnSpPr>
            <a:cxnSpLocks/>
            <a:stCxn id="125" idx="6"/>
            <a:endCxn id="110" idx="2"/>
          </p:cNvCxnSpPr>
          <p:nvPr/>
        </p:nvCxnSpPr>
        <p:spPr>
          <a:xfrm flipV="1">
            <a:off x="9176569" y="3056504"/>
            <a:ext cx="2461989" cy="30734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2FBD139E-A1F2-4367-B934-E4CCBEF56555}"/>
              </a:ext>
            </a:extLst>
          </p:cNvPr>
          <p:cNvCxnSpPr>
            <a:cxnSpLocks/>
            <a:stCxn id="125" idx="6"/>
            <a:endCxn id="111" idx="2"/>
          </p:cNvCxnSpPr>
          <p:nvPr/>
        </p:nvCxnSpPr>
        <p:spPr>
          <a:xfrm flipV="1">
            <a:off x="9176569" y="3729428"/>
            <a:ext cx="2481166" cy="2400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F09EB78F-47F9-8BB1-4499-33F85C2AB436}"/>
              </a:ext>
            </a:extLst>
          </p:cNvPr>
          <p:cNvCxnSpPr>
            <a:cxnSpLocks/>
            <a:stCxn id="125" idx="6"/>
            <a:endCxn id="112" idx="2"/>
          </p:cNvCxnSpPr>
          <p:nvPr/>
        </p:nvCxnSpPr>
        <p:spPr>
          <a:xfrm flipV="1">
            <a:off x="9176569" y="4339028"/>
            <a:ext cx="2478166" cy="17909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DD8406F3-D9CF-49AA-8F6A-55E385EC2CD5}"/>
              </a:ext>
            </a:extLst>
          </p:cNvPr>
          <p:cNvCxnSpPr>
            <a:cxnSpLocks/>
            <a:stCxn id="125" idx="6"/>
            <a:endCxn id="113" idx="2"/>
          </p:cNvCxnSpPr>
          <p:nvPr/>
        </p:nvCxnSpPr>
        <p:spPr>
          <a:xfrm flipV="1">
            <a:off x="9176569" y="4961236"/>
            <a:ext cx="2510121" cy="1168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3447577B-D8CF-DAA9-8895-670875E83F27}"/>
              </a:ext>
            </a:extLst>
          </p:cNvPr>
          <p:cNvCxnSpPr>
            <a:cxnSpLocks/>
            <a:stCxn id="125" idx="6"/>
            <a:endCxn id="114" idx="2"/>
          </p:cNvCxnSpPr>
          <p:nvPr/>
        </p:nvCxnSpPr>
        <p:spPr>
          <a:xfrm flipV="1">
            <a:off x="9176569" y="5570836"/>
            <a:ext cx="2518137" cy="5591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C3C8522A-6656-BD04-2DCE-9AE089C5A8B5}"/>
              </a:ext>
            </a:extLst>
          </p:cNvPr>
          <p:cNvCxnSpPr>
            <a:cxnSpLocks/>
            <a:stCxn id="125" idx="6"/>
            <a:endCxn id="115" idx="2"/>
          </p:cNvCxnSpPr>
          <p:nvPr/>
        </p:nvCxnSpPr>
        <p:spPr>
          <a:xfrm>
            <a:off x="9176569" y="6129941"/>
            <a:ext cx="2515107" cy="8194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2BAE37A2-642A-DA9E-017D-83AB092996C7}"/>
              </a:ext>
            </a:extLst>
          </p:cNvPr>
          <p:cNvCxnSpPr>
            <a:cxnSpLocks/>
            <a:stCxn id="125" idx="6"/>
            <a:endCxn id="116" idx="2"/>
          </p:cNvCxnSpPr>
          <p:nvPr/>
        </p:nvCxnSpPr>
        <p:spPr>
          <a:xfrm>
            <a:off x="9176569" y="6129941"/>
            <a:ext cx="2541279" cy="14290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1475ED17-5974-8308-DE44-B6159A76C0EF}"/>
              </a:ext>
            </a:extLst>
          </p:cNvPr>
          <p:cNvCxnSpPr>
            <a:cxnSpLocks/>
            <a:stCxn id="125" idx="6"/>
            <a:endCxn id="117" idx="2"/>
          </p:cNvCxnSpPr>
          <p:nvPr/>
        </p:nvCxnSpPr>
        <p:spPr>
          <a:xfrm>
            <a:off x="9176569" y="6129941"/>
            <a:ext cx="2560456" cy="2101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67BB2221-6FF0-7725-2650-D513A9112AC0}"/>
              </a:ext>
            </a:extLst>
          </p:cNvPr>
          <p:cNvCxnSpPr>
            <a:cxnSpLocks/>
            <a:stCxn id="125" idx="6"/>
            <a:endCxn id="118" idx="2"/>
          </p:cNvCxnSpPr>
          <p:nvPr/>
        </p:nvCxnSpPr>
        <p:spPr>
          <a:xfrm>
            <a:off x="9176569" y="6129941"/>
            <a:ext cx="2568478" cy="2711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9FE24B35-E38C-945C-34BA-E24E4E8C6CF4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9176569" y="6129941"/>
            <a:ext cx="2589405" cy="33337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6389028A-00AC-6B6A-9320-0741453929E9}"/>
              </a:ext>
            </a:extLst>
          </p:cNvPr>
          <p:cNvCxnSpPr>
            <a:cxnSpLocks/>
            <a:stCxn id="127" idx="6"/>
            <a:endCxn id="109" idx="2"/>
          </p:cNvCxnSpPr>
          <p:nvPr/>
        </p:nvCxnSpPr>
        <p:spPr>
          <a:xfrm flipV="1">
            <a:off x="9140374" y="2446904"/>
            <a:ext cx="2490162" cy="4913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ED9BF249-54A8-70E3-EA3B-48E77A82A610}"/>
              </a:ext>
            </a:extLst>
          </p:cNvPr>
          <p:cNvCxnSpPr>
            <a:cxnSpLocks/>
            <a:stCxn id="127" idx="6"/>
            <a:endCxn id="110" idx="2"/>
          </p:cNvCxnSpPr>
          <p:nvPr/>
        </p:nvCxnSpPr>
        <p:spPr>
          <a:xfrm flipV="1">
            <a:off x="9140374" y="3056504"/>
            <a:ext cx="2498184" cy="43035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BB7929FF-110A-65AB-FF1B-E55A2DA2A95B}"/>
              </a:ext>
            </a:extLst>
          </p:cNvPr>
          <p:cNvCxnSpPr>
            <a:cxnSpLocks/>
            <a:stCxn id="127" idx="6"/>
            <a:endCxn id="111" idx="2"/>
          </p:cNvCxnSpPr>
          <p:nvPr/>
        </p:nvCxnSpPr>
        <p:spPr>
          <a:xfrm flipV="1">
            <a:off x="9140374" y="3729428"/>
            <a:ext cx="2517361" cy="36306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2CD9A91D-185F-23B7-3F2C-284919A33B90}"/>
              </a:ext>
            </a:extLst>
          </p:cNvPr>
          <p:cNvCxnSpPr>
            <a:cxnSpLocks/>
            <a:stCxn id="127" idx="6"/>
            <a:endCxn id="112" idx="2"/>
          </p:cNvCxnSpPr>
          <p:nvPr/>
        </p:nvCxnSpPr>
        <p:spPr>
          <a:xfrm flipV="1">
            <a:off x="9140374" y="4339028"/>
            <a:ext cx="2514361" cy="30210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A304419D-B719-F0C2-28DE-F48D62AE78C2}"/>
              </a:ext>
            </a:extLst>
          </p:cNvPr>
          <p:cNvCxnSpPr>
            <a:cxnSpLocks/>
            <a:stCxn id="127" idx="6"/>
            <a:endCxn id="113" idx="2"/>
          </p:cNvCxnSpPr>
          <p:nvPr/>
        </p:nvCxnSpPr>
        <p:spPr>
          <a:xfrm flipV="1">
            <a:off x="9140374" y="4961236"/>
            <a:ext cx="2546316" cy="2398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048E51BD-A357-AD7D-F7B6-1A196D8E0175}"/>
              </a:ext>
            </a:extLst>
          </p:cNvPr>
          <p:cNvCxnSpPr>
            <a:cxnSpLocks/>
            <a:stCxn id="127" idx="6"/>
            <a:endCxn id="114" idx="2"/>
          </p:cNvCxnSpPr>
          <p:nvPr/>
        </p:nvCxnSpPr>
        <p:spPr>
          <a:xfrm flipV="1">
            <a:off x="9140374" y="5570836"/>
            <a:ext cx="2554332" cy="1789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375702E4-D3C0-2285-ACB4-4421BD41C3FD}"/>
              </a:ext>
            </a:extLst>
          </p:cNvPr>
          <p:cNvCxnSpPr>
            <a:cxnSpLocks/>
            <a:stCxn id="127" idx="6"/>
            <a:endCxn id="115" idx="2"/>
          </p:cNvCxnSpPr>
          <p:nvPr/>
        </p:nvCxnSpPr>
        <p:spPr>
          <a:xfrm flipV="1">
            <a:off x="9140374" y="6949391"/>
            <a:ext cx="2551302" cy="410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Arrow Connector 405">
            <a:extLst>
              <a:ext uri="{FF2B5EF4-FFF2-40B4-BE49-F238E27FC236}">
                <a16:creationId xmlns:a16="http://schemas.microsoft.com/office/drawing/2014/main" id="{4BE0F2EC-045D-10BA-BA29-DD8871A11AB0}"/>
              </a:ext>
            </a:extLst>
          </p:cNvPr>
          <p:cNvCxnSpPr>
            <a:cxnSpLocks/>
            <a:stCxn id="127" idx="6"/>
            <a:endCxn id="116" idx="2"/>
          </p:cNvCxnSpPr>
          <p:nvPr/>
        </p:nvCxnSpPr>
        <p:spPr>
          <a:xfrm>
            <a:off x="9140374" y="7360096"/>
            <a:ext cx="2577474" cy="1988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Arrow Connector 408">
            <a:extLst>
              <a:ext uri="{FF2B5EF4-FFF2-40B4-BE49-F238E27FC236}">
                <a16:creationId xmlns:a16="http://schemas.microsoft.com/office/drawing/2014/main" id="{4E57AAA8-7D90-4F40-0C67-22F431F37B97}"/>
              </a:ext>
            </a:extLst>
          </p:cNvPr>
          <p:cNvCxnSpPr>
            <a:cxnSpLocks/>
            <a:stCxn id="127" idx="6"/>
            <a:endCxn id="117" idx="2"/>
          </p:cNvCxnSpPr>
          <p:nvPr/>
        </p:nvCxnSpPr>
        <p:spPr>
          <a:xfrm>
            <a:off x="9140374" y="7360096"/>
            <a:ext cx="2596651" cy="8718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64D4F447-8859-A29D-E993-CDA12FED603A}"/>
              </a:ext>
            </a:extLst>
          </p:cNvPr>
          <p:cNvCxnSpPr>
            <a:cxnSpLocks/>
            <a:stCxn id="127" idx="6"/>
            <a:endCxn id="119" idx="2"/>
          </p:cNvCxnSpPr>
          <p:nvPr/>
        </p:nvCxnSpPr>
        <p:spPr>
          <a:xfrm>
            <a:off x="9140374" y="7360096"/>
            <a:ext cx="2625600" cy="21036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ectangle: Rounded Corners 418">
            <a:extLst>
              <a:ext uri="{FF2B5EF4-FFF2-40B4-BE49-F238E27FC236}">
                <a16:creationId xmlns:a16="http://schemas.microsoft.com/office/drawing/2014/main" id="{6BDE4B91-77E9-77C5-0E0E-58DCC59F4204}"/>
              </a:ext>
            </a:extLst>
          </p:cNvPr>
          <p:cNvSpPr/>
          <p:nvPr/>
        </p:nvSpPr>
        <p:spPr>
          <a:xfrm>
            <a:off x="8363876" y="9759115"/>
            <a:ext cx="710114" cy="2890214"/>
          </a:xfrm>
          <a:prstGeom prst="roundRect">
            <a:avLst>
              <a:gd name="adj" fmla="val 2706"/>
            </a:avLst>
          </a:prstGeom>
          <a:noFill/>
          <a:ln w="38100">
            <a:solidFill>
              <a:srgbClr val="8255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376F1FAC-0DBC-ED69-5897-32C166174347}"/>
              </a:ext>
            </a:extLst>
          </p:cNvPr>
          <p:cNvSpPr/>
          <p:nvPr/>
        </p:nvSpPr>
        <p:spPr>
          <a:xfrm>
            <a:off x="8460542" y="9857270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1E7771F0-8FA2-1BC8-E85D-B22256201363}"/>
              </a:ext>
            </a:extLst>
          </p:cNvPr>
          <p:cNvSpPr/>
          <p:nvPr/>
        </p:nvSpPr>
        <p:spPr>
          <a:xfrm>
            <a:off x="8466766" y="10431059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82D4A542-ED3C-28FA-42B1-F14E154E4C09}"/>
              </a:ext>
            </a:extLst>
          </p:cNvPr>
          <p:cNvSpPr/>
          <p:nvPr/>
        </p:nvSpPr>
        <p:spPr>
          <a:xfrm>
            <a:off x="8456415" y="11450490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91FB7108-4503-43AC-9CD4-AD1A53581687}"/>
              </a:ext>
            </a:extLst>
          </p:cNvPr>
          <p:cNvSpPr/>
          <p:nvPr/>
        </p:nvSpPr>
        <p:spPr>
          <a:xfrm>
            <a:off x="8462639" y="12024279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8001A110-1303-A47D-3474-A8C5ABDE8AA5}"/>
              </a:ext>
            </a:extLst>
          </p:cNvPr>
          <p:cNvSpPr txBox="1"/>
          <p:nvPr/>
        </p:nvSpPr>
        <p:spPr>
          <a:xfrm rot="5400000">
            <a:off x="8566020" y="10775387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8255AF"/>
                </a:solidFill>
              </a:rPr>
              <a:t>..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A5E01DB9-52CA-D3AC-7FB5-46D7384CACEB}"/>
              </a:ext>
            </a:extLst>
          </p:cNvPr>
          <p:cNvSpPr txBox="1"/>
          <p:nvPr/>
        </p:nvSpPr>
        <p:spPr>
          <a:xfrm>
            <a:off x="9215741" y="10516295"/>
            <a:ext cx="2787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layer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BBC6B5DF-FF88-C44F-3FF3-3B0295487934}"/>
              </a:ext>
            </a:extLst>
          </p:cNvPr>
          <p:cNvSpPr txBox="1"/>
          <p:nvPr/>
        </p:nvSpPr>
        <p:spPr>
          <a:xfrm>
            <a:off x="9435950" y="11020916"/>
            <a:ext cx="22268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 to 50 units)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55622EEF-7257-BBA6-FEB9-B4637E27FA42}"/>
              </a:ext>
            </a:extLst>
          </p:cNvPr>
          <p:cNvSpPr txBox="1"/>
          <p:nvPr/>
        </p:nvSpPr>
        <p:spPr>
          <a:xfrm>
            <a:off x="8817390" y="8522744"/>
            <a:ext cx="20489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Copied hidden activations from time </a:t>
            </a:r>
            <a:r>
              <a:rPr lang="en-US" sz="2200" i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2200" dirty="0">
              <a:solidFill>
                <a:srgbClr val="4E17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CEBB7D9E-6B28-4F3F-2DFE-FA3AC6B26909}"/>
              </a:ext>
            </a:extLst>
          </p:cNvPr>
          <p:cNvCxnSpPr>
            <a:cxnSpLocks/>
          </p:cNvCxnSpPr>
          <p:nvPr/>
        </p:nvCxnSpPr>
        <p:spPr>
          <a:xfrm>
            <a:off x="8702264" y="7612719"/>
            <a:ext cx="0" cy="1970966"/>
          </a:xfrm>
          <a:prstGeom prst="straightConnector1">
            <a:avLst/>
          </a:prstGeom>
          <a:ln w="38100">
            <a:solidFill>
              <a:srgbClr val="8255AF"/>
            </a:solidFill>
            <a:prstDash val="lgDashDot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>
            <a:extLst>
              <a:ext uri="{FF2B5EF4-FFF2-40B4-BE49-F238E27FC236}">
                <a16:creationId xmlns:a16="http://schemas.microsoft.com/office/drawing/2014/main" id="{037F6769-1AD3-26DA-20C2-D6A405EF361C}"/>
              </a:ext>
            </a:extLst>
          </p:cNvPr>
          <p:cNvSpPr txBox="1"/>
          <p:nvPr/>
        </p:nvSpPr>
        <p:spPr>
          <a:xfrm>
            <a:off x="6649062" y="10168530"/>
            <a:ext cx="17125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Provided as additional input at time </a:t>
            </a:r>
            <a:r>
              <a:rPr lang="en-US" sz="2200" i="1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200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</a:t>
            </a:r>
          </a:p>
        </p:txBody>
      </p:sp>
      <p:sp>
        <p:nvSpPr>
          <p:cNvPr id="453" name="Freeform: Shape 452">
            <a:extLst>
              <a:ext uri="{FF2B5EF4-FFF2-40B4-BE49-F238E27FC236}">
                <a16:creationId xmlns:a16="http://schemas.microsoft.com/office/drawing/2014/main" id="{6753D61D-7A40-2AD1-3BCC-117E71490213}"/>
              </a:ext>
            </a:extLst>
          </p:cNvPr>
          <p:cNvSpPr/>
          <p:nvPr/>
        </p:nvSpPr>
        <p:spPr>
          <a:xfrm>
            <a:off x="6357019" y="9865895"/>
            <a:ext cx="1836503" cy="1995958"/>
          </a:xfrm>
          <a:custGeom>
            <a:avLst/>
            <a:gdLst>
              <a:gd name="csX0" fmla="*/ 1836503 w 1836503"/>
              <a:gd name="csY0" fmla="*/ 1732547 h 1995958"/>
              <a:gd name="csX1" fmla="*/ 115987 w 1836503"/>
              <a:gd name="csY1" fmla="*/ 1852863 h 1995958"/>
              <a:gd name="csX2" fmla="*/ 296461 w 1836503"/>
              <a:gd name="csY2" fmla="*/ 0 h 199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36503" h="1995958">
                <a:moveTo>
                  <a:pt x="1836503" y="1732547"/>
                </a:moveTo>
                <a:cubicBezTo>
                  <a:pt x="1104582" y="1937084"/>
                  <a:pt x="372661" y="2141621"/>
                  <a:pt x="115987" y="1852863"/>
                </a:cubicBezTo>
                <a:cubicBezTo>
                  <a:pt x="-140687" y="1564105"/>
                  <a:pt x="77887" y="782052"/>
                  <a:pt x="296461" y="0"/>
                </a:cubicBezTo>
              </a:path>
            </a:pathLst>
          </a:custGeom>
          <a:noFill/>
          <a:ln w="57150">
            <a:solidFill>
              <a:srgbClr val="8255AF"/>
            </a:solidFill>
            <a:prstDash val="sys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4" name="Rectangle: Rounded Corners 453">
            <a:extLst>
              <a:ext uri="{FF2B5EF4-FFF2-40B4-BE49-F238E27FC236}">
                <a16:creationId xmlns:a16="http://schemas.microsoft.com/office/drawing/2014/main" id="{B5FA5CF3-CF79-415F-D196-DE0806AB4CF8}"/>
              </a:ext>
            </a:extLst>
          </p:cNvPr>
          <p:cNvSpPr/>
          <p:nvPr/>
        </p:nvSpPr>
        <p:spPr>
          <a:xfrm>
            <a:off x="17646337" y="430808"/>
            <a:ext cx="6595942" cy="2743254"/>
          </a:xfrm>
          <a:prstGeom prst="roundRect">
            <a:avLst>
              <a:gd name="adj" fmla="val 2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8FDED57C-B7D2-3B29-E516-971157E9DECE}"/>
              </a:ext>
            </a:extLst>
          </p:cNvPr>
          <p:cNvSpPr txBox="1"/>
          <p:nvPr/>
        </p:nvSpPr>
        <p:spPr>
          <a:xfrm>
            <a:off x="17732561" y="501313"/>
            <a:ext cx="28937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232537D4-4FFD-7F32-74EE-30D529864B22}"/>
              </a:ext>
            </a:extLst>
          </p:cNvPr>
          <p:cNvSpPr txBox="1"/>
          <p:nvPr/>
        </p:nvSpPr>
        <p:spPr>
          <a:xfrm>
            <a:off x="17853502" y="1207380"/>
            <a:ext cx="62577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571500" defTabSz="18288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Hidden: fully connected</a:t>
            </a:r>
          </a:p>
          <a:p>
            <a:pPr marL="91440" indent="-571500" defTabSz="18288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Hidden  Output: fully connected</a:t>
            </a:r>
          </a:p>
          <a:p>
            <a:pPr marL="91440" indent="-571500" defTabSz="18288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Context  Hidden: fully connected</a:t>
            </a:r>
          </a:p>
          <a:p>
            <a:pPr marL="91440" indent="-571500" defTabSz="18288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Hidden  Context: recurrent</a:t>
            </a:r>
          </a:p>
        </p:txBody>
      </p:sp>
      <p:sp>
        <p:nvSpPr>
          <p:cNvPr id="457" name="Rectangle: Rounded Corners 456">
            <a:extLst>
              <a:ext uri="{FF2B5EF4-FFF2-40B4-BE49-F238E27FC236}">
                <a16:creationId xmlns:a16="http://schemas.microsoft.com/office/drawing/2014/main" id="{8DB44302-85B9-F829-CA8A-C20DE8DA6118}"/>
              </a:ext>
            </a:extLst>
          </p:cNvPr>
          <p:cNvSpPr/>
          <p:nvPr/>
        </p:nvSpPr>
        <p:spPr>
          <a:xfrm>
            <a:off x="17646337" y="3376881"/>
            <a:ext cx="6633389" cy="6620743"/>
          </a:xfrm>
          <a:prstGeom prst="roundRect">
            <a:avLst>
              <a:gd name="adj" fmla="val 2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84E7FB3C-01D0-EF57-2891-1830915CB23C}"/>
              </a:ext>
            </a:extLst>
          </p:cNvPr>
          <p:cNvSpPr txBox="1"/>
          <p:nvPr/>
        </p:nvSpPr>
        <p:spPr>
          <a:xfrm>
            <a:off x="17684435" y="3422600"/>
            <a:ext cx="3935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flow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67CFB997-77DE-C9FF-4C3F-88786FB1E2E5}"/>
              </a:ext>
            </a:extLst>
          </p:cNvPr>
          <p:cNvSpPr txBox="1"/>
          <p:nvPr/>
        </p:nvSpPr>
        <p:spPr>
          <a:xfrm>
            <a:off x="17662732" y="4101439"/>
            <a:ext cx="65207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571500" defTabSz="18288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time step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input pattern is presented to the input layer.</a:t>
            </a:r>
          </a:p>
          <a:p>
            <a:pPr marL="182880" indent="-571500" defTabSz="18288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Activations propagate (Input and Context)  Hidden  Output</a:t>
            </a:r>
          </a:p>
          <a:p>
            <a:pPr marL="182880" indent="-571500" defTabSz="18288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output layer produces reconstruction of the current input (10 groups) and predicts the next position of the left object (Horizontal Position group).</a:t>
            </a:r>
          </a:p>
          <a:p>
            <a:pPr marL="182880" indent="-571500" defTabSz="18288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Hidden activations are copied to the context layer and used as input at the next time step (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+ 1).</a:t>
            </a:r>
          </a:p>
        </p:txBody>
      </p:sp>
      <p:sp>
        <p:nvSpPr>
          <p:cNvPr id="460" name="Rectangle: Rounded Corners 459">
            <a:extLst>
              <a:ext uri="{FF2B5EF4-FFF2-40B4-BE49-F238E27FC236}">
                <a16:creationId xmlns:a16="http://schemas.microsoft.com/office/drawing/2014/main" id="{594BF74B-A9B4-A5F6-DFAE-BE6DE61CD38D}"/>
              </a:ext>
            </a:extLst>
          </p:cNvPr>
          <p:cNvSpPr/>
          <p:nvPr/>
        </p:nvSpPr>
        <p:spPr>
          <a:xfrm>
            <a:off x="17660370" y="10419512"/>
            <a:ext cx="6633389" cy="3898068"/>
          </a:xfrm>
          <a:prstGeom prst="roundRect">
            <a:avLst>
              <a:gd name="adj" fmla="val 2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3D6ADDC9-BC9C-7E14-263C-20BC92632388}"/>
              </a:ext>
            </a:extLst>
          </p:cNvPr>
          <p:cNvSpPr/>
          <p:nvPr/>
        </p:nvSpPr>
        <p:spPr>
          <a:xfrm>
            <a:off x="17911863" y="1071917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926BC255-6371-32E7-6120-3DBFCE3411B9}"/>
              </a:ext>
            </a:extLst>
          </p:cNvPr>
          <p:cNvSpPr/>
          <p:nvPr/>
        </p:nvSpPr>
        <p:spPr>
          <a:xfrm>
            <a:off x="17911863" y="11454941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63EAEE85-8729-4A93-9771-6F573A38BA55}"/>
              </a:ext>
            </a:extLst>
          </p:cNvPr>
          <p:cNvSpPr/>
          <p:nvPr/>
        </p:nvSpPr>
        <p:spPr>
          <a:xfrm>
            <a:off x="17911863" y="12225989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C7A8E6EB-2704-A87F-72BB-7DF06D445639}"/>
              </a:ext>
            </a:extLst>
          </p:cNvPr>
          <p:cNvSpPr txBox="1"/>
          <p:nvPr/>
        </p:nvSpPr>
        <p:spPr>
          <a:xfrm>
            <a:off x="18547435" y="10649038"/>
            <a:ext cx="4019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/ Output unit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DA4EDD90-8FE6-3252-E588-D9E261776ECC}"/>
              </a:ext>
            </a:extLst>
          </p:cNvPr>
          <p:cNvSpPr txBox="1"/>
          <p:nvPr/>
        </p:nvSpPr>
        <p:spPr>
          <a:xfrm>
            <a:off x="18555457" y="11378953"/>
            <a:ext cx="2621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unit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6555D5F4-3C2A-DC76-A461-204517C99C20}"/>
              </a:ext>
            </a:extLst>
          </p:cNvPr>
          <p:cNvSpPr txBox="1"/>
          <p:nvPr/>
        </p:nvSpPr>
        <p:spPr>
          <a:xfrm>
            <a:off x="18563479" y="12132931"/>
            <a:ext cx="27350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unit</a:t>
            </a:r>
          </a:p>
        </p:txBody>
      </p: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345E96D1-292F-D36D-9EC7-9400BF5B82D1}"/>
              </a:ext>
            </a:extLst>
          </p:cNvPr>
          <p:cNvCxnSpPr>
            <a:cxnSpLocks/>
          </p:cNvCxnSpPr>
          <p:nvPr/>
        </p:nvCxnSpPr>
        <p:spPr>
          <a:xfrm>
            <a:off x="17878927" y="13191311"/>
            <a:ext cx="137159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TextBox 469">
            <a:extLst>
              <a:ext uri="{FF2B5EF4-FFF2-40B4-BE49-F238E27FC236}">
                <a16:creationId xmlns:a16="http://schemas.microsoft.com/office/drawing/2014/main" id="{BBDCD2D9-337C-D6EC-2330-EDC2271ED659}"/>
              </a:ext>
            </a:extLst>
          </p:cNvPr>
          <p:cNvSpPr txBox="1"/>
          <p:nvPr/>
        </p:nvSpPr>
        <p:spPr>
          <a:xfrm>
            <a:off x="19509961" y="12878065"/>
            <a:ext cx="4516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connection</a:t>
            </a: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B426E761-CB88-0152-107F-4A138E91A027}"/>
              </a:ext>
            </a:extLst>
          </p:cNvPr>
          <p:cNvCxnSpPr>
            <a:cxnSpLocks/>
          </p:cNvCxnSpPr>
          <p:nvPr/>
        </p:nvCxnSpPr>
        <p:spPr>
          <a:xfrm>
            <a:off x="17911011" y="13939101"/>
            <a:ext cx="1363578" cy="0"/>
          </a:xfrm>
          <a:prstGeom prst="straightConnector1">
            <a:avLst/>
          </a:prstGeom>
          <a:ln w="76200">
            <a:solidFill>
              <a:srgbClr val="8255AF"/>
            </a:solidFill>
            <a:prstDash val="lgDashDot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C6CEC91-ABAA-3BC2-2289-E43C017E936B}"/>
              </a:ext>
            </a:extLst>
          </p:cNvPr>
          <p:cNvSpPr txBox="1"/>
          <p:nvPr/>
        </p:nvSpPr>
        <p:spPr>
          <a:xfrm>
            <a:off x="19457350" y="13530845"/>
            <a:ext cx="4586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connection</a:t>
            </a:r>
          </a:p>
        </p:txBody>
      </p:sp>
    </p:spTree>
    <p:extLst>
      <p:ext uri="{BB962C8B-B14F-4D97-AF65-F5344CB8AC3E}">
        <p14:creationId xmlns:p14="http://schemas.microsoft.com/office/powerpoint/2010/main" val="245802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897BA-81FD-1E48-AC3D-D8FDD5D06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3352800"/>
            <a:ext cx="14630400" cy="9753600"/>
          </a:xfrm>
          <a:prstGeom prst="rect">
            <a:avLst/>
          </a:prstGeom>
          <a:solidFill>
            <a:srgbClr val="4E1787"/>
          </a:solidFill>
          <a:ln>
            <a:solidFill>
              <a:srgbClr val="77AC59"/>
            </a:solidFill>
          </a:ln>
        </p:spPr>
      </p:pic>
    </p:spTree>
    <p:extLst>
      <p:ext uri="{BB962C8B-B14F-4D97-AF65-F5344CB8AC3E}">
        <p14:creationId xmlns:p14="http://schemas.microsoft.com/office/powerpoint/2010/main" val="2496112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431</Words>
  <Application>Microsoft Office PowerPoint</Application>
  <PresentationFormat>Custom</PresentationFormat>
  <Paragraphs>104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5</cp:revision>
  <dcterms:created xsi:type="dcterms:W3CDTF">2026-06-21T16:20:02Z</dcterms:created>
  <dcterms:modified xsi:type="dcterms:W3CDTF">2026-06-21T19:51:59Z</dcterms:modified>
</cp:coreProperties>
</file>