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4"/>
  </p:sldMasterIdLst>
  <p:notesMasterIdLst>
    <p:notesMasterId r:id="rId8"/>
  </p:notesMasterIdLst>
  <p:sldIdLst>
    <p:sldId id="256" r:id="rId5"/>
    <p:sldId id="257" r:id="rId6"/>
    <p:sldId id="258" r:id="rId7"/>
  </p:sldIdLst>
  <p:sldSz cx="43200638" cy="180006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1" autoAdjust="0"/>
    <p:restoredTop sz="94660"/>
  </p:normalViewPr>
  <p:slideViewPr>
    <p:cSldViewPr snapToGrid="0">
      <p:cViewPr>
        <p:scale>
          <a:sx n="20" d="100"/>
          <a:sy n="20" d="100"/>
        </p:scale>
        <p:origin x="921" y="72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03B432-A659-47A9-A622-F1F1FE223EE8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73050" y="1143000"/>
            <a:ext cx="7404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B6B36E3-9AF0-421E-9CBA-97F4E57A36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15294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73050" y="1143000"/>
            <a:ext cx="74041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6B36E3-9AF0-421E-9CBA-97F4E57A36B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16131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F44F6B-956D-5BAA-B0C2-CD55DB357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0223AD-FC95-65B8-A2FA-DD7ADEF4C9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273050" y="1143000"/>
            <a:ext cx="74041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5016EA-271D-92B6-D5DA-422F4DA5DF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759783-0ADE-E09C-E6D0-63B52126B2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6B36E3-9AF0-421E-9CBA-97F4E57A36B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28003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00090" y="2945947"/>
            <a:ext cx="32400477" cy="6266897"/>
          </a:xfrm>
        </p:spPr>
        <p:txBody>
          <a:bodyPr anchor="b"/>
          <a:lstStyle>
            <a:lvl1pPr algn="ctr">
              <a:defRPr sz="1574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00090" y="9454516"/>
            <a:ext cx="32400477" cy="4345992"/>
          </a:xfrm>
        </p:spPr>
        <p:txBody>
          <a:bodyPr/>
          <a:lstStyle>
            <a:lvl1pPr marL="0" indent="0" algn="ctr">
              <a:buNone/>
              <a:defRPr sz="6300"/>
            </a:lvl1pPr>
            <a:lvl2pPr marL="1200035" indent="0" algn="ctr">
              <a:buNone/>
              <a:defRPr sz="5253"/>
            </a:lvl2pPr>
            <a:lvl3pPr marL="2400069" indent="0" algn="ctr">
              <a:buNone/>
              <a:defRPr sz="4727"/>
            </a:lvl3pPr>
            <a:lvl4pPr marL="3600104" indent="0" algn="ctr">
              <a:buNone/>
              <a:defRPr sz="4200"/>
            </a:lvl4pPr>
            <a:lvl5pPr marL="4800139" indent="0" algn="ctr">
              <a:buNone/>
              <a:defRPr sz="4200"/>
            </a:lvl5pPr>
            <a:lvl6pPr marL="6000173" indent="0" algn="ctr">
              <a:buNone/>
              <a:defRPr sz="4200"/>
            </a:lvl6pPr>
            <a:lvl7pPr marL="7200208" indent="0" algn="ctr">
              <a:buNone/>
              <a:defRPr sz="4200"/>
            </a:lvl7pPr>
            <a:lvl8pPr marL="8400243" indent="0" algn="ctr">
              <a:buNone/>
              <a:defRPr sz="4200"/>
            </a:lvl8pPr>
            <a:lvl9pPr marL="9600277" indent="0" algn="ctr">
              <a:buNone/>
              <a:defRPr sz="4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44C1DF-C9B9-4C32-9FF4-A604B0E589BF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D0944-61CD-48DC-B776-6C19018D0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68255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44C1DF-C9B9-4C32-9FF4-A604B0E589BF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D0944-61CD-48DC-B776-6C19018D0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0828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47554" y="4487668"/>
            <a:ext cx="37260551" cy="7487774"/>
          </a:xfrm>
        </p:spPr>
        <p:txBody>
          <a:bodyPr anchor="b"/>
          <a:lstStyle>
            <a:lvl1pPr>
              <a:defRPr sz="1574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47554" y="12046280"/>
            <a:ext cx="37260551" cy="3937644"/>
          </a:xfrm>
        </p:spPr>
        <p:txBody>
          <a:bodyPr/>
          <a:lstStyle>
            <a:lvl1pPr marL="0" indent="0">
              <a:buNone/>
              <a:defRPr sz="6300">
                <a:solidFill>
                  <a:schemeClr val="tx1">
                    <a:tint val="82000"/>
                  </a:schemeClr>
                </a:solidFill>
              </a:defRPr>
            </a:lvl1pPr>
            <a:lvl2pPr marL="1200035" indent="0">
              <a:buNone/>
              <a:defRPr sz="5253">
                <a:solidFill>
                  <a:schemeClr val="tx1">
                    <a:tint val="82000"/>
                  </a:schemeClr>
                </a:solidFill>
              </a:defRPr>
            </a:lvl2pPr>
            <a:lvl3pPr marL="2400069" indent="0">
              <a:buNone/>
              <a:defRPr sz="4727">
                <a:solidFill>
                  <a:schemeClr val="tx1">
                    <a:tint val="82000"/>
                  </a:schemeClr>
                </a:solidFill>
              </a:defRPr>
            </a:lvl3pPr>
            <a:lvl4pPr marL="3600104" indent="0">
              <a:buNone/>
              <a:defRPr sz="4200">
                <a:solidFill>
                  <a:schemeClr val="tx1">
                    <a:tint val="82000"/>
                  </a:schemeClr>
                </a:solidFill>
              </a:defRPr>
            </a:lvl4pPr>
            <a:lvl5pPr marL="4800139" indent="0">
              <a:buNone/>
              <a:defRPr sz="4200">
                <a:solidFill>
                  <a:schemeClr val="tx1">
                    <a:tint val="82000"/>
                  </a:schemeClr>
                </a:solidFill>
              </a:defRPr>
            </a:lvl5pPr>
            <a:lvl6pPr marL="6000173" indent="0">
              <a:buNone/>
              <a:defRPr sz="4200">
                <a:solidFill>
                  <a:schemeClr val="tx1">
                    <a:tint val="82000"/>
                  </a:schemeClr>
                </a:solidFill>
              </a:defRPr>
            </a:lvl6pPr>
            <a:lvl7pPr marL="7200208" indent="0">
              <a:buNone/>
              <a:defRPr sz="4200">
                <a:solidFill>
                  <a:schemeClr val="tx1">
                    <a:tint val="82000"/>
                  </a:schemeClr>
                </a:solidFill>
              </a:defRPr>
            </a:lvl7pPr>
            <a:lvl8pPr marL="8400243" indent="0">
              <a:buNone/>
              <a:defRPr sz="4200">
                <a:solidFill>
                  <a:schemeClr val="tx1">
                    <a:tint val="82000"/>
                  </a:schemeClr>
                </a:solidFill>
              </a:defRPr>
            </a:lvl8pPr>
            <a:lvl9pPr marL="9600277" indent="0">
              <a:buNone/>
              <a:defRPr sz="4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44C1DF-C9B9-4C32-9FF4-A604B0E589BF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D0944-61CD-48DC-B776-6C19018D0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59326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970043" y="4791847"/>
            <a:ext cx="18360269" cy="114212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1870326" y="4791847"/>
            <a:ext cx="18360269" cy="114212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44C1DF-C9B9-4C32-9FF4-A604B0E589BF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D0944-61CD-48DC-B776-6C19018D0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66562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75680" y="958370"/>
            <a:ext cx="37260551" cy="347929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75680" y="4412664"/>
            <a:ext cx="18275890" cy="2162578"/>
          </a:xfrm>
        </p:spPr>
        <p:txBody>
          <a:bodyPr anchor="b"/>
          <a:lstStyle>
            <a:lvl1pPr marL="0" indent="0">
              <a:buNone/>
              <a:defRPr sz="6300" b="1"/>
            </a:lvl1pPr>
            <a:lvl2pPr marL="1200035" indent="0">
              <a:buNone/>
              <a:defRPr sz="5253" b="1"/>
            </a:lvl2pPr>
            <a:lvl3pPr marL="2400069" indent="0">
              <a:buNone/>
              <a:defRPr sz="4727" b="1"/>
            </a:lvl3pPr>
            <a:lvl4pPr marL="3600104" indent="0">
              <a:buNone/>
              <a:defRPr sz="4200" b="1"/>
            </a:lvl4pPr>
            <a:lvl5pPr marL="4800139" indent="0">
              <a:buNone/>
              <a:defRPr sz="4200" b="1"/>
            </a:lvl5pPr>
            <a:lvl6pPr marL="6000173" indent="0">
              <a:buNone/>
              <a:defRPr sz="4200" b="1"/>
            </a:lvl6pPr>
            <a:lvl7pPr marL="7200208" indent="0">
              <a:buNone/>
              <a:defRPr sz="4200" b="1"/>
            </a:lvl7pPr>
            <a:lvl8pPr marL="8400243" indent="0">
              <a:buNone/>
              <a:defRPr sz="4200" b="1"/>
            </a:lvl8pPr>
            <a:lvl9pPr marL="9600277" indent="0">
              <a:buNone/>
              <a:defRPr sz="4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975680" y="6575246"/>
            <a:ext cx="18275890" cy="967119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1870326" y="4412664"/>
            <a:ext cx="18365895" cy="2162578"/>
          </a:xfrm>
        </p:spPr>
        <p:txBody>
          <a:bodyPr anchor="b"/>
          <a:lstStyle>
            <a:lvl1pPr marL="0" indent="0">
              <a:buNone/>
              <a:defRPr sz="6300" b="1"/>
            </a:lvl1pPr>
            <a:lvl2pPr marL="1200035" indent="0">
              <a:buNone/>
              <a:defRPr sz="5253" b="1"/>
            </a:lvl2pPr>
            <a:lvl3pPr marL="2400069" indent="0">
              <a:buNone/>
              <a:defRPr sz="4727" b="1"/>
            </a:lvl3pPr>
            <a:lvl4pPr marL="3600104" indent="0">
              <a:buNone/>
              <a:defRPr sz="4200" b="1"/>
            </a:lvl4pPr>
            <a:lvl5pPr marL="4800139" indent="0">
              <a:buNone/>
              <a:defRPr sz="4200" b="1"/>
            </a:lvl5pPr>
            <a:lvl6pPr marL="6000173" indent="0">
              <a:buNone/>
              <a:defRPr sz="4200" b="1"/>
            </a:lvl6pPr>
            <a:lvl7pPr marL="7200208" indent="0">
              <a:buNone/>
              <a:defRPr sz="4200" b="1"/>
            </a:lvl7pPr>
            <a:lvl8pPr marL="8400243" indent="0">
              <a:buNone/>
              <a:defRPr sz="4200" b="1"/>
            </a:lvl8pPr>
            <a:lvl9pPr marL="9600277" indent="0">
              <a:buNone/>
              <a:defRPr sz="4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1870326" y="6575246"/>
            <a:ext cx="18365895" cy="967119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44C1DF-C9B9-4C32-9FF4-A604B0E589BF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D0944-61CD-48DC-B776-6C19018D0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40731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44C1DF-C9B9-4C32-9FF4-A604B0E589BF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D0944-61CD-48DC-B776-6C19018D0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750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44C1DF-C9B9-4C32-9FF4-A604B0E589BF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D0944-61CD-48DC-B776-6C19018D0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55988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75680" y="1200048"/>
            <a:ext cx="13933329" cy="4200155"/>
          </a:xfrm>
        </p:spPr>
        <p:txBody>
          <a:bodyPr anchor="b"/>
          <a:lstStyle>
            <a:lvl1pPr>
              <a:defRPr sz="8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365898" y="2591763"/>
            <a:ext cx="21870326" cy="12792138"/>
          </a:xfrm>
        </p:spPr>
        <p:txBody>
          <a:bodyPr/>
          <a:lstStyle>
            <a:lvl1pPr>
              <a:defRPr sz="8400"/>
            </a:lvl1pPr>
            <a:lvl2pPr>
              <a:defRPr sz="7347"/>
            </a:lvl2pPr>
            <a:lvl3pPr>
              <a:defRPr sz="6300"/>
            </a:lvl3pPr>
            <a:lvl4pPr>
              <a:defRPr sz="5253"/>
            </a:lvl4pPr>
            <a:lvl5pPr>
              <a:defRPr sz="5253"/>
            </a:lvl5pPr>
            <a:lvl6pPr>
              <a:defRPr sz="5253"/>
            </a:lvl6pPr>
            <a:lvl7pPr>
              <a:defRPr sz="5253"/>
            </a:lvl7pPr>
            <a:lvl8pPr>
              <a:defRPr sz="5253"/>
            </a:lvl8pPr>
            <a:lvl9pPr>
              <a:defRPr sz="525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975680" y="5400199"/>
            <a:ext cx="13933329" cy="10004536"/>
          </a:xfrm>
        </p:spPr>
        <p:txBody>
          <a:bodyPr/>
          <a:lstStyle>
            <a:lvl1pPr marL="0" indent="0">
              <a:buNone/>
              <a:defRPr sz="4200"/>
            </a:lvl1pPr>
            <a:lvl2pPr marL="1200035" indent="0">
              <a:buNone/>
              <a:defRPr sz="3673"/>
            </a:lvl2pPr>
            <a:lvl3pPr marL="2400069" indent="0">
              <a:buNone/>
              <a:defRPr sz="3147"/>
            </a:lvl3pPr>
            <a:lvl4pPr marL="3600104" indent="0">
              <a:buNone/>
              <a:defRPr sz="2627"/>
            </a:lvl4pPr>
            <a:lvl5pPr marL="4800139" indent="0">
              <a:buNone/>
              <a:defRPr sz="2627"/>
            </a:lvl5pPr>
            <a:lvl6pPr marL="6000173" indent="0">
              <a:buNone/>
              <a:defRPr sz="2627"/>
            </a:lvl6pPr>
            <a:lvl7pPr marL="7200208" indent="0">
              <a:buNone/>
              <a:defRPr sz="2627"/>
            </a:lvl7pPr>
            <a:lvl8pPr marL="8400243" indent="0">
              <a:buNone/>
              <a:defRPr sz="2627"/>
            </a:lvl8pPr>
            <a:lvl9pPr marL="9600277" indent="0">
              <a:buNone/>
              <a:defRPr sz="262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44C1DF-C9B9-4C32-9FF4-A604B0E589BF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D0944-61CD-48DC-B776-6C19018D0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01443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75680" y="1200048"/>
            <a:ext cx="13933329" cy="4200155"/>
          </a:xfrm>
        </p:spPr>
        <p:txBody>
          <a:bodyPr anchor="b"/>
          <a:lstStyle>
            <a:lvl1pPr>
              <a:defRPr sz="8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8365898" y="2591763"/>
            <a:ext cx="21870326" cy="12792138"/>
          </a:xfrm>
        </p:spPr>
        <p:txBody>
          <a:bodyPr anchor="t"/>
          <a:lstStyle>
            <a:lvl1pPr marL="0" indent="0">
              <a:buNone/>
              <a:defRPr sz="8400"/>
            </a:lvl1pPr>
            <a:lvl2pPr marL="1200035" indent="0">
              <a:buNone/>
              <a:defRPr sz="7347"/>
            </a:lvl2pPr>
            <a:lvl3pPr marL="2400069" indent="0">
              <a:buNone/>
              <a:defRPr sz="6300"/>
            </a:lvl3pPr>
            <a:lvl4pPr marL="3600104" indent="0">
              <a:buNone/>
              <a:defRPr sz="5253"/>
            </a:lvl4pPr>
            <a:lvl5pPr marL="4800139" indent="0">
              <a:buNone/>
              <a:defRPr sz="5253"/>
            </a:lvl5pPr>
            <a:lvl6pPr marL="6000173" indent="0">
              <a:buNone/>
              <a:defRPr sz="5253"/>
            </a:lvl6pPr>
            <a:lvl7pPr marL="7200208" indent="0">
              <a:buNone/>
              <a:defRPr sz="5253"/>
            </a:lvl7pPr>
            <a:lvl8pPr marL="8400243" indent="0">
              <a:buNone/>
              <a:defRPr sz="5253"/>
            </a:lvl8pPr>
            <a:lvl9pPr marL="9600277" indent="0">
              <a:buNone/>
              <a:defRPr sz="5253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975680" y="5400199"/>
            <a:ext cx="13933329" cy="10004536"/>
          </a:xfrm>
        </p:spPr>
        <p:txBody>
          <a:bodyPr/>
          <a:lstStyle>
            <a:lvl1pPr marL="0" indent="0">
              <a:buNone/>
              <a:defRPr sz="4200"/>
            </a:lvl1pPr>
            <a:lvl2pPr marL="1200035" indent="0">
              <a:buNone/>
              <a:defRPr sz="3673"/>
            </a:lvl2pPr>
            <a:lvl3pPr marL="2400069" indent="0">
              <a:buNone/>
              <a:defRPr sz="3147"/>
            </a:lvl3pPr>
            <a:lvl4pPr marL="3600104" indent="0">
              <a:buNone/>
              <a:defRPr sz="2627"/>
            </a:lvl4pPr>
            <a:lvl5pPr marL="4800139" indent="0">
              <a:buNone/>
              <a:defRPr sz="2627"/>
            </a:lvl5pPr>
            <a:lvl6pPr marL="6000173" indent="0">
              <a:buNone/>
              <a:defRPr sz="2627"/>
            </a:lvl6pPr>
            <a:lvl7pPr marL="7200208" indent="0">
              <a:buNone/>
              <a:defRPr sz="2627"/>
            </a:lvl7pPr>
            <a:lvl8pPr marL="8400243" indent="0">
              <a:buNone/>
              <a:defRPr sz="2627"/>
            </a:lvl8pPr>
            <a:lvl9pPr marL="9600277" indent="0">
              <a:buNone/>
              <a:defRPr sz="262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44C1DF-C9B9-4C32-9FF4-A604B0E589BF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D0944-61CD-48DC-B776-6C19018D0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7310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44C1DF-C9B9-4C32-9FF4-A604B0E589BF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D0944-61CD-48DC-B776-6C19018D0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19938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0915455" y="958369"/>
            <a:ext cx="9315139" cy="1525473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970053" y="958369"/>
            <a:ext cx="27405405" cy="1525473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44C1DF-C9B9-4C32-9FF4-A604B0E589BF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D0944-61CD-48DC-B776-6C19018D0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20987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970053" y="958370"/>
            <a:ext cx="37260551" cy="34792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70053" y="4791847"/>
            <a:ext cx="37260551" cy="114212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970054" y="16683953"/>
            <a:ext cx="9720141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14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44C1DF-C9B9-4C32-9FF4-A604B0E589BF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310221" y="16683953"/>
            <a:ext cx="14580215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14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0510463" y="16683953"/>
            <a:ext cx="9720141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14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DD0944-61CD-48DC-B776-6C19018D0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0663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2400069" rtl="0" eaLnBrk="1" latinLnBrk="0" hangingPunct="1">
        <a:lnSpc>
          <a:spcPct val="90000"/>
        </a:lnSpc>
        <a:spcBef>
          <a:spcPct val="0"/>
        </a:spcBef>
        <a:buNone/>
        <a:defRPr sz="1154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00014" indent="-600014" algn="l" defTabSz="2400069" rtl="0" eaLnBrk="1" latinLnBrk="0" hangingPunct="1">
        <a:lnSpc>
          <a:spcPct val="90000"/>
        </a:lnSpc>
        <a:spcBef>
          <a:spcPts val="2627"/>
        </a:spcBef>
        <a:buFont typeface="Arial" panose="020B0604020202020204" pitchFamily="34" charset="0"/>
        <a:buChar char="•"/>
        <a:defRPr sz="7347" kern="1200">
          <a:solidFill>
            <a:schemeClr val="tx1"/>
          </a:solidFill>
          <a:latin typeface="+mn-lt"/>
          <a:ea typeface="+mn-ea"/>
          <a:cs typeface="+mn-cs"/>
        </a:defRPr>
      </a:lvl1pPr>
      <a:lvl2pPr marL="1800049" indent="-600014" algn="l" defTabSz="2400069" rtl="0" eaLnBrk="1" latinLnBrk="0" hangingPunct="1">
        <a:lnSpc>
          <a:spcPct val="90000"/>
        </a:lnSpc>
        <a:spcBef>
          <a:spcPts val="1313"/>
        </a:spcBef>
        <a:buFont typeface="Arial" panose="020B0604020202020204" pitchFamily="34" charset="0"/>
        <a:buChar char="•"/>
        <a:defRPr sz="6300" kern="1200">
          <a:solidFill>
            <a:schemeClr val="tx1"/>
          </a:solidFill>
          <a:latin typeface="+mn-lt"/>
          <a:ea typeface="+mn-ea"/>
          <a:cs typeface="+mn-cs"/>
        </a:defRPr>
      </a:lvl2pPr>
      <a:lvl3pPr marL="3000090" indent="-600014" algn="l" defTabSz="2400069" rtl="0" eaLnBrk="1" latinLnBrk="0" hangingPunct="1">
        <a:lnSpc>
          <a:spcPct val="90000"/>
        </a:lnSpc>
        <a:spcBef>
          <a:spcPts val="1313"/>
        </a:spcBef>
        <a:buFont typeface="Arial" panose="020B0604020202020204" pitchFamily="34" charset="0"/>
        <a:buChar char="•"/>
        <a:defRPr sz="5253" kern="1200">
          <a:solidFill>
            <a:schemeClr val="tx1"/>
          </a:solidFill>
          <a:latin typeface="+mn-lt"/>
          <a:ea typeface="+mn-ea"/>
          <a:cs typeface="+mn-cs"/>
        </a:defRPr>
      </a:lvl3pPr>
      <a:lvl4pPr marL="4200125" indent="-600014" algn="l" defTabSz="2400069" rtl="0" eaLnBrk="1" latinLnBrk="0" hangingPunct="1">
        <a:lnSpc>
          <a:spcPct val="90000"/>
        </a:lnSpc>
        <a:spcBef>
          <a:spcPts val="1313"/>
        </a:spcBef>
        <a:buFont typeface="Arial" panose="020B0604020202020204" pitchFamily="34" charset="0"/>
        <a:buChar char="•"/>
        <a:defRPr sz="4727" kern="1200">
          <a:solidFill>
            <a:schemeClr val="tx1"/>
          </a:solidFill>
          <a:latin typeface="+mn-lt"/>
          <a:ea typeface="+mn-ea"/>
          <a:cs typeface="+mn-cs"/>
        </a:defRPr>
      </a:lvl4pPr>
      <a:lvl5pPr marL="5400159" indent="-600014" algn="l" defTabSz="2400069" rtl="0" eaLnBrk="1" latinLnBrk="0" hangingPunct="1">
        <a:lnSpc>
          <a:spcPct val="90000"/>
        </a:lnSpc>
        <a:spcBef>
          <a:spcPts val="1313"/>
        </a:spcBef>
        <a:buFont typeface="Arial" panose="020B0604020202020204" pitchFamily="34" charset="0"/>
        <a:buChar char="•"/>
        <a:defRPr sz="4727" kern="1200">
          <a:solidFill>
            <a:schemeClr val="tx1"/>
          </a:solidFill>
          <a:latin typeface="+mn-lt"/>
          <a:ea typeface="+mn-ea"/>
          <a:cs typeface="+mn-cs"/>
        </a:defRPr>
      </a:lvl5pPr>
      <a:lvl6pPr marL="6600187" indent="-600014" algn="l" defTabSz="2400069" rtl="0" eaLnBrk="1" latinLnBrk="0" hangingPunct="1">
        <a:lnSpc>
          <a:spcPct val="90000"/>
        </a:lnSpc>
        <a:spcBef>
          <a:spcPts val="1313"/>
        </a:spcBef>
        <a:buFont typeface="Arial" panose="020B0604020202020204" pitchFamily="34" charset="0"/>
        <a:buChar char="•"/>
        <a:defRPr sz="4727" kern="1200">
          <a:solidFill>
            <a:schemeClr val="tx1"/>
          </a:solidFill>
          <a:latin typeface="+mn-lt"/>
          <a:ea typeface="+mn-ea"/>
          <a:cs typeface="+mn-cs"/>
        </a:defRPr>
      </a:lvl6pPr>
      <a:lvl7pPr marL="7800222" indent="-600014" algn="l" defTabSz="2400069" rtl="0" eaLnBrk="1" latinLnBrk="0" hangingPunct="1">
        <a:lnSpc>
          <a:spcPct val="90000"/>
        </a:lnSpc>
        <a:spcBef>
          <a:spcPts val="1313"/>
        </a:spcBef>
        <a:buFont typeface="Arial" panose="020B0604020202020204" pitchFamily="34" charset="0"/>
        <a:buChar char="•"/>
        <a:defRPr sz="4727" kern="1200">
          <a:solidFill>
            <a:schemeClr val="tx1"/>
          </a:solidFill>
          <a:latin typeface="+mn-lt"/>
          <a:ea typeface="+mn-ea"/>
          <a:cs typeface="+mn-cs"/>
        </a:defRPr>
      </a:lvl7pPr>
      <a:lvl8pPr marL="9000263" indent="-600014" algn="l" defTabSz="2400069" rtl="0" eaLnBrk="1" latinLnBrk="0" hangingPunct="1">
        <a:lnSpc>
          <a:spcPct val="90000"/>
        </a:lnSpc>
        <a:spcBef>
          <a:spcPts val="1313"/>
        </a:spcBef>
        <a:buFont typeface="Arial" panose="020B0604020202020204" pitchFamily="34" charset="0"/>
        <a:buChar char="•"/>
        <a:defRPr sz="4727" kern="1200">
          <a:solidFill>
            <a:schemeClr val="tx1"/>
          </a:solidFill>
          <a:latin typeface="+mn-lt"/>
          <a:ea typeface="+mn-ea"/>
          <a:cs typeface="+mn-cs"/>
        </a:defRPr>
      </a:lvl8pPr>
      <a:lvl9pPr marL="10200298" indent="-600014" algn="l" defTabSz="2400069" rtl="0" eaLnBrk="1" latinLnBrk="0" hangingPunct="1">
        <a:lnSpc>
          <a:spcPct val="90000"/>
        </a:lnSpc>
        <a:spcBef>
          <a:spcPts val="1313"/>
        </a:spcBef>
        <a:buFont typeface="Arial" panose="020B0604020202020204" pitchFamily="34" charset="0"/>
        <a:buChar char="•"/>
        <a:defRPr sz="472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400069" rtl="0" eaLnBrk="1" latinLnBrk="0" hangingPunct="1">
        <a:defRPr sz="4727" kern="1200">
          <a:solidFill>
            <a:schemeClr val="tx1"/>
          </a:solidFill>
          <a:latin typeface="+mn-lt"/>
          <a:ea typeface="+mn-ea"/>
          <a:cs typeface="+mn-cs"/>
        </a:defRPr>
      </a:lvl1pPr>
      <a:lvl2pPr marL="1200035" algn="l" defTabSz="2400069" rtl="0" eaLnBrk="1" latinLnBrk="0" hangingPunct="1">
        <a:defRPr sz="4727" kern="1200">
          <a:solidFill>
            <a:schemeClr val="tx1"/>
          </a:solidFill>
          <a:latin typeface="+mn-lt"/>
          <a:ea typeface="+mn-ea"/>
          <a:cs typeface="+mn-cs"/>
        </a:defRPr>
      </a:lvl2pPr>
      <a:lvl3pPr marL="2400069" algn="l" defTabSz="2400069" rtl="0" eaLnBrk="1" latinLnBrk="0" hangingPunct="1">
        <a:defRPr sz="4727" kern="1200">
          <a:solidFill>
            <a:schemeClr val="tx1"/>
          </a:solidFill>
          <a:latin typeface="+mn-lt"/>
          <a:ea typeface="+mn-ea"/>
          <a:cs typeface="+mn-cs"/>
        </a:defRPr>
      </a:lvl3pPr>
      <a:lvl4pPr marL="3600104" algn="l" defTabSz="2400069" rtl="0" eaLnBrk="1" latinLnBrk="0" hangingPunct="1">
        <a:defRPr sz="4727" kern="1200">
          <a:solidFill>
            <a:schemeClr val="tx1"/>
          </a:solidFill>
          <a:latin typeface="+mn-lt"/>
          <a:ea typeface="+mn-ea"/>
          <a:cs typeface="+mn-cs"/>
        </a:defRPr>
      </a:lvl4pPr>
      <a:lvl5pPr marL="4800139" algn="l" defTabSz="2400069" rtl="0" eaLnBrk="1" latinLnBrk="0" hangingPunct="1">
        <a:defRPr sz="4727" kern="1200">
          <a:solidFill>
            <a:schemeClr val="tx1"/>
          </a:solidFill>
          <a:latin typeface="+mn-lt"/>
          <a:ea typeface="+mn-ea"/>
          <a:cs typeface="+mn-cs"/>
        </a:defRPr>
      </a:lvl5pPr>
      <a:lvl6pPr marL="6000173" algn="l" defTabSz="2400069" rtl="0" eaLnBrk="1" latinLnBrk="0" hangingPunct="1">
        <a:defRPr sz="4727" kern="1200">
          <a:solidFill>
            <a:schemeClr val="tx1"/>
          </a:solidFill>
          <a:latin typeface="+mn-lt"/>
          <a:ea typeface="+mn-ea"/>
          <a:cs typeface="+mn-cs"/>
        </a:defRPr>
      </a:lvl6pPr>
      <a:lvl7pPr marL="7200208" algn="l" defTabSz="2400069" rtl="0" eaLnBrk="1" latinLnBrk="0" hangingPunct="1">
        <a:defRPr sz="4727" kern="1200">
          <a:solidFill>
            <a:schemeClr val="tx1"/>
          </a:solidFill>
          <a:latin typeface="+mn-lt"/>
          <a:ea typeface="+mn-ea"/>
          <a:cs typeface="+mn-cs"/>
        </a:defRPr>
      </a:lvl7pPr>
      <a:lvl8pPr marL="8400243" algn="l" defTabSz="2400069" rtl="0" eaLnBrk="1" latinLnBrk="0" hangingPunct="1">
        <a:defRPr sz="4727" kern="1200">
          <a:solidFill>
            <a:schemeClr val="tx1"/>
          </a:solidFill>
          <a:latin typeface="+mn-lt"/>
          <a:ea typeface="+mn-ea"/>
          <a:cs typeface="+mn-cs"/>
        </a:defRPr>
      </a:lvl8pPr>
      <a:lvl9pPr marL="9600277" algn="l" defTabSz="2400069" rtl="0" eaLnBrk="1" latinLnBrk="0" hangingPunct="1">
        <a:defRPr sz="472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sv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3D6DA-701F-7B07-9B8F-0CE9E09C424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70F9A3-336F-9E8D-2B2C-C9F62C0BB30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66449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7AECEAA-D299-2AA3-72E0-A756F1895BCA}"/>
              </a:ext>
            </a:extLst>
          </p:cNvPr>
          <p:cNvCxnSpPr>
            <a:cxnSpLocks/>
          </p:cNvCxnSpPr>
          <p:nvPr/>
        </p:nvCxnSpPr>
        <p:spPr>
          <a:xfrm>
            <a:off x="6730728" y="5593719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BCA2DEEC-F802-6F55-E0DC-F71A258EB7CA}"/>
              </a:ext>
            </a:extLst>
          </p:cNvPr>
          <p:cNvSpPr/>
          <p:nvPr/>
        </p:nvSpPr>
        <p:spPr>
          <a:xfrm>
            <a:off x="11848339" y="4637458"/>
            <a:ext cx="370542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E6140C3-9A96-FFE5-38EC-DF18DB32FF8E}"/>
              </a:ext>
            </a:extLst>
          </p:cNvPr>
          <p:cNvCxnSpPr>
            <a:cxnSpLocks/>
          </p:cNvCxnSpPr>
          <p:nvPr/>
        </p:nvCxnSpPr>
        <p:spPr>
          <a:xfrm>
            <a:off x="10595237" y="5376669"/>
            <a:ext cx="608106" cy="0"/>
          </a:xfrm>
          <a:prstGeom prst="line">
            <a:avLst/>
          </a:prstGeom>
          <a:ln>
            <a:solidFill>
              <a:schemeClr val="tx1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F7F529A3-A53F-4F6E-5C17-69EC27DDC49B}"/>
              </a:ext>
            </a:extLst>
          </p:cNvPr>
          <p:cNvSpPr/>
          <p:nvPr/>
        </p:nvSpPr>
        <p:spPr>
          <a:xfrm>
            <a:off x="11400807" y="5413258"/>
            <a:ext cx="168298" cy="168298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7154E737-58B0-11B1-A1A2-A92B9B0E8CB8}"/>
              </a:ext>
            </a:extLst>
          </p:cNvPr>
          <p:cNvSpPr/>
          <p:nvPr/>
        </p:nvSpPr>
        <p:spPr>
          <a:xfrm>
            <a:off x="6864816" y="5115195"/>
            <a:ext cx="464094" cy="46409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7C2A4D49-0B42-DDA5-8771-6638C8D07EF3}"/>
              </a:ext>
            </a:extLst>
          </p:cNvPr>
          <p:cNvSpPr/>
          <p:nvPr/>
        </p:nvSpPr>
        <p:spPr>
          <a:xfrm>
            <a:off x="11300605" y="5221891"/>
            <a:ext cx="355689" cy="35568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461D11D-8526-AD67-4049-20DF580D67B6}"/>
              </a:ext>
            </a:extLst>
          </p:cNvPr>
          <p:cNvCxnSpPr>
            <a:cxnSpLocks/>
          </p:cNvCxnSpPr>
          <p:nvPr/>
        </p:nvCxnSpPr>
        <p:spPr>
          <a:xfrm flipV="1">
            <a:off x="11468910" y="5225860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D8E7A39-442A-2B10-169D-8A34CB19FF0E}"/>
              </a:ext>
            </a:extLst>
          </p:cNvPr>
          <p:cNvCxnSpPr>
            <a:cxnSpLocks/>
          </p:cNvCxnSpPr>
          <p:nvPr/>
        </p:nvCxnSpPr>
        <p:spPr>
          <a:xfrm rot="-1200000" flipH="1" flipV="1">
            <a:off x="11332818" y="5305776"/>
            <a:ext cx="91839" cy="146292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BDB1ED9C-5D6D-43FC-24ED-161A34DD2E26}"/>
              </a:ext>
            </a:extLst>
          </p:cNvPr>
          <p:cNvCxnSpPr>
            <a:cxnSpLocks/>
          </p:cNvCxnSpPr>
          <p:nvPr/>
        </p:nvCxnSpPr>
        <p:spPr>
          <a:xfrm rot="1200000" flipV="1">
            <a:off x="11573602" y="5270653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>
            <a:extLst>
              <a:ext uri="{FF2B5EF4-FFF2-40B4-BE49-F238E27FC236}">
                <a16:creationId xmlns:a16="http://schemas.microsoft.com/office/drawing/2014/main" id="{FBF2B73F-CE13-6971-D877-E2D07B496034}"/>
              </a:ext>
            </a:extLst>
          </p:cNvPr>
          <p:cNvSpPr/>
          <p:nvPr/>
        </p:nvSpPr>
        <p:spPr>
          <a:xfrm>
            <a:off x="10112786" y="5221891"/>
            <a:ext cx="355689" cy="35568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BA64203D-5EC9-04F0-43AB-E0CA50F0600C}"/>
              </a:ext>
            </a:extLst>
          </p:cNvPr>
          <p:cNvSpPr/>
          <p:nvPr/>
        </p:nvSpPr>
        <p:spPr>
          <a:xfrm>
            <a:off x="6726928" y="4854428"/>
            <a:ext cx="739298" cy="73929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94F12BAF-4185-E558-485C-E502D495B28A}"/>
              </a:ext>
            </a:extLst>
          </p:cNvPr>
          <p:cNvCxnSpPr>
            <a:cxnSpLocks/>
          </p:cNvCxnSpPr>
          <p:nvPr/>
        </p:nvCxnSpPr>
        <p:spPr>
          <a:xfrm flipH="1" flipV="1">
            <a:off x="7080673" y="4870328"/>
            <a:ext cx="4420" cy="233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D065686-8DFF-EF5A-F119-C9C716EA70C0}"/>
              </a:ext>
            </a:extLst>
          </p:cNvPr>
          <p:cNvCxnSpPr>
            <a:cxnSpLocks/>
          </p:cNvCxnSpPr>
          <p:nvPr/>
        </p:nvCxnSpPr>
        <p:spPr>
          <a:xfrm rot="3000000" flipH="1" flipV="1">
            <a:off x="7328710" y="4993793"/>
            <a:ext cx="4420" cy="19799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29035F2C-6C23-B5C6-0D69-6FB5A0397D71}"/>
              </a:ext>
            </a:extLst>
          </p:cNvPr>
          <p:cNvCxnSpPr>
            <a:cxnSpLocks/>
          </p:cNvCxnSpPr>
          <p:nvPr/>
        </p:nvCxnSpPr>
        <p:spPr>
          <a:xfrm rot="-3000000" flipH="1" flipV="1">
            <a:off x="6862609" y="5001746"/>
            <a:ext cx="4420" cy="19799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7C65B5D6-C897-F350-1EDB-D9BBF67D7B72}"/>
              </a:ext>
            </a:extLst>
          </p:cNvPr>
          <p:cNvCxnSpPr>
            <a:cxnSpLocks/>
          </p:cNvCxnSpPr>
          <p:nvPr/>
        </p:nvCxnSpPr>
        <p:spPr>
          <a:xfrm>
            <a:off x="6726921" y="7395184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7B7D6628-3EDF-628E-B420-BBE027E85454}"/>
              </a:ext>
            </a:extLst>
          </p:cNvPr>
          <p:cNvSpPr/>
          <p:nvPr/>
        </p:nvSpPr>
        <p:spPr>
          <a:xfrm>
            <a:off x="11844532" y="6438922"/>
            <a:ext cx="370542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Freeform: Shape 46">
            <a:extLst>
              <a:ext uri="{FF2B5EF4-FFF2-40B4-BE49-F238E27FC236}">
                <a16:creationId xmlns:a16="http://schemas.microsoft.com/office/drawing/2014/main" id="{5CBE8CE8-5A25-FDC1-D251-EE1E9898B5E2}"/>
              </a:ext>
            </a:extLst>
          </p:cNvPr>
          <p:cNvSpPr/>
          <p:nvPr/>
        </p:nvSpPr>
        <p:spPr>
          <a:xfrm>
            <a:off x="8509399" y="6208338"/>
            <a:ext cx="1786965" cy="985828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36E79C62-5369-D850-02A8-09A5B267E020}"/>
              </a:ext>
            </a:extLst>
          </p:cNvPr>
          <p:cNvCxnSpPr>
            <a:cxnSpLocks/>
          </p:cNvCxnSpPr>
          <p:nvPr/>
        </p:nvCxnSpPr>
        <p:spPr>
          <a:xfrm>
            <a:off x="10296357" y="7178133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21C2573-4427-8DA0-59B6-E9F4B26B15B6}"/>
              </a:ext>
            </a:extLst>
          </p:cNvPr>
          <p:cNvCxnSpPr>
            <a:cxnSpLocks/>
          </p:cNvCxnSpPr>
          <p:nvPr/>
        </p:nvCxnSpPr>
        <p:spPr>
          <a:xfrm>
            <a:off x="10595227" y="7082974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4A0A9CC8-596B-C315-256F-CDA583D12442}"/>
              </a:ext>
            </a:extLst>
          </p:cNvPr>
          <p:cNvCxnSpPr>
            <a:cxnSpLocks/>
          </p:cNvCxnSpPr>
          <p:nvPr/>
        </p:nvCxnSpPr>
        <p:spPr>
          <a:xfrm rot="10800000">
            <a:off x="10595227" y="7259979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4EBFA3E5-B7A5-050A-9188-1EC83AE0AD93}"/>
              </a:ext>
            </a:extLst>
          </p:cNvPr>
          <p:cNvCxnSpPr>
            <a:cxnSpLocks/>
            <a:stCxn id="47" idx="0"/>
          </p:cNvCxnSpPr>
          <p:nvPr/>
        </p:nvCxnSpPr>
        <p:spPr>
          <a:xfrm flipH="1" flipV="1">
            <a:off x="7931553" y="7178143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>
            <a:extLst>
              <a:ext uri="{FF2B5EF4-FFF2-40B4-BE49-F238E27FC236}">
                <a16:creationId xmlns:a16="http://schemas.microsoft.com/office/drawing/2014/main" id="{1608BD06-3A3F-EF19-0E82-24F5626CC030}"/>
              </a:ext>
            </a:extLst>
          </p:cNvPr>
          <p:cNvSpPr/>
          <p:nvPr/>
        </p:nvSpPr>
        <p:spPr>
          <a:xfrm>
            <a:off x="11296799" y="7023349"/>
            <a:ext cx="355689" cy="35568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375A2D62-A3B5-31A7-37D5-540752ABEB32}"/>
              </a:ext>
            </a:extLst>
          </p:cNvPr>
          <p:cNvSpPr/>
          <p:nvPr/>
        </p:nvSpPr>
        <p:spPr>
          <a:xfrm>
            <a:off x="10108980" y="7023349"/>
            <a:ext cx="355689" cy="35568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FF5BA909-3FAF-EEC1-1A56-D0B80923A0BF}"/>
              </a:ext>
            </a:extLst>
          </p:cNvPr>
          <p:cNvSpPr/>
          <p:nvPr/>
        </p:nvSpPr>
        <p:spPr>
          <a:xfrm>
            <a:off x="7565498" y="7023349"/>
            <a:ext cx="355689" cy="35568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73EA0F32-4727-4738-3032-CD06D3FC5F58}"/>
              </a:ext>
            </a:extLst>
          </p:cNvPr>
          <p:cNvSpPr/>
          <p:nvPr/>
        </p:nvSpPr>
        <p:spPr>
          <a:xfrm>
            <a:off x="6723121" y="6655886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610236EF-0218-9603-D098-A65AA623B3D6}"/>
              </a:ext>
            </a:extLst>
          </p:cNvPr>
          <p:cNvCxnSpPr>
            <a:cxnSpLocks/>
          </p:cNvCxnSpPr>
          <p:nvPr/>
        </p:nvCxnSpPr>
        <p:spPr>
          <a:xfrm>
            <a:off x="917893" y="5593719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Rectangle 85">
            <a:extLst>
              <a:ext uri="{FF2B5EF4-FFF2-40B4-BE49-F238E27FC236}">
                <a16:creationId xmlns:a16="http://schemas.microsoft.com/office/drawing/2014/main" id="{05B2E6A4-9004-149C-3858-7D95375C44DB}"/>
              </a:ext>
            </a:extLst>
          </p:cNvPr>
          <p:cNvSpPr/>
          <p:nvPr/>
        </p:nvSpPr>
        <p:spPr>
          <a:xfrm>
            <a:off x="3419875" y="4637458"/>
            <a:ext cx="370542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4068966E-740A-56E2-DD5F-C36FDA3DFF3C}"/>
              </a:ext>
            </a:extLst>
          </p:cNvPr>
          <p:cNvCxnSpPr>
            <a:cxnSpLocks/>
          </p:cNvCxnSpPr>
          <p:nvPr/>
        </p:nvCxnSpPr>
        <p:spPr>
          <a:xfrm>
            <a:off x="4782408" y="5376669"/>
            <a:ext cx="608106" cy="0"/>
          </a:xfrm>
          <a:prstGeom prst="line">
            <a:avLst/>
          </a:prstGeom>
          <a:ln>
            <a:solidFill>
              <a:schemeClr val="tx1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Oval 87">
            <a:extLst>
              <a:ext uri="{FF2B5EF4-FFF2-40B4-BE49-F238E27FC236}">
                <a16:creationId xmlns:a16="http://schemas.microsoft.com/office/drawing/2014/main" id="{3CD01706-6939-1088-CF3A-A2AC45B85E7A}"/>
              </a:ext>
            </a:extLst>
          </p:cNvPr>
          <p:cNvSpPr/>
          <p:nvPr/>
        </p:nvSpPr>
        <p:spPr>
          <a:xfrm>
            <a:off x="5587965" y="5413258"/>
            <a:ext cx="168298" cy="168298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201F174A-8EE9-A315-9F39-BB5D2DC31C90}"/>
              </a:ext>
            </a:extLst>
          </p:cNvPr>
          <p:cNvSpPr/>
          <p:nvPr/>
        </p:nvSpPr>
        <p:spPr>
          <a:xfrm>
            <a:off x="1051988" y="5115195"/>
            <a:ext cx="464094" cy="46409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EFE43E12-90A0-58FA-F757-45677565F50C}"/>
              </a:ext>
            </a:extLst>
          </p:cNvPr>
          <p:cNvSpPr/>
          <p:nvPr/>
        </p:nvSpPr>
        <p:spPr>
          <a:xfrm>
            <a:off x="5487770" y="5221891"/>
            <a:ext cx="355689" cy="35568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8E1BF94F-28EA-6AB2-6D04-DE55BA8E783F}"/>
              </a:ext>
            </a:extLst>
          </p:cNvPr>
          <p:cNvCxnSpPr>
            <a:cxnSpLocks/>
          </p:cNvCxnSpPr>
          <p:nvPr/>
        </p:nvCxnSpPr>
        <p:spPr>
          <a:xfrm flipV="1">
            <a:off x="5656068" y="5225860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F225C6D4-64C1-12C7-4198-C627FBBE4092}"/>
              </a:ext>
            </a:extLst>
          </p:cNvPr>
          <p:cNvCxnSpPr>
            <a:cxnSpLocks/>
          </p:cNvCxnSpPr>
          <p:nvPr/>
        </p:nvCxnSpPr>
        <p:spPr>
          <a:xfrm rot="-1200000" flipH="1" flipV="1">
            <a:off x="5519983" y="5305776"/>
            <a:ext cx="91839" cy="146292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4512E185-10EB-7E77-3B37-0B76ACEA57C4}"/>
              </a:ext>
            </a:extLst>
          </p:cNvPr>
          <p:cNvCxnSpPr>
            <a:cxnSpLocks/>
          </p:cNvCxnSpPr>
          <p:nvPr/>
        </p:nvCxnSpPr>
        <p:spPr>
          <a:xfrm rot="1200000" flipV="1">
            <a:off x="5760766" y="5270653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Oval 93">
            <a:extLst>
              <a:ext uri="{FF2B5EF4-FFF2-40B4-BE49-F238E27FC236}">
                <a16:creationId xmlns:a16="http://schemas.microsoft.com/office/drawing/2014/main" id="{5DB42F32-4ADB-7DD7-15E6-79E8C41A3B92}"/>
              </a:ext>
            </a:extLst>
          </p:cNvPr>
          <p:cNvSpPr/>
          <p:nvPr/>
        </p:nvSpPr>
        <p:spPr>
          <a:xfrm>
            <a:off x="4299944" y="5221891"/>
            <a:ext cx="355689" cy="35568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EB2D48DB-9299-21CB-A0A7-A4ACAD24E892}"/>
              </a:ext>
            </a:extLst>
          </p:cNvPr>
          <p:cNvSpPr/>
          <p:nvPr/>
        </p:nvSpPr>
        <p:spPr>
          <a:xfrm>
            <a:off x="914092" y="4854428"/>
            <a:ext cx="739298" cy="73929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38AD168F-DFA9-AFBB-9661-709361AF04D5}"/>
              </a:ext>
            </a:extLst>
          </p:cNvPr>
          <p:cNvCxnSpPr>
            <a:cxnSpLocks/>
          </p:cNvCxnSpPr>
          <p:nvPr/>
        </p:nvCxnSpPr>
        <p:spPr>
          <a:xfrm flipH="1" flipV="1">
            <a:off x="1267831" y="4870328"/>
            <a:ext cx="4420" cy="233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3C511BA6-6A03-C964-81D8-5FC927DD096C}"/>
              </a:ext>
            </a:extLst>
          </p:cNvPr>
          <p:cNvCxnSpPr>
            <a:cxnSpLocks/>
          </p:cNvCxnSpPr>
          <p:nvPr/>
        </p:nvCxnSpPr>
        <p:spPr>
          <a:xfrm rot="3000000" flipH="1" flipV="1">
            <a:off x="1515882" y="4993793"/>
            <a:ext cx="4420" cy="19799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980A1E94-76A9-3C5E-165B-5338DE275A47}"/>
              </a:ext>
            </a:extLst>
          </p:cNvPr>
          <p:cNvCxnSpPr>
            <a:cxnSpLocks/>
          </p:cNvCxnSpPr>
          <p:nvPr/>
        </p:nvCxnSpPr>
        <p:spPr>
          <a:xfrm rot="-3000000" flipH="1" flipV="1">
            <a:off x="1049767" y="5001746"/>
            <a:ext cx="4420" cy="19799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91DA6CE6-A6DF-1536-B78D-1C8663906CD2}"/>
              </a:ext>
            </a:extLst>
          </p:cNvPr>
          <p:cNvCxnSpPr>
            <a:cxnSpLocks/>
          </p:cNvCxnSpPr>
          <p:nvPr/>
        </p:nvCxnSpPr>
        <p:spPr>
          <a:xfrm>
            <a:off x="914086" y="7395184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B9F528E5-6751-86E9-2F22-CE760371FA96}"/>
              </a:ext>
            </a:extLst>
          </p:cNvPr>
          <p:cNvSpPr/>
          <p:nvPr/>
        </p:nvSpPr>
        <p:spPr>
          <a:xfrm>
            <a:off x="3416068" y="6438922"/>
            <a:ext cx="370542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Freeform: Shape 100">
            <a:extLst>
              <a:ext uri="{FF2B5EF4-FFF2-40B4-BE49-F238E27FC236}">
                <a16:creationId xmlns:a16="http://schemas.microsoft.com/office/drawing/2014/main" id="{5A4FC2DB-D1F5-8BD9-952C-03FDC5CCD312}"/>
              </a:ext>
            </a:extLst>
          </p:cNvPr>
          <p:cNvSpPr/>
          <p:nvPr/>
        </p:nvSpPr>
        <p:spPr>
          <a:xfrm>
            <a:off x="2696557" y="6208338"/>
            <a:ext cx="1786965" cy="985828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026A6E54-C179-F228-27EF-DFF4DD9FCABC}"/>
              </a:ext>
            </a:extLst>
          </p:cNvPr>
          <p:cNvCxnSpPr>
            <a:cxnSpLocks/>
          </p:cNvCxnSpPr>
          <p:nvPr/>
        </p:nvCxnSpPr>
        <p:spPr>
          <a:xfrm>
            <a:off x="4483515" y="7178133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670311EE-8E02-B76F-FD6F-EBF32B925692}"/>
              </a:ext>
            </a:extLst>
          </p:cNvPr>
          <p:cNvCxnSpPr>
            <a:cxnSpLocks/>
          </p:cNvCxnSpPr>
          <p:nvPr/>
        </p:nvCxnSpPr>
        <p:spPr>
          <a:xfrm>
            <a:off x="4782392" y="7082974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68B2D73D-A907-80DF-CFD3-B3FC8C42A256}"/>
              </a:ext>
            </a:extLst>
          </p:cNvPr>
          <p:cNvCxnSpPr>
            <a:cxnSpLocks/>
          </p:cNvCxnSpPr>
          <p:nvPr/>
        </p:nvCxnSpPr>
        <p:spPr>
          <a:xfrm rot="10800000">
            <a:off x="4782392" y="7259979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CFB0377E-A0AA-522D-1724-513C2C57B22C}"/>
              </a:ext>
            </a:extLst>
          </p:cNvPr>
          <p:cNvCxnSpPr>
            <a:cxnSpLocks/>
            <a:stCxn id="101" idx="0"/>
          </p:cNvCxnSpPr>
          <p:nvPr/>
        </p:nvCxnSpPr>
        <p:spPr>
          <a:xfrm flipH="1" flipV="1">
            <a:off x="2118711" y="7178143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Oval 105">
            <a:extLst>
              <a:ext uri="{FF2B5EF4-FFF2-40B4-BE49-F238E27FC236}">
                <a16:creationId xmlns:a16="http://schemas.microsoft.com/office/drawing/2014/main" id="{75332DAF-A584-A78B-DBF0-8F5597920C90}"/>
              </a:ext>
            </a:extLst>
          </p:cNvPr>
          <p:cNvSpPr/>
          <p:nvPr/>
        </p:nvSpPr>
        <p:spPr>
          <a:xfrm>
            <a:off x="5483963" y="7023349"/>
            <a:ext cx="355689" cy="35568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Oval 106">
            <a:extLst>
              <a:ext uri="{FF2B5EF4-FFF2-40B4-BE49-F238E27FC236}">
                <a16:creationId xmlns:a16="http://schemas.microsoft.com/office/drawing/2014/main" id="{5A581177-D5E1-E13E-F30F-729A02F83DF6}"/>
              </a:ext>
            </a:extLst>
          </p:cNvPr>
          <p:cNvSpPr/>
          <p:nvPr/>
        </p:nvSpPr>
        <p:spPr>
          <a:xfrm>
            <a:off x="4296138" y="7023349"/>
            <a:ext cx="355689" cy="35568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Oval 107">
            <a:extLst>
              <a:ext uri="{FF2B5EF4-FFF2-40B4-BE49-F238E27FC236}">
                <a16:creationId xmlns:a16="http://schemas.microsoft.com/office/drawing/2014/main" id="{57C0AE97-0A18-6241-7E2C-0288DE87B626}"/>
              </a:ext>
            </a:extLst>
          </p:cNvPr>
          <p:cNvSpPr/>
          <p:nvPr/>
        </p:nvSpPr>
        <p:spPr>
          <a:xfrm>
            <a:off x="1752655" y="7023349"/>
            <a:ext cx="355689" cy="35568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Oval 108">
            <a:extLst>
              <a:ext uri="{FF2B5EF4-FFF2-40B4-BE49-F238E27FC236}">
                <a16:creationId xmlns:a16="http://schemas.microsoft.com/office/drawing/2014/main" id="{80C1FD9B-217B-9075-FD4A-E69DA83B1387}"/>
              </a:ext>
            </a:extLst>
          </p:cNvPr>
          <p:cNvSpPr/>
          <p:nvPr/>
        </p:nvSpPr>
        <p:spPr>
          <a:xfrm>
            <a:off x="910286" y="6655886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7E76B13C-ACCF-A949-5BD8-8990B1E99D4D}"/>
              </a:ext>
            </a:extLst>
          </p:cNvPr>
          <p:cNvCxnSpPr>
            <a:cxnSpLocks/>
          </p:cNvCxnSpPr>
          <p:nvPr/>
        </p:nvCxnSpPr>
        <p:spPr>
          <a:xfrm>
            <a:off x="927857" y="11301689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CD5A0544-1A44-364C-C315-50AFBAC10AE9}"/>
              </a:ext>
            </a:extLst>
          </p:cNvPr>
          <p:cNvSpPr/>
          <p:nvPr/>
        </p:nvSpPr>
        <p:spPr>
          <a:xfrm>
            <a:off x="2710329" y="10114844"/>
            <a:ext cx="1786965" cy="985828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F659367E-0BC2-DB43-8FD1-533B2F94F1B3}"/>
              </a:ext>
            </a:extLst>
          </p:cNvPr>
          <p:cNvCxnSpPr>
            <a:cxnSpLocks/>
          </p:cNvCxnSpPr>
          <p:nvPr/>
        </p:nvCxnSpPr>
        <p:spPr>
          <a:xfrm>
            <a:off x="4497287" y="11084638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B0FE3F9C-DFFC-4D0D-1673-AD480D3E81E1}"/>
              </a:ext>
            </a:extLst>
          </p:cNvPr>
          <p:cNvCxnSpPr>
            <a:cxnSpLocks/>
          </p:cNvCxnSpPr>
          <p:nvPr/>
        </p:nvCxnSpPr>
        <p:spPr>
          <a:xfrm>
            <a:off x="4796163" y="10989480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A7594382-C5D4-C9B1-3BCF-BE0DA3AD55BF}"/>
              </a:ext>
            </a:extLst>
          </p:cNvPr>
          <p:cNvCxnSpPr>
            <a:cxnSpLocks/>
          </p:cNvCxnSpPr>
          <p:nvPr/>
        </p:nvCxnSpPr>
        <p:spPr>
          <a:xfrm rot="10800000">
            <a:off x="4796163" y="11166484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70F13F1D-7404-A974-1260-727042E80EE5}"/>
              </a:ext>
            </a:extLst>
          </p:cNvPr>
          <p:cNvCxnSpPr>
            <a:cxnSpLocks/>
            <a:stCxn id="112" idx="0"/>
          </p:cNvCxnSpPr>
          <p:nvPr/>
        </p:nvCxnSpPr>
        <p:spPr>
          <a:xfrm flipH="1" flipV="1">
            <a:off x="2132482" y="11084649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Oval 116">
            <a:extLst>
              <a:ext uri="{FF2B5EF4-FFF2-40B4-BE49-F238E27FC236}">
                <a16:creationId xmlns:a16="http://schemas.microsoft.com/office/drawing/2014/main" id="{D583EBC0-221F-3AB9-5444-FB1972C13128}"/>
              </a:ext>
            </a:extLst>
          </p:cNvPr>
          <p:cNvSpPr/>
          <p:nvPr/>
        </p:nvSpPr>
        <p:spPr>
          <a:xfrm>
            <a:off x="5497734" y="10929854"/>
            <a:ext cx="355689" cy="35568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Oval 118">
            <a:extLst>
              <a:ext uri="{FF2B5EF4-FFF2-40B4-BE49-F238E27FC236}">
                <a16:creationId xmlns:a16="http://schemas.microsoft.com/office/drawing/2014/main" id="{5024483F-B313-0DA3-9973-2487225BD912}"/>
              </a:ext>
            </a:extLst>
          </p:cNvPr>
          <p:cNvSpPr/>
          <p:nvPr/>
        </p:nvSpPr>
        <p:spPr>
          <a:xfrm>
            <a:off x="1766427" y="10929854"/>
            <a:ext cx="355689" cy="35568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97378F1D-FC0A-6127-F99A-45D2A7C73596}"/>
              </a:ext>
            </a:extLst>
          </p:cNvPr>
          <p:cNvSpPr/>
          <p:nvPr/>
        </p:nvSpPr>
        <p:spPr>
          <a:xfrm>
            <a:off x="924057" y="10562391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663FC03D-CB51-448E-C480-23EC2145EBB6}"/>
              </a:ext>
            </a:extLst>
          </p:cNvPr>
          <p:cNvCxnSpPr>
            <a:cxnSpLocks/>
          </p:cNvCxnSpPr>
          <p:nvPr/>
        </p:nvCxnSpPr>
        <p:spPr>
          <a:xfrm>
            <a:off x="927857" y="9311520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7" name="Oval 126">
            <a:extLst>
              <a:ext uri="{FF2B5EF4-FFF2-40B4-BE49-F238E27FC236}">
                <a16:creationId xmlns:a16="http://schemas.microsoft.com/office/drawing/2014/main" id="{D1430A90-AC5E-7A52-E62F-6834F53768D0}"/>
              </a:ext>
            </a:extLst>
          </p:cNvPr>
          <p:cNvSpPr/>
          <p:nvPr/>
        </p:nvSpPr>
        <p:spPr>
          <a:xfrm>
            <a:off x="5497734" y="8939685"/>
            <a:ext cx="355689" cy="35568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Oval 128">
            <a:extLst>
              <a:ext uri="{FF2B5EF4-FFF2-40B4-BE49-F238E27FC236}">
                <a16:creationId xmlns:a16="http://schemas.microsoft.com/office/drawing/2014/main" id="{B8D6B9ED-2DEB-BF31-4CC6-123BED45A954}"/>
              </a:ext>
            </a:extLst>
          </p:cNvPr>
          <p:cNvSpPr/>
          <p:nvPr/>
        </p:nvSpPr>
        <p:spPr>
          <a:xfrm>
            <a:off x="1766427" y="8939685"/>
            <a:ext cx="355689" cy="35568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Oval 129">
            <a:extLst>
              <a:ext uri="{FF2B5EF4-FFF2-40B4-BE49-F238E27FC236}">
                <a16:creationId xmlns:a16="http://schemas.microsoft.com/office/drawing/2014/main" id="{D3093D28-F6BE-444A-2925-10DDB67709A4}"/>
              </a:ext>
            </a:extLst>
          </p:cNvPr>
          <p:cNvSpPr/>
          <p:nvPr/>
        </p:nvSpPr>
        <p:spPr>
          <a:xfrm>
            <a:off x="924057" y="8572229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94074212-E083-C79C-BF3F-8483EA55AF91}"/>
              </a:ext>
            </a:extLst>
          </p:cNvPr>
          <p:cNvCxnSpPr>
            <a:cxnSpLocks/>
          </p:cNvCxnSpPr>
          <p:nvPr/>
        </p:nvCxnSpPr>
        <p:spPr>
          <a:xfrm flipH="1">
            <a:off x="2245098" y="9117523"/>
            <a:ext cx="314362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D910A694-0452-D890-2298-46E93A3FA6E6}"/>
              </a:ext>
            </a:extLst>
          </p:cNvPr>
          <p:cNvSpPr txBox="1"/>
          <p:nvPr/>
        </p:nvSpPr>
        <p:spPr>
          <a:xfrm>
            <a:off x="1266858" y="2027317"/>
            <a:ext cx="512832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Condition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B3B3412-5331-59CE-2C13-AFEA26D1924A}"/>
              </a:ext>
            </a:extLst>
          </p:cNvPr>
          <p:cNvSpPr txBox="1"/>
          <p:nvPr/>
        </p:nvSpPr>
        <p:spPr>
          <a:xfrm>
            <a:off x="7215492" y="2023683"/>
            <a:ext cx="393248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Control Condition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F268A1A-8883-D15F-EB50-0E4CEED89FE8}"/>
              </a:ext>
            </a:extLst>
          </p:cNvPr>
          <p:cNvSpPr txBox="1"/>
          <p:nvPr/>
        </p:nvSpPr>
        <p:spPr>
          <a:xfrm>
            <a:off x="1184872" y="2585770"/>
            <a:ext cx="548477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Constrained Action Event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038E604-13BB-CDAB-4266-50D9A6AB224B}"/>
              </a:ext>
            </a:extLst>
          </p:cNvPr>
          <p:cNvSpPr txBox="1"/>
          <p:nvPr/>
        </p:nvSpPr>
        <p:spPr>
          <a:xfrm>
            <a:off x="6847000" y="2580990"/>
            <a:ext cx="599773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Unconstrained Action Event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5D44FB4-E070-8EC4-5821-BF1A141D571D}"/>
              </a:ext>
            </a:extLst>
          </p:cNvPr>
          <p:cNvSpPr txBox="1"/>
          <p:nvPr/>
        </p:nvSpPr>
        <p:spPr>
          <a:xfrm>
            <a:off x="15349576" y="-46051"/>
            <a:ext cx="995022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Paradigms Underlying the Five Target Findings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3F888E5-1EEF-20D6-EDBB-ADA88381C5C8}"/>
              </a:ext>
            </a:extLst>
          </p:cNvPr>
          <p:cNvSpPr txBox="1"/>
          <p:nvPr/>
        </p:nvSpPr>
        <p:spPr>
          <a:xfrm>
            <a:off x="1583208" y="826894"/>
            <a:ext cx="10021590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Target Finding 1: 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Selective Longer Looking to Inefficient Actions</a:t>
            </a:r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3D057A84-EBBF-6876-48ED-6A6536F54FEE}"/>
              </a:ext>
            </a:extLst>
          </p:cNvPr>
          <p:cNvCxnSpPr>
            <a:cxnSpLocks/>
          </p:cNvCxnSpPr>
          <p:nvPr/>
        </p:nvCxnSpPr>
        <p:spPr>
          <a:xfrm>
            <a:off x="19341607" y="5652172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7" name="Rectangle 66">
            <a:extLst>
              <a:ext uri="{FF2B5EF4-FFF2-40B4-BE49-F238E27FC236}">
                <a16:creationId xmlns:a16="http://schemas.microsoft.com/office/drawing/2014/main" id="{2FDE2742-B6C5-9A39-3F9E-D44979502174}"/>
              </a:ext>
            </a:extLst>
          </p:cNvPr>
          <p:cNvSpPr/>
          <p:nvPr/>
        </p:nvSpPr>
        <p:spPr>
          <a:xfrm>
            <a:off x="24459217" y="4695910"/>
            <a:ext cx="370542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F3121D8D-F09F-F643-AA03-F0DA7F7F322D}"/>
              </a:ext>
            </a:extLst>
          </p:cNvPr>
          <p:cNvCxnSpPr>
            <a:cxnSpLocks/>
          </p:cNvCxnSpPr>
          <p:nvPr/>
        </p:nvCxnSpPr>
        <p:spPr>
          <a:xfrm>
            <a:off x="23206123" y="5435115"/>
            <a:ext cx="608106" cy="0"/>
          </a:xfrm>
          <a:prstGeom prst="line">
            <a:avLst/>
          </a:prstGeom>
          <a:ln>
            <a:solidFill>
              <a:schemeClr val="tx1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>
            <a:extLst>
              <a:ext uri="{FF2B5EF4-FFF2-40B4-BE49-F238E27FC236}">
                <a16:creationId xmlns:a16="http://schemas.microsoft.com/office/drawing/2014/main" id="{234D586E-5209-2693-2BAF-8D1D12A86A88}"/>
              </a:ext>
            </a:extLst>
          </p:cNvPr>
          <p:cNvSpPr/>
          <p:nvPr/>
        </p:nvSpPr>
        <p:spPr>
          <a:xfrm>
            <a:off x="22723665" y="5280337"/>
            <a:ext cx="355689" cy="35568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C642AA98-8D33-0C5A-2CA5-1FE42C01FC58}"/>
              </a:ext>
            </a:extLst>
          </p:cNvPr>
          <p:cNvCxnSpPr>
            <a:cxnSpLocks/>
          </p:cNvCxnSpPr>
          <p:nvPr/>
        </p:nvCxnSpPr>
        <p:spPr>
          <a:xfrm>
            <a:off x="19337800" y="7453630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1" name="Rectangle 80">
            <a:extLst>
              <a:ext uri="{FF2B5EF4-FFF2-40B4-BE49-F238E27FC236}">
                <a16:creationId xmlns:a16="http://schemas.microsoft.com/office/drawing/2014/main" id="{31404B3A-DB6E-0421-F38B-A2EB03C58D9A}"/>
              </a:ext>
            </a:extLst>
          </p:cNvPr>
          <p:cNvSpPr/>
          <p:nvPr/>
        </p:nvSpPr>
        <p:spPr>
          <a:xfrm>
            <a:off x="24455411" y="6497368"/>
            <a:ext cx="370542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74482F6E-0F53-C081-6951-EEE33FC970A1}"/>
              </a:ext>
            </a:extLst>
          </p:cNvPr>
          <p:cNvSpPr/>
          <p:nvPr/>
        </p:nvSpPr>
        <p:spPr>
          <a:xfrm>
            <a:off x="21120278" y="6266784"/>
            <a:ext cx="1786965" cy="985828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50BDA6E0-10FB-6414-36BE-D82949F5E963}"/>
              </a:ext>
            </a:extLst>
          </p:cNvPr>
          <p:cNvCxnSpPr>
            <a:cxnSpLocks/>
          </p:cNvCxnSpPr>
          <p:nvPr/>
        </p:nvCxnSpPr>
        <p:spPr>
          <a:xfrm>
            <a:off x="22907236" y="7236579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2171ED95-20C8-7ECA-23E9-01A724B703B6}"/>
              </a:ext>
            </a:extLst>
          </p:cNvPr>
          <p:cNvCxnSpPr>
            <a:cxnSpLocks/>
            <a:stCxn id="82" idx="0"/>
          </p:cNvCxnSpPr>
          <p:nvPr/>
        </p:nvCxnSpPr>
        <p:spPr>
          <a:xfrm flipH="1" flipV="1">
            <a:off x="20542432" y="7236589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Oval 121">
            <a:extLst>
              <a:ext uri="{FF2B5EF4-FFF2-40B4-BE49-F238E27FC236}">
                <a16:creationId xmlns:a16="http://schemas.microsoft.com/office/drawing/2014/main" id="{B8F70C28-B29B-41A1-6C1F-90BA9AB3DBC5}"/>
              </a:ext>
            </a:extLst>
          </p:cNvPr>
          <p:cNvSpPr/>
          <p:nvPr/>
        </p:nvSpPr>
        <p:spPr>
          <a:xfrm>
            <a:off x="23907677" y="7081794"/>
            <a:ext cx="355689" cy="35568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Oval 122">
            <a:extLst>
              <a:ext uri="{FF2B5EF4-FFF2-40B4-BE49-F238E27FC236}">
                <a16:creationId xmlns:a16="http://schemas.microsoft.com/office/drawing/2014/main" id="{F70F9A9C-059F-B6FC-CD39-0BD4F41F7743}"/>
              </a:ext>
            </a:extLst>
          </p:cNvPr>
          <p:cNvSpPr/>
          <p:nvPr/>
        </p:nvSpPr>
        <p:spPr>
          <a:xfrm>
            <a:off x="22719859" y="7081794"/>
            <a:ext cx="355689" cy="35568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Oval 123">
            <a:extLst>
              <a:ext uri="{FF2B5EF4-FFF2-40B4-BE49-F238E27FC236}">
                <a16:creationId xmlns:a16="http://schemas.microsoft.com/office/drawing/2014/main" id="{D52F7FA9-3ADC-6D14-5100-405A14C04959}"/>
              </a:ext>
            </a:extLst>
          </p:cNvPr>
          <p:cNvSpPr/>
          <p:nvPr/>
        </p:nvSpPr>
        <p:spPr>
          <a:xfrm>
            <a:off x="20176376" y="7081794"/>
            <a:ext cx="355689" cy="35568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Oval 124">
            <a:extLst>
              <a:ext uri="{FF2B5EF4-FFF2-40B4-BE49-F238E27FC236}">
                <a16:creationId xmlns:a16="http://schemas.microsoft.com/office/drawing/2014/main" id="{F5F86ED4-7FD5-5BE7-7450-CBEEC772F97B}"/>
              </a:ext>
            </a:extLst>
          </p:cNvPr>
          <p:cNvSpPr/>
          <p:nvPr/>
        </p:nvSpPr>
        <p:spPr>
          <a:xfrm>
            <a:off x="19334000" y="6714339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116D10A9-35DC-56A0-E794-95700D8E4D08}"/>
              </a:ext>
            </a:extLst>
          </p:cNvPr>
          <p:cNvCxnSpPr>
            <a:cxnSpLocks/>
          </p:cNvCxnSpPr>
          <p:nvPr/>
        </p:nvCxnSpPr>
        <p:spPr>
          <a:xfrm>
            <a:off x="13528771" y="5652172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8" name="Rectangle 127">
            <a:extLst>
              <a:ext uri="{FF2B5EF4-FFF2-40B4-BE49-F238E27FC236}">
                <a16:creationId xmlns:a16="http://schemas.microsoft.com/office/drawing/2014/main" id="{3AB85B92-4BDD-9D0F-306E-E36314C89391}"/>
              </a:ext>
            </a:extLst>
          </p:cNvPr>
          <p:cNvSpPr/>
          <p:nvPr/>
        </p:nvSpPr>
        <p:spPr>
          <a:xfrm>
            <a:off x="16030754" y="4695910"/>
            <a:ext cx="370542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84F934BA-4C2A-6C16-AD42-685C31B452E5}"/>
              </a:ext>
            </a:extLst>
          </p:cNvPr>
          <p:cNvCxnSpPr>
            <a:cxnSpLocks/>
          </p:cNvCxnSpPr>
          <p:nvPr/>
        </p:nvCxnSpPr>
        <p:spPr>
          <a:xfrm>
            <a:off x="17393280" y="5435115"/>
            <a:ext cx="608106" cy="0"/>
          </a:xfrm>
          <a:prstGeom prst="line">
            <a:avLst/>
          </a:prstGeom>
          <a:ln>
            <a:solidFill>
              <a:schemeClr val="tx1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Oval 138">
            <a:extLst>
              <a:ext uri="{FF2B5EF4-FFF2-40B4-BE49-F238E27FC236}">
                <a16:creationId xmlns:a16="http://schemas.microsoft.com/office/drawing/2014/main" id="{E7305ACB-27DF-6560-0EB7-073F0CFACB8D}"/>
              </a:ext>
            </a:extLst>
          </p:cNvPr>
          <p:cNvSpPr/>
          <p:nvPr/>
        </p:nvSpPr>
        <p:spPr>
          <a:xfrm>
            <a:off x="16910830" y="5280337"/>
            <a:ext cx="355689" cy="35568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984A4B3B-1708-C3DC-7334-5C25372C76D7}"/>
              </a:ext>
            </a:extLst>
          </p:cNvPr>
          <p:cNvCxnSpPr>
            <a:cxnSpLocks/>
          </p:cNvCxnSpPr>
          <p:nvPr/>
        </p:nvCxnSpPr>
        <p:spPr>
          <a:xfrm>
            <a:off x="13524965" y="7453630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5" name="Rectangle 144">
            <a:extLst>
              <a:ext uri="{FF2B5EF4-FFF2-40B4-BE49-F238E27FC236}">
                <a16:creationId xmlns:a16="http://schemas.microsoft.com/office/drawing/2014/main" id="{1E7F1A34-F3E4-C58D-3654-E059DEF03945}"/>
              </a:ext>
            </a:extLst>
          </p:cNvPr>
          <p:cNvSpPr/>
          <p:nvPr/>
        </p:nvSpPr>
        <p:spPr>
          <a:xfrm>
            <a:off x="16026954" y="6497368"/>
            <a:ext cx="370542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6" name="Freeform: Shape 145">
            <a:extLst>
              <a:ext uri="{FF2B5EF4-FFF2-40B4-BE49-F238E27FC236}">
                <a16:creationId xmlns:a16="http://schemas.microsoft.com/office/drawing/2014/main" id="{1B8919A6-5529-70C3-B922-74FEDE71F3EB}"/>
              </a:ext>
            </a:extLst>
          </p:cNvPr>
          <p:cNvSpPr/>
          <p:nvPr/>
        </p:nvSpPr>
        <p:spPr>
          <a:xfrm>
            <a:off x="15307436" y="6266784"/>
            <a:ext cx="1786965" cy="985828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99BEC867-5264-6458-A26D-F7765D22D509}"/>
              </a:ext>
            </a:extLst>
          </p:cNvPr>
          <p:cNvCxnSpPr>
            <a:cxnSpLocks/>
          </p:cNvCxnSpPr>
          <p:nvPr/>
        </p:nvCxnSpPr>
        <p:spPr>
          <a:xfrm>
            <a:off x="17094394" y="7236579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4A524302-0595-9245-091E-9C009C7151CA}"/>
              </a:ext>
            </a:extLst>
          </p:cNvPr>
          <p:cNvCxnSpPr>
            <a:cxnSpLocks/>
            <a:stCxn id="146" idx="0"/>
          </p:cNvCxnSpPr>
          <p:nvPr/>
        </p:nvCxnSpPr>
        <p:spPr>
          <a:xfrm flipH="1" flipV="1">
            <a:off x="14729590" y="7236589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Oval 150">
            <a:extLst>
              <a:ext uri="{FF2B5EF4-FFF2-40B4-BE49-F238E27FC236}">
                <a16:creationId xmlns:a16="http://schemas.microsoft.com/office/drawing/2014/main" id="{3CECB18C-C12A-327B-88BA-64AC20DEC2CF}"/>
              </a:ext>
            </a:extLst>
          </p:cNvPr>
          <p:cNvSpPr/>
          <p:nvPr/>
        </p:nvSpPr>
        <p:spPr>
          <a:xfrm>
            <a:off x="18094842" y="7081794"/>
            <a:ext cx="355689" cy="35568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2" name="Oval 151">
            <a:extLst>
              <a:ext uri="{FF2B5EF4-FFF2-40B4-BE49-F238E27FC236}">
                <a16:creationId xmlns:a16="http://schemas.microsoft.com/office/drawing/2014/main" id="{769C8F7E-8F67-2DD8-AF9F-649B91A73EA1}"/>
              </a:ext>
            </a:extLst>
          </p:cNvPr>
          <p:cNvSpPr/>
          <p:nvPr/>
        </p:nvSpPr>
        <p:spPr>
          <a:xfrm>
            <a:off x="16907023" y="7081794"/>
            <a:ext cx="355689" cy="35568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Oval 152">
            <a:extLst>
              <a:ext uri="{FF2B5EF4-FFF2-40B4-BE49-F238E27FC236}">
                <a16:creationId xmlns:a16="http://schemas.microsoft.com/office/drawing/2014/main" id="{10237503-8A35-54A6-5208-B8A9CA7C2EDC}"/>
              </a:ext>
            </a:extLst>
          </p:cNvPr>
          <p:cNvSpPr/>
          <p:nvPr/>
        </p:nvSpPr>
        <p:spPr>
          <a:xfrm>
            <a:off x="14363534" y="7081794"/>
            <a:ext cx="355689" cy="35568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4" name="Oval 153">
            <a:extLst>
              <a:ext uri="{FF2B5EF4-FFF2-40B4-BE49-F238E27FC236}">
                <a16:creationId xmlns:a16="http://schemas.microsoft.com/office/drawing/2014/main" id="{33B0DE4C-F494-707C-5A7D-A8C7072DE63B}"/>
              </a:ext>
            </a:extLst>
          </p:cNvPr>
          <p:cNvSpPr/>
          <p:nvPr/>
        </p:nvSpPr>
        <p:spPr>
          <a:xfrm>
            <a:off x="13521164" y="6714339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7A06A7FE-840A-3844-BCAF-7090CABE0F96}"/>
              </a:ext>
            </a:extLst>
          </p:cNvPr>
          <p:cNvCxnSpPr>
            <a:cxnSpLocks/>
          </p:cNvCxnSpPr>
          <p:nvPr/>
        </p:nvCxnSpPr>
        <p:spPr>
          <a:xfrm>
            <a:off x="13556930" y="11646261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6" name="Freeform: Shape 155">
            <a:extLst>
              <a:ext uri="{FF2B5EF4-FFF2-40B4-BE49-F238E27FC236}">
                <a16:creationId xmlns:a16="http://schemas.microsoft.com/office/drawing/2014/main" id="{4026DCB8-EC68-B67C-0518-F42E1BB8884B}"/>
              </a:ext>
            </a:extLst>
          </p:cNvPr>
          <p:cNvSpPr/>
          <p:nvPr/>
        </p:nvSpPr>
        <p:spPr>
          <a:xfrm>
            <a:off x="15339401" y="10459416"/>
            <a:ext cx="1786965" cy="985828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7" name="Straight Connector 156">
            <a:extLst>
              <a:ext uri="{FF2B5EF4-FFF2-40B4-BE49-F238E27FC236}">
                <a16:creationId xmlns:a16="http://schemas.microsoft.com/office/drawing/2014/main" id="{8C54331E-8987-DBC6-A569-6D0A90D88F37}"/>
              </a:ext>
            </a:extLst>
          </p:cNvPr>
          <p:cNvCxnSpPr>
            <a:cxnSpLocks/>
          </p:cNvCxnSpPr>
          <p:nvPr/>
        </p:nvCxnSpPr>
        <p:spPr>
          <a:xfrm>
            <a:off x="17126366" y="11429210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A43AF2D1-EFB3-7EDC-6B8B-0735E30FF4EF}"/>
              </a:ext>
            </a:extLst>
          </p:cNvPr>
          <p:cNvCxnSpPr>
            <a:cxnSpLocks/>
            <a:stCxn id="156" idx="0"/>
          </p:cNvCxnSpPr>
          <p:nvPr/>
        </p:nvCxnSpPr>
        <p:spPr>
          <a:xfrm flipH="1" flipV="1">
            <a:off x="14761555" y="11429220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Oval 160">
            <a:extLst>
              <a:ext uri="{FF2B5EF4-FFF2-40B4-BE49-F238E27FC236}">
                <a16:creationId xmlns:a16="http://schemas.microsoft.com/office/drawing/2014/main" id="{1FE3C393-85E0-3C59-08D3-5D98E7358BC6}"/>
              </a:ext>
            </a:extLst>
          </p:cNvPr>
          <p:cNvSpPr/>
          <p:nvPr/>
        </p:nvSpPr>
        <p:spPr>
          <a:xfrm>
            <a:off x="18126807" y="11274432"/>
            <a:ext cx="355689" cy="35568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2" name="Oval 161">
            <a:extLst>
              <a:ext uri="{FF2B5EF4-FFF2-40B4-BE49-F238E27FC236}">
                <a16:creationId xmlns:a16="http://schemas.microsoft.com/office/drawing/2014/main" id="{FC016609-4C7D-AF10-C7D3-B83BEFE55A3F}"/>
              </a:ext>
            </a:extLst>
          </p:cNvPr>
          <p:cNvSpPr/>
          <p:nvPr/>
        </p:nvSpPr>
        <p:spPr>
          <a:xfrm>
            <a:off x="14395506" y="11274426"/>
            <a:ext cx="355689" cy="35568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Oval 162">
            <a:extLst>
              <a:ext uri="{FF2B5EF4-FFF2-40B4-BE49-F238E27FC236}">
                <a16:creationId xmlns:a16="http://schemas.microsoft.com/office/drawing/2014/main" id="{1DB8F56C-FD2B-5D5C-6FC7-2FF707EFA41D}"/>
              </a:ext>
            </a:extLst>
          </p:cNvPr>
          <p:cNvSpPr/>
          <p:nvPr/>
        </p:nvSpPr>
        <p:spPr>
          <a:xfrm>
            <a:off x="13553130" y="10906970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8F7C610B-B81B-CA11-8BBD-DD57CF62F6EB}"/>
              </a:ext>
            </a:extLst>
          </p:cNvPr>
          <p:cNvCxnSpPr>
            <a:cxnSpLocks/>
          </p:cNvCxnSpPr>
          <p:nvPr/>
        </p:nvCxnSpPr>
        <p:spPr>
          <a:xfrm>
            <a:off x="13556930" y="9656092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5" name="Oval 164">
            <a:extLst>
              <a:ext uri="{FF2B5EF4-FFF2-40B4-BE49-F238E27FC236}">
                <a16:creationId xmlns:a16="http://schemas.microsoft.com/office/drawing/2014/main" id="{8471D9F7-5D86-5AD3-D099-607449EB1356}"/>
              </a:ext>
            </a:extLst>
          </p:cNvPr>
          <p:cNvSpPr/>
          <p:nvPr/>
        </p:nvSpPr>
        <p:spPr>
          <a:xfrm>
            <a:off x="18126807" y="9284263"/>
            <a:ext cx="355689" cy="35568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6" name="Oval 165">
            <a:extLst>
              <a:ext uri="{FF2B5EF4-FFF2-40B4-BE49-F238E27FC236}">
                <a16:creationId xmlns:a16="http://schemas.microsoft.com/office/drawing/2014/main" id="{90CDC45A-97E9-2447-5CFA-B368F9D51DD2}"/>
              </a:ext>
            </a:extLst>
          </p:cNvPr>
          <p:cNvSpPr/>
          <p:nvPr/>
        </p:nvSpPr>
        <p:spPr>
          <a:xfrm>
            <a:off x="14395506" y="9284263"/>
            <a:ext cx="355689" cy="35568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Oval 166">
            <a:extLst>
              <a:ext uri="{FF2B5EF4-FFF2-40B4-BE49-F238E27FC236}">
                <a16:creationId xmlns:a16="http://schemas.microsoft.com/office/drawing/2014/main" id="{63C1A847-630B-71FC-78E2-A4469E9B7421}"/>
              </a:ext>
            </a:extLst>
          </p:cNvPr>
          <p:cNvSpPr/>
          <p:nvPr/>
        </p:nvSpPr>
        <p:spPr>
          <a:xfrm>
            <a:off x="13553130" y="8916801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B5965827-A1C8-F497-20CB-31EE5C01720B}"/>
              </a:ext>
            </a:extLst>
          </p:cNvPr>
          <p:cNvCxnSpPr>
            <a:cxnSpLocks/>
          </p:cNvCxnSpPr>
          <p:nvPr/>
        </p:nvCxnSpPr>
        <p:spPr>
          <a:xfrm flipH="1">
            <a:off x="14874177" y="9462101"/>
            <a:ext cx="314362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9" name="Oval 168">
            <a:extLst>
              <a:ext uri="{FF2B5EF4-FFF2-40B4-BE49-F238E27FC236}">
                <a16:creationId xmlns:a16="http://schemas.microsoft.com/office/drawing/2014/main" id="{5C57FC76-4C56-B395-9A70-A17ED64DBE25}"/>
              </a:ext>
            </a:extLst>
          </p:cNvPr>
          <p:cNvSpPr/>
          <p:nvPr/>
        </p:nvSpPr>
        <p:spPr>
          <a:xfrm>
            <a:off x="13530991" y="4908114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0" name="Oval 169">
            <a:extLst>
              <a:ext uri="{FF2B5EF4-FFF2-40B4-BE49-F238E27FC236}">
                <a16:creationId xmlns:a16="http://schemas.microsoft.com/office/drawing/2014/main" id="{7D6B9FDE-6728-BE52-F5C4-EBB504B6BCFE}"/>
              </a:ext>
            </a:extLst>
          </p:cNvPr>
          <p:cNvSpPr/>
          <p:nvPr/>
        </p:nvSpPr>
        <p:spPr>
          <a:xfrm>
            <a:off x="18088955" y="5293936"/>
            <a:ext cx="355689" cy="35568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1" name="Oval 170">
            <a:extLst>
              <a:ext uri="{FF2B5EF4-FFF2-40B4-BE49-F238E27FC236}">
                <a16:creationId xmlns:a16="http://schemas.microsoft.com/office/drawing/2014/main" id="{51C0A518-ED61-0D61-B937-623796D116B0}"/>
              </a:ext>
            </a:extLst>
          </p:cNvPr>
          <p:cNvSpPr/>
          <p:nvPr/>
        </p:nvSpPr>
        <p:spPr>
          <a:xfrm>
            <a:off x="19341613" y="4904254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2" name="Oval 171">
            <a:extLst>
              <a:ext uri="{FF2B5EF4-FFF2-40B4-BE49-F238E27FC236}">
                <a16:creationId xmlns:a16="http://schemas.microsoft.com/office/drawing/2014/main" id="{A3C74038-C822-5C54-F0BB-506964A2DBB1}"/>
              </a:ext>
            </a:extLst>
          </p:cNvPr>
          <p:cNvSpPr/>
          <p:nvPr/>
        </p:nvSpPr>
        <p:spPr>
          <a:xfrm>
            <a:off x="23907037" y="5285043"/>
            <a:ext cx="355689" cy="35568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A4A5A051-25A0-D77D-6EF4-06DA594466AF}"/>
              </a:ext>
            </a:extLst>
          </p:cNvPr>
          <p:cNvSpPr txBox="1"/>
          <p:nvPr/>
        </p:nvSpPr>
        <p:spPr>
          <a:xfrm>
            <a:off x="16526363" y="890553"/>
            <a:ext cx="729456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Target Finding 2: 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Independence from Animacy Cues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E608B37A-AB0F-DF34-53AA-D59C64255135}"/>
              </a:ext>
            </a:extLst>
          </p:cNvPr>
          <p:cNvSpPr txBox="1"/>
          <p:nvPr/>
        </p:nvSpPr>
        <p:spPr>
          <a:xfrm>
            <a:off x="13721932" y="2153955"/>
            <a:ext cx="512832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Condition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B7C8AC0D-635F-2D73-C2EF-A03B8A77A2B5}"/>
              </a:ext>
            </a:extLst>
          </p:cNvPr>
          <p:cNvSpPr txBox="1"/>
          <p:nvPr/>
        </p:nvSpPr>
        <p:spPr>
          <a:xfrm>
            <a:off x="19670559" y="2150322"/>
            <a:ext cx="393248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Control Condition</a:t>
            </a: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9D5E120D-3726-7D5B-D1F9-A644F9D19FDD}"/>
              </a:ext>
            </a:extLst>
          </p:cNvPr>
          <p:cNvSpPr txBox="1"/>
          <p:nvPr/>
        </p:nvSpPr>
        <p:spPr>
          <a:xfrm>
            <a:off x="13639940" y="2712408"/>
            <a:ext cx="548477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Constrained Action Event</a:t>
            </a:r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FC1308B3-B63A-B7FB-CBF5-BE98EBFCD3B5}"/>
              </a:ext>
            </a:extLst>
          </p:cNvPr>
          <p:cNvSpPr txBox="1"/>
          <p:nvPr/>
        </p:nvSpPr>
        <p:spPr>
          <a:xfrm>
            <a:off x="19302067" y="2707622"/>
            <a:ext cx="599773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Unconstrained Action Event</a:t>
            </a:r>
          </a:p>
        </p:txBody>
      </p:sp>
      <p:cxnSp>
        <p:nvCxnSpPr>
          <p:cNvPr id="205" name="Straight Connector 204">
            <a:extLst>
              <a:ext uri="{FF2B5EF4-FFF2-40B4-BE49-F238E27FC236}">
                <a16:creationId xmlns:a16="http://schemas.microsoft.com/office/drawing/2014/main" id="{D500EDAB-20EB-623B-9615-C0A88412BF94}"/>
              </a:ext>
            </a:extLst>
          </p:cNvPr>
          <p:cNvCxnSpPr>
            <a:cxnSpLocks/>
          </p:cNvCxnSpPr>
          <p:nvPr/>
        </p:nvCxnSpPr>
        <p:spPr>
          <a:xfrm>
            <a:off x="27726188" y="5413308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6" name="Rectangle 205">
            <a:extLst>
              <a:ext uri="{FF2B5EF4-FFF2-40B4-BE49-F238E27FC236}">
                <a16:creationId xmlns:a16="http://schemas.microsoft.com/office/drawing/2014/main" id="{2CFFE259-D7A7-0E08-44EE-C73302E15FC0}"/>
              </a:ext>
            </a:extLst>
          </p:cNvPr>
          <p:cNvSpPr/>
          <p:nvPr/>
        </p:nvSpPr>
        <p:spPr>
          <a:xfrm>
            <a:off x="30228170" y="4457047"/>
            <a:ext cx="370542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6E04EBCD-699D-8392-960D-B7A753B1D5F4}"/>
              </a:ext>
            </a:extLst>
          </p:cNvPr>
          <p:cNvSpPr/>
          <p:nvPr/>
        </p:nvSpPr>
        <p:spPr>
          <a:xfrm>
            <a:off x="32396260" y="5232847"/>
            <a:ext cx="168298" cy="168298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CF82B92B-39F1-5448-E7F8-559F895ACAE8}"/>
              </a:ext>
            </a:extLst>
          </p:cNvPr>
          <p:cNvSpPr/>
          <p:nvPr/>
        </p:nvSpPr>
        <p:spPr>
          <a:xfrm>
            <a:off x="27860276" y="4934784"/>
            <a:ext cx="464094" cy="46409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1EF6AB17-361E-7AA7-DF6F-6168873DA6D7}"/>
              </a:ext>
            </a:extLst>
          </p:cNvPr>
          <p:cNvSpPr/>
          <p:nvPr/>
        </p:nvSpPr>
        <p:spPr>
          <a:xfrm>
            <a:off x="32296058" y="5041473"/>
            <a:ext cx="355689" cy="35568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1" name="Straight Arrow Connector 210">
            <a:extLst>
              <a:ext uri="{FF2B5EF4-FFF2-40B4-BE49-F238E27FC236}">
                <a16:creationId xmlns:a16="http://schemas.microsoft.com/office/drawing/2014/main" id="{27943083-D881-9DCF-D498-C389DC036A71}"/>
              </a:ext>
            </a:extLst>
          </p:cNvPr>
          <p:cNvCxnSpPr>
            <a:cxnSpLocks/>
          </p:cNvCxnSpPr>
          <p:nvPr/>
        </p:nvCxnSpPr>
        <p:spPr>
          <a:xfrm flipV="1">
            <a:off x="32464363" y="5045449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Straight Arrow Connector 211">
            <a:extLst>
              <a:ext uri="{FF2B5EF4-FFF2-40B4-BE49-F238E27FC236}">
                <a16:creationId xmlns:a16="http://schemas.microsoft.com/office/drawing/2014/main" id="{3CC0A23B-C51E-5734-89B0-E3C00659CC6B}"/>
              </a:ext>
            </a:extLst>
          </p:cNvPr>
          <p:cNvCxnSpPr>
            <a:cxnSpLocks/>
          </p:cNvCxnSpPr>
          <p:nvPr/>
        </p:nvCxnSpPr>
        <p:spPr>
          <a:xfrm rot="-1200000" flipH="1" flipV="1">
            <a:off x="32328278" y="5125365"/>
            <a:ext cx="91839" cy="146292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Arrow Connector 212">
            <a:extLst>
              <a:ext uri="{FF2B5EF4-FFF2-40B4-BE49-F238E27FC236}">
                <a16:creationId xmlns:a16="http://schemas.microsoft.com/office/drawing/2014/main" id="{3D02CE3C-977A-46E5-F397-198859976C17}"/>
              </a:ext>
            </a:extLst>
          </p:cNvPr>
          <p:cNvCxnSpPr>
            <a:cxnSpLocks/>
          </p:cNvCxnSpPr>
          <p:nvPr/>
        </p:nvCxnSpPr>
        <p:spPr>
          <a:xfrm rot="1200000" flipV="1">
            <a:off x="32569062" y="5090242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5" name="Oval 214">
            <a:extLst>
              <a:ext uri="{FF2B5EF4-FFF2-40B4-BE49-F238E27FC236}">
                <a16:creationId xmlns:a16="http://schemas.microsoft.com/office/drawing/2014/main" id="{A89389D6-9810-EFB9-B651-612087672A21}"/>
              </a:ext>
            </a:extLst>
          </p:cNvPr>
          <p:cNvSpPr/>
          <p:nvPr/>
        </p:nvSpPr>
        <p:spPr>
          <a:xfrm>
            <a:off x="27722381" y="4674017"/>
            <a:ext cx="739298" cy="73929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6" name="Straight Arrow Connector 215">
            <a:extLst>
              <a:ext uri="{FF2B5EF4-FFF2-40B4-BE49-F238E27FC236}">
                <a16:creationId xmlns:a16="http://schemas.microsoft.com/office/drawing/2014/main" id="{4BE19EC9-4FD4-2C79-7686-3D20674F28C8}"/>
              </a:ext>
            </a:extLst>
          </p:cNvPr>
          <p:cNvCxnSpPr>
            <a:cxnSpLocks/>
          </p:cNvCxnSpPr>
          <p:nvPr/>
        </p:nvCxnSpPr>
        <p:spPr>
          <a:xfrm flipH="1" flipV="1">
            <a:off x="28076133" y="4689911"/>
            <a:ext cx="4420" cy="233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Straight Arrow Connector 216">
            <a:extLst>
              <a:ext uri="{FF2B5EF4-FFF2-40B4-BE49-F238E27FC236}">
                <a16:creationId xmlns:a16="http://schemas.microsoft.com/office/drawing/2014/main" id="{28BB2CC7-50E6-5484-E184-D4B65DE87292}"/>
              </a:ext>
            </a:extLst>
          </p:cNvPr>
          <p:cNvCxnSpPr>
            <a:cxnSpLocks/>
          </p:cNvCxnSpPr>
          <p:nvPr/>
        </p:nvCxnSpPr>
        <p:spPr>
          <a:xfrm rot="3000000" flipH="1" flipV="1">
            <a:off x="28324163" y="4813382"/>
            <a:ext cx="4420" cy="19799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Arrow Connector 217">
            <a:extLst>
              <a:ext uri="{FF2B5EF4-FFF2-40B4-BE49-F238E27FC236}">
                <a16:creationId xmlns:a16="http://schemas.microsoft.com/office/drawing/2014/main" id="{8B5819E2-FDDC-5617-74CA-D9D1E6D7C877}"/>
              </a:ext>
            </a:extLst>
          </p:cNvPr>
          <p:cNvCxnSpPr>
            <a:cxnSpLocks/>
          </p:cNvCxnSpPr>
          <p:nvPr/>
        </p:nvCxnSpPr>
        <p:spPr>
          <a:xfrm rot="-3000000" flipH="1" flipV="1">
            <a:off x="27858063" y="4821335"/>
            <a:ext cx="4420" cy="19799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Connector 218">
            <a:extLst>
              <a:ext uri="{FF2B5EF4-FFF2-40B4-BE49-F238E27FC236}">
                <a16:creationId xmlns:a16="http://schemas.microsoft.com/office/drawing/2014/main" id="{4812C859-6E1A-2FBE-8F72-2DE635CC45ED}"/>
              </a:ext>
            </a:extLst>
          </p:cNvPr>
          <p:cNvCxnSpPr>
            <a:cxnSpLocks/>
          </p:cNvCxnSpPr>
          <p:nvPr/>
        </p:nvCxnSpPr>
        <p:spPr>
          <a:xfrm>
            <a:off x="27722381" y="7214766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0" name="Rectangle 219">
            <a:extLst>
              <a:ext uri="{FF2B5EF4-FFF2-40B4-BE49-F238E27FC236}">
                <a16:creationId xmlns:a16="http://schemas.microsoft.com/office/drawing/2014/main" id="{D5655F57-1A7B-9A9B-26BD-17B9DC1FCAE8}"/>
              </a:ext>
            </a:extLst>
          </p:cNvPr>
          <p:cNvSpPr/>
          <p:nvPr/>
        </p:nvSpPr>
        <p:spPr>
          <a:xfrm>
            <a:off x="30224364" y="6258511"/>
            <a:ext cx="370542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1" name="Freeform: Shape 220">
            <a:extLst>
              <a:ext uri="{FF2B5EF4-FFF2-40B4-BE49-F238E27FC236}">
                <a16:creationId xmlns:a16="http://schemas.microsoft.com/office/drawing/2014/main" id="{D4ACBE29-9A04-8131-6000-E09686D5350B}"/>
              </a:ext>
            </a:extLst>
          </p:cNvPr>
          <p:cNvSpPr/>
          <p:nvPr/>
        </p:nvSpPr>
        <p:spPr>
          <a:xfrm>
            <a:off x="29504852" y="6027921"/>
            <a:ext cx="1786965" cy="985828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D6303159-4618-F529-67BF-C5AF3FF381A8}"/>
              </a:ext>
            </a:extLst>
          </p:cNvPr>
          <p:cNvCxnSpPr>
            <a:cxnSpLocks/>
          </p:cNvCxnSpPr>
          <p:nvPr/>
        </p:nvCxnSpPr>
        <p:spPr>
          <a:xfrm>
            <a:off x="31291810" y="6997716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Straight Arrow Connector 224">
            <a:extLst>
              <a:ext uri="{FF2B5EF4-FFF2-40B4-BE49-F238E27FC236}">
                <a16:creationId xmlns:a16="http://schemas.microsoft.com/office/drawing/2014/main" id="{D259C0C2-D842-78C4-0703-79A50625BC95}"/>
              </a:ext>
            </a:extLst>
          </p:cNvPr>
          <p:cNvCxnSpPr>
            <a:cxnSpLocks/>
            <a:stCxn id="221" idx="0"/>
          </p:cNvCxnSpPr>
          <p:nvPr/>
        </p:nvCxnSpPr>
        <p:spPr>
          <a:xfrm flipH="1" flipV="1">
            <a:off x="28927006" y="6997726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6" name="Oval 225">
            <a:extLst>
              <a:ext uri="{FF2B5EF4-FFF2-40B4-BE49-F238E27FC236}">
                <a16:creationId xmlns:a16="http://schemas.microsoft.com/office/drawing/2014/main" id="{9C8A02C1-B573-6D84-EB1E-1EA07A6ECC90}"/>
              </a:ext>
            </a:extLst>
          </p:cNvPr>
          <p:cNvSpPr/>
          <p:nvPr/>
        </p:nvSpPr>
        <p:spPr>
          <a:xfrm>
            <a:off x="32292258" y="6842938"/>
            <a:ext cx="355689" cy="35568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8" name="Oval 227">
            <a:extLst>
              <a:ext uri="{FF2B5EF4-FFF2-40B4-BE49-F238E27FC236}">
                <a16:creationId xmlns:a16="http://schemas.microsoft.com/office/drawing/2014/main" id="{00689EA5-EA43-F51B-C9D2-BF0EB6F5F4EF}"/>
              </a:ext>
            </a:extLst>
          </p:cNvPr>
          <p:cNvSpPr/>
          <p:nvPr/>
        </p:nvSpPr>
        <p:spPr>
          <a:xfrm>
            <a:off x="28560951" y="6842938"/>
            <a:ext cx="355689" cy="35568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9" name="Oval 228">
            <a:extLst>
              <a:ext uri="{FF2B5EF4-FFF2-40B4-BE49-F238E27FC236}">
                <a16:creationId xmlns:a16="http://schemas.microsoft.com/office/drawing/2014/main" id="{799B08F5-A478-D8EF-25E3-C2439E38459A}"/>
              </a:ext>
            </a:extLst>
          </p:cNvPr>
          <p:cNvSpPr/>
          <p:nvPr/>
        </p:nvSpPr>
        <p:spPr>
          <a:xfrm>
            <a:off x="27718574" y="6475475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CAD6A43D-66A2-9B71-320A-F4E33B893D92}"/>
              </a:ext>
            </a:extLst>
          </p:cNvPr>
          <p:cNvCxnSpPr>
            <a:cxnSpLocks/>
          </p:cNvCxnSpPr>
          <p:nvPr/>
        </p:nvCxnSpPr>
        <p:spPr>
          <a:xfrm>
            <a:off x="27686462" y="11342009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1" name="Freeform: Shape 230">
            <a:extLst>
              <a:ext uri="{FF2B5EF4-FFF2-40B4-BE49-F238E27FC236}">
                <a16:creationId xmlns:a16="http://schemas.microsoft.com/office/drawing/2014/main" id="{DB2C6254-0196-2173-3837-7AD57BE9C615}"/>
              </a:ext>
            </a:extLst>
          </p:cNvPr>
          <p:cNvSpPr/>
          <p:nvPr/>
        </p:nvSpPr>
        <p:spPr>
          <a:xfrm>
            <a:off x="29468933" y="10155164"/>
            <a:ext cx="1786965" cy="985828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2" name="Straight Connector 231">
            <a:extLst>
              <a:ext uri="{FF2B5EF4-FFF2-40B4-BE49-F238E27FC236}">
                <a16:creationId xmlns:a16="http://schemas.microsoft.com/office/drawing/2014/main" id="{8C2993B2-8633-2ADB-A4E7-B5761E12466C}"/>
              </a:ext>
            </a:extLst>
          </p:cNvPr>
          <p:cNvCxnSpPr>
            <a:cxnSpLocks/>
          </p:cNvCxnSpPr>
          <p:nvPr/>
        </p:nvCxnSpPr>
        <p:spPr>
          <a:xfrm>
            <a:off x="31255891" y="11124958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Straight Arrow Connector 234">
            <a:extLst>
              <a:ext uri="{FF2B5EF4-FFF2-40B4-BE49-F238E27FC236}">
                <a16:creationId xmlns:a16="http://schemas.microsoft.com/office/drawing/2014/main" id="{C6A67D0E-5C99-CC30-2206-68E2AEA8A7A7}"/>
              </a:ext>
            </a:extLst>
          </p:cNvPr>
          <p:cNvCxnSpPr>
            <a:cxnSpLocks/>
            <a:stCxn id="231" idx="0"/>
          </p:cNvCxnSpPr>
          <p:nvPr/>
        </p:nvCxnSpPr>
        <p:spPr>
          <a:xfrm flipH="1" flipV="1">
            <a:off x="28891087" y="11124968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6" name="Oval 235">
            <a:extLst>
              <a:ext uri="{FF2B5EF4-FFF2-40B4-BE49-F238E27FC236}">
                <a16:creationId xmlns:a16="http://schemas.microsoft.com/office/drawing/2014/main" id="{E16C909A-7707-2937-379A-9D1F6D2B6E21}"/>
              </a:ext>
            </a:extLst>
          </p:cNvPr>
          <p:cNvSpPr/>
          <p:nvPr/>
        </p:nvSpPr>
        <p:spPr>
          <a:xfrm>
            <a:off x="32256339" y="10970180"/>
            <a:ext cx="355689" cy="35568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7" name="Oval 236">
            <a:extLst>
              <a:ext uri="{FF2B5EF4-FFF2-40B4-BE49-F238E27FC236}">
                <a16:creationId xmlns:a16="http://schemas.microsoft.com/office/drawing/2014/main" id="{009F71B0-9987-904F-247E-86D029952399}"/>
              </a:ext>
            </a:extLst>
          </p:cNvPr>
          <p:cNvSpPr/>
          <p:nvPr/>
        </p:nvSpPr>
        <p:spPr>
          <a:xfrm>
            <a:off x="28525031" y="10970174"/>
            <a:ext cx="355689" cy="35568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8" name="Oval 237">
            <a:extLst>
              <a:ext uri="{FF2B5EF4-FFF2-40B4-BE49-F238E27FC236}">
                <a16:creationId xmlns:a16="http://schemas.microsoft.com/office/drawing/2014/main" id="{8BA67200-D3A5-A785-D597-99DC3D187643}"/>
              </a:ext>
            </a:extLst>
          </p:cNvPr>
          <p:cNvSpPr/>
          <p:nvPr/>
        </p:nvSpPr>
        <p:spPr>
          <a:xfrm>
            <a:off x="27682661" y="10602718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4" name="Rectangle 243">
            <a:extLst>
              <a:ext uri="{FF2B5EF4-FFF2-40B4-BE49-F238E27FC236}">
                <a16:creationId xmlns:a16="http://schemas.microsoft.com/office/drawing/2014/main" id="{01C9AA31-F098-6060-2068-6DBADAD43911}"/>
              </a:ext>
            </a:extLst>
          </p:cNvPr>
          <p:cNvSpPr/>
          <p:nvPr/>
        </p:nvSpPr>
        <p:spPr>
          <a:xfrm>
            <a:off x="29741286" y="6232845"/>
            <a:ext cx="1338190" cy="985828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DB9B4F4C-9744-1BD0-7679-30D20973A7C5}"/>
              </a:ext>
            </a:extLst>
          </p:cNvPr>
          <p:cNvSpPr txBox="1"/>
          <p:nvPr/>
        </p:nvSpPr>
        <p:spPr>
          <a:xfrm>
            <a:off x="26399187" y="2227041"/>
            <a:ext cx="665759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Inferring Constraints Condition</a:t>
            </a:r>
          </a:p>
        </p:txBody>
      </p:sp>
      <p:cxnSp>
        <p:nvCxnSpPr>
          <p:cNvPr id="248" name="Straight Connector 247">
            <a:extLst>
              <a:ext uri="{FF2B5EF4-FFF2-40B4-BE49-F238E27FC236}">
                <a16:creationId xmlns:a16="http://schemas.microsoft.com/office/drawing/2014/main" id="{522BD94B-5183-E5D4-F4BC-3FD5EA6501D6}"/>
              </a:ext>
            </a:extLst>
          </p:cNvPr>
          <p:cNvCxnSpPr>
            <a:cxnSpLocks/>
          </p:cNvCxnSpPr>
          <p:nvPr/>
        </p:nvCxnSpPr>
        <p:spPr>
          <a:xfrm>
            <a:off x="27679835" y="9489358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9" name="Freeform: Shape 248">
            <a:extLst>
              <a:ext uri="{FF2B5EF4-FFF2-40B4-BE49-F238E27FC236}">
                <a16:creationId xmlns:a16="http://schemas.microsoft.com/office/drawing/2014/main" id="{A2992998-511F-A7BE-87F4-6CFA3951E5A3}"/>
              </a:ext>
            </a:extLst>
          </p:cNvPr>
          <p:cNvSpPr/>
          <p:nvPr/>
        </p:nvSpPr>
        <p:spPr>
          <a:xfrm>
            <a:off x="29462306" y="8302513"/>
            <a:ext cx="1786965" cy="985828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7A8AB2FC-7290-E7DC-A446-B33F3B3FC817}"/>
              </a:ext>
            </a:extLst>
          </p:cNvPr>
          <p:cNvCxnSpPr>
            <a:cxnSpLocks/>
          </p:cNvCxnSpPr>
          <p:nvPr/>
        </p:nvCxnSpPr>
        <p:spPr>
          <a:xfrm>
            <a:off x="31249264" y="9272308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Arrow Connector 252">
            <a:extLst>
              <a:ext uri="{FF2B5EF4-FFF2-40B4-BE49-F238E27FC236}">
                <a16:creationId xmlns:a16="http://schemas.microsoft.com/office/drawing/2014/main" id="{8857C0A4-6430-C235-D96B-C0DE3820771A}"/>
              </a:ext>
            </a:extLst>
          </p:cNvPr>
          <p:cNvCxnSpPr>
            <a:cxnSpLocks/>
            <a:stCxn id="249" idx="0"/>
          </p:cNvCxnSpPr>
          <p:nvPr/>
        </p:nvCxnSpPr>
        <p:spPr>
          <a:xfrm flipH="1" flipV="1">
            <a:off x="28884460" y="9272318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4" name="Oval 253">
            <a:extLst>
              <a:ext uri="{FF2B5EF4-FFF2-40B4-BE49-F238E27FC236}">
                <a16:creationId xmlns:a16="http://schemas.microsoft.com/office/drawing/2014/main" id="{9B9434D8-1EE7-8E08-9671-49095A94AF0F}"/>
              </a:ext>
            </a:extLst>
          </p:cNvPr>
          <p:cNvSpPr/>
          <p:nvPr/>
        </p:nvSpPr>
        <p:spPr>
          <a:xfrm>
            <a:off x="32249712" y="9117523"/>
            <a:ext cx="355689" cy="35568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5" name="Oval 254">
            <a:extLst>
              <a:ext uri="{FF2B5EF4-FFF2-40B4-BE49-F238E27FC236}">
                <a16:creationId xmlns:a16="http://schemas.microsoft.com/office/drawing/2014/main" id="{138BD3E6-FE51-3E67-4710-8B42747499B9}"/>
              </a:ext>
            </a:extLst>
          </p:cNvPr>
          <p:cNvSpPr/>
          <p:nvPr/>
        </p:nvSpPr>
        <p:spPr>
          <a:xfrm>
            <a:off x="28518404" y="9117523"/>
            <a:ext cx="355689" cy="35568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6" name="Oval 255">
            <a:extLst>
              <a:ext uri="{FF2B5EF4-FFF2-40B4-BE49-F238E27FC236}">
                <a16:creationId xmlns:a16="http://schemas.microsoft.com/office/drawing/2014/main" id="{C1724B39-B735-0D49-E3D0-81F8C6BF8F17}"/>
              </a:ext>
            </a:extLst>
          </p:cNvPr>
          <p:cNvSpPr/>
          <p:nvPr/>
        </p:nvSpPr>
        <p:spPr>
          <a:xfrm>
            <a:off x="27676035" y="8750067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7" name="Rectangle 256">
            <a:extLst>
              <a:ext uri="{FF2B5EF4-FFF2-40B4-BE49-F238E27FC236}">
                <a16:creationId xmlns:a16="http://schemas.microsoft.com/office/drawing/2014/main" id="{8562B3F2-9AC5-C9BD-292B-3D3430AADFFF}"/>
              </a:ext>
            </a:extLst>
          </p:cNvPr>
          <p:cNvSpPr/>
          <p:nvPr/>
        </p:nvSpPr>
        <p:spPr>
          <a:xfrm>
            <a:off x="30181244" y="8549030"/>
            <a:ext cx="370542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8" name="Straight Connector 257">
            <a:extLst>
              <a:ext uri="{FF2B5EF4-FFF2-40B4-BE49-F238E27FC236}">
                <a16:creationId xmlns:a16="http://schemas.microsoft.com/office/drawing/2014/main" id="{90F37305-2B9C-90A6-032C-A4B409220866}"/>
              </a:ext>
            </a:extLst>
          </p:cNvPr>
          <p:cNvCxnSpPr>
            <a:cxnSpLocks/>
          </p:cNvCxnSpPr>
          <p:nvPr/>
        </p:nvCxnSpPr>
        <p:spPr>
          <a:xfrm>
            <a:off x="34482503" y="5474228"/>
            <a:ext cx="680053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9" name="Rectangle 258">
            <a:extLst>
              <a:ext uri="{FF2B5EF4-FFF2-40B4-BE49-F238E27FC236}">
                <a16:creationId xmlns:a16="http://schemas.microsoft.com/office/drawing/2014/main" id="{CCE06B3C-D811-27C5-2D5C-B6D59E1C7236}"/>
              </a:ext>
            </a:extLst>
          </p:cNvPr>
          <p:cNvSpPr/>
          <p:nvPr/>
        </p:nvSpPr>
        <p:spPr>
          <a:xfrm>
            <a:off x="38183331" y="4517966"/>
            <a:ext cx="370542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0" name="Oval 259">
            <a:extLst>
              <a:ext uri="{FF2B5EF4-FFF2-40B4-BE49-F238E27FC236}">
                <a16:creationId xmlns:a16="http://schemas.microsoft.com/office/drawing/2014/main" id="{6297FA99-FEE3-A979-EB86-E99E6E6F27F5}"/>
              </a:ext>
            </a:extLst>
          </p:cNvPr>
          <p:cNvSpPr/>
          <p:nvPr/>
        </p:nvSpPr>
        <p:spPr>
          <a:xfrm>
            <a:off x="40351414" y="5293753"/>
            <a:ext cx="168298" cy="168298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1" name="Oval 260">
            <a:extLst>
              <a:ext uri="{FF2B5EF4-FFF2-40B4-BE49-F238E27FC236}">
                <a16:creationId xmlns:a16="http://schemas.microsoft.com/office/drawing/2014/main" id="{A56B9055-B817-E7E4-FB4B-8128B3F214DA}"/>
              </a:ext>
            </a:extLst>
          </p:cNvPr>
          <p:cNvSpPr/>
          <p:nvPr/>
        </p:nvSpPr>
        <p:spPr>
          <a:xfrm>
            <a:off x="34540092" y="4995710"/>
            <a:ext cx="464094" cy="46409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2" name="Oval 261">
            <a:extLst>
              <a:ext uri="{FF2B5EF4-FFF2-40B4-BE49-F238E27FC236}">
                <a16:creationId xmlns:a16="http://schemas.microsoft.com/office/drawing/2014/main" id="{D9811C96-9332-AEE1-C275-D3AA6DF38A43}"/>
              </a:ext>
            </a:extLst>
          </p:cNvPr>
          <p:cNvSpPr/>
          <p:nvPr/>
        </p:nvSpPr>
        <p:spPr>
          <a:xfrm>
            <a:off x="40251219" y="5102392"/>
            <a:ext cx="355689" cy="35568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3" name="Straight Arrow Connector 262">
            <a:extLst>
              <a:ext uri="{FF2B5EF4-FFF2-40B4-BE49-F238E27FC236}">
                <a16:creationId xmlns:a16="http://schemas.microsoft.com/office/drawing/2014/main" id="{A192415F-9450-5649-83E7-E04A66072051}"/>
              </a:ext>
            </a:extLst>
          </p:cNvPr>
          <p:cNvCxnSpPr>
            <a:cxnSpLocks/>
          </p:cNvCxnSpPr>
          <p:nvPr/>
        </p:nvCxnSpPr>
        <p:spPr>
          <a:xfrm flipV="1">
            <a:off x="40419517" y="5106369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Arrow Connector 263">
            <a:extLst>
              <a:ext uri="{FF2B5EF4-FFF2-40B4-BE49-F238E27FC236}">
                <a16:creationId xmlns:a16="http://schemas.microsoft.com/office/drawing/2014/main" id="{ED1DAB49-B56B-41BD-C377-05FE79054FD9}"/>
              </a:ext>
            </a:extLst>
          </p:cNvPr>
          <p:cNvCxnSpPr>
            <a:cxnSpLocks/>
          </p:cNvCxnSpPr>
          <p:nvPr/>
        </p:nvCxnSpPr>
        <p:spPr>
          <a:xfrm flipH="1" flipV="1">
            <a:off x="40261182" y="5206407"/>
            <a:ext cx="136338" cy="106059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Straight Arrow Connector 264">
            <a:extLst>
              <a:ext uri="{FF2B5EF4-FFF2-40B4-BE49-F238E27FC236}">
                <a16:creationId xmlns:a16="http://schemas.microsoft.com/office/drawing/2014/main" id="{2863C08E-EE7A-BC52-95DD-7691A60232A9}"/>
              </a:ext>
            </a:extLst>
          </p:cNvPr>
          <p:cNvCxnSpPr>
            <a:cxnSpLocks/>
          </p:cNvCxnSpPr>
          <p:nvPr/>
        </p:nvCxnSpPr>
        <p:spPr>
          <a:xfrm flipV="1">
            <a:off x="40493642" y="5156555"/>
            <a:ext cx="61146" cy="167991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6" name="Oval 265">
            <a:extLst>
              <a:ext uri="{FF2B5EF4-FFF2-40B4-BE49-F238E27FC236}">
                <a16:creationId xmlns:a16="http://schemas.microsoft.com/office/drawing/2014/main" id="{E66C2745-9C67-C695-8DA5-5C9D1438D50B}"/>
              </a:ext>
            </a:extLst>
          </p:cNvPr>
          <p:cNvSpPr/>
          <p:nvPr/>
        </p:nvSpPr>
        <p:spPr>
          <a:xfrm>
            <a:off x="34402190" y="4734930"/>
            <a:ext cx="739298" cy="73929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7" name="Straight Arrow Connector 266">
            <a:extLst>
              <a:ext uri="{FF2B5EF4-FFF2-40B4-BE49-F238E27FC236}">
                <a16:creationId xmlns:a16="http://schemas.microsoft.com/office/drawing/2014/main" id="{06FD384C-A4B7-377F-04B8-13F07267156D}"/>
              </a:ext>
            </a:extLst>
          </p:cNvPr>
          <p:cNvCxnSpPr>
            <a:cxnSpLocks/>
          </p:cNvCxnSpPr>
          <p:nvPr/>
        </p:nvCxnSpPr>
        <p:spPr>
          <a:xfrm flipH="1" flipV="1">
            <a:off x="34755936" y="4750830"/>
            <a:ext cx="4420" cy="233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Straight Arrow Connector 267">
            <a:extLst>
              <a:ext uri="{FF2B5EF4-FFF2-40B4-BE49-F238E27FC236}">
                <a16:creationId xmlns:a16="http://schemas.microsoft.com/office/drawing/2014/main" id="{4FD8F079-5CAC-7E0F-96F7-234BAE5F9580}"/>
              </a:ext>
            </a:extLst>
          </p:cNvPr>
          <p:cNvCxnSpPr>
            <a:cxnSpLocks/>
          </p:cNvCxnSpPr>
          <p:nvPr/>
        </p:nvCxnSpPr>
        <p:spPr>
          <a:xfrm flipV="1">
            <a:off x="34931764" y="4907971"/>
            <a:ext cx="148838" cy="13065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Straight Arrow Connector 268">
            <a:extLst>
              <a:ext uri="{FF2B5EF4-FFF2-40B4-BE49-F238E27FC236}">
                <a16:creationId xmlns:a16="http://schemas.microsoft.com/office/drawing/2014/main" id="{22698A5E-E3A3-B3B8-D015-8AE9189A168E}"/>
              </a:ext>
            </a:extLst>
          </p:cNvPr>
          <p:cNvCxnSpPr>
            <a:cxnSpLocks/>
          </p:cNvCxnSpPr>
          <p:nvPr/>
        </p:nvCxnSpPr>
        <p:spPr>
          <a:xfrm flipH="1" flipV="1">
            <a:off x="34462816" y="4919318"/>
            <a:ext cx="154518" cy="123885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Straight Connector 269">
            <a:extLst>
              <a:ext uri="{FF2B5EF4-FFF2-40B4-BE49-F238E27FC236}">
                <a16:creationId xmlns:a16="http://schemas.microsoft.com/office/drawing/2014/main" id="{8BBFB02A-8D4F-605A-CA07-4B75508FCB17}"/>
              </a:ext>
            </a:extLst>
          </p:cNvPr>
          <p:cNvCxnSpPr>
            <a:cxnSpLocks/>
          </p:cNvCxnSpPr>
          <p:nvPr/>
        </p:nvCxnSpPr>
        <p:spPr>
          <a:xfrm>
            <a:off x="34425673" y="7275685"/>
            <a:ext cx="685356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1" name="Rectangle 270">
            <a:extLst>
              <a:ext uri="{FF2B5EF4-FFF2-40B4-BE49-F238E27FC236}">
                <a16:creationId xmlns:a16="http://schemas.microsoft.com/office/drawing/2014/main" id="{620AB40F-BA45-8398-A317-35E1AC3E67EB}"/>
              </a:ext>
            </a:extLst>
          </p:cNvPr>
          <p:cNvSpPr/>
          <p:nvPr/>
        </p:nvSpPr>
        <p:spPr>
          <a:xfrm>
            <a:off x="38179524" y="6319424"/>
            <a:ext cx="370542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2" name="Freeform: Shape 271">
            <a:extLst>
              <a:ext uri="{FF2B5EF4-FFF2-40B4-BE49-F238E27FC236}">
                <a16:creationId xmlns:a16="http://schemas.microsoft.com/office/drawing/2014/main" id="{0F08FA08-D880-E714-CF4B-940024D9A46B}"/>
              </a:ext>
            </a:extLst>
          </p:cNvPr>
          <p:cNvSpPr/>
          <p:nvPr/>
        </p:nvSpPr>
        <p:spPr>
          <a:xfrm>
            <a:off x="37460006" y="6088840"/>
            <a:ext cx="1786965" cy="985828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441C8F37-F111-7474-EB28-0FBC4915FDD5}"/>
              </a:ext>
            </a:extLst>
          </p:cNvPr>
          <p:cNvCxnSpPr>
            <a:cxnSpLocks/>
          </p:cNvCxnSpPr>
          <p:nvPr/>
        </p:nvCxnSpPr>
        <p:spPr>
          <a:xfrm>
            <a:off x="39246964" y="7058635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Straight Arrow Connector 273">
            <a:extLst>
              <a:ext uri="{FF2B5EF4-FFF2-40B4-BE49-F238E27FC236}">
                <a16:creationId xmlns:a16="http://schemas.microsoft.com/office/drawing/2014/main" id="{920B3C0F-DD1F-9693-B01A-EBC589CB516F}"/>
              </a:ext>
            </a:extLst>
          </p:cNvPr>
          <p:cNvCxnSpPr>
            <a:cxnSpLocks/>
            <a:stCxn id="272" idx="0"/>
          </p:cNvCxnSpPr>
          <p:nvPr/>
        </p:nvCxnSpPr>
        <p:spPr>
          <a:xfrm flipH="1" flipV="1">
            <a:off x="36882160" y="7058645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5" name="Oval 274">
            <a:extLst>
              <a:ext uri="{FF2B5EF4-FFF2-40B4-BE49-F238E27FC236}">
                <a16:creationId xmlns:a16="http://schemas.microsoft.com/office/drawing/2014/main" id="{2505E572-A8AC-4347-71D3-BD2E53AC2D96}"/>
              </a:ext>
            </a:extLst>
          </p:cNvPr>
          <p:cNvSpPr/>
          <p:nvPr/>
        </p:nvSpPr>
        <p:spPr>
          <a:xfrm>
            <a:off x="40247412" y="6903857"/>
            <a:ext cx="355689" cy="35568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6" name="Oval 275">
            <a:extLst>
              <a:ext uri="{FF2B5EF4-FFF2-40B4-BE49-F238E27FC236}">
                <a16:creationId xmlns:a16="http://schemas.microsoft.com/office/drawing/2014/main" id="{B4E53940-ED22-0342-2EFA-27AE3ECCE744}"/>
              </a:ext>
            </a:extLst>
          </p:cNvPr>
          <p:cNvSpPr/>
          <p:nvPr/>
        </p:nvSpPr>
        <p:spPr>
          <a:xfrm>
            <a:off x="36516104" y="6903850"/>
            <a:ext cx="355689" cy="35568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7" name="Oval 276">
            <a:extLst>
              <a:ext uri="{FF2B5EF4-FFF2-40B4-BE49-F238E27FC236}">
                <a16:creationId xmlns:a16="http://schemas.microsoft.com/office/drawing/2014/main" id="{BCC8FAD2-E329-36DF-9209-44EDB7D0A320}"/>
              </a:ext>
            </a:extLst>
          </p:cNvPr>
          <p:cNvSpPr/>
          <p:nvPr/>
        </p:nvSpPr>
        <p:spPr>
          <a:xfrm>
            <a:off x="34458543" y="6536394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8" name="Rectangle 277">
            <a:extLst>
              <a:ext uri="{FF2B5EF4-FFF2-40B4-BE49-F238E27FC236}">
                <a16:creationId xmlns:a16="http://schemas.microsoft.com/office/drawing/2014/main" id="{912D2320-AADB-2E0D-2761-E745D9E8F17B}"/>
              </a:ext>
            </a:extLst>
          </p:cNvPr>
          <p:cNvSpPr/>
          <p:nvPr/>
        </p:nvSpPr>
        <p:spPr>
          <a:xfrm>
            <a:off x="34415130" y="6857997"/>
            <a:ext cx="2858698" cy="401982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90" name="Straight Connector 289">
            <a:extLst>
              <a:ext uri="{FF2B5EF4-FFF2-40B4-BE49-F238E27FC236}">
                <a16:creationId xmlns:a16="http://schemas.microsoft.com/office/drawing/2014/main" id="{E3B42647-D5CA-9CC9-A69C-D047C1711FEE}"/>
              </a:ext>
            </a:extLst>
          </p:cNvPr>
          <p:cNvCxnSpPr>
            <a:cxnSpLocks/>
          </p:cNvCxnSpPr>
          <p:nvPr/>
        </p:nvCxnSpPr>
        <p:spPr>
          <a:xfrm>
            <a:off x="34265255" y="9535218"/>
            <a:ext cx="685356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5" name="Oval 294">
            <a:extLst>
              <a:ext uri="{FF2B5EF4-FFF2-40B4-BE49-F238E27FC236}">
                <a16:creationId xmlns:a16="http://schemas.microsoft.com/office/drawing/2014/main" id="{BC1FC30B-36BB-A012-0A20-A33557C4B10A}"/>
              </a:ext>
            </a:extLst>
          </p:cNvPr>
          <p:cNvSpPr/>
          <p:nvPr/>
        </p:nvSpPr>
        <p:spPr>
          <a:xfrm>
            <a:off x="40086994" y="9163382"/>
            <a:ext cx="355689" cy="35568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6" name="Oval 295">
            <a:extLst>
              <a:ext uri="{FF2B5EF4-FFF2-40B4-BE49-F238E27FC236}">
                <a16:creationId xmlns:a16="http://schemas.microsoft.com/office/drawing/2014/main" id="{90F1128F-DDE0-F903-C5F4-04B7326BE60E}"/>
              </a:ext>
            </a:extLst>
          </p:cNvPr>
          <p:cNvSpPr/>
          <p:nvPr/>
        </p:nvSpPr>
        <p:spPr>
          <a:xfrm>
            <a:off x="35092369" y="9163382"/>
            <a:ext cx="355689" cy="35568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7" name="Oval 296">
            <a:extLst>
              <a:ext uri="{FF2B5EF4-FFF2-40B4-BE49-F238E27FC236}">
                <a16:creationId xmlns:a16="http://schemas.microsoft.com/office/drawing/2014/main" id="{3457C597-B67E-C670-BAA9-6D1901474BA9}"/>
              </a:ext>
            </a:extLst>
          </p:cNvPr>
          <p:cNvSpPr/>
          <p:nvPr/>
        </p:nvSpPr>
        <p:spPr>
          <a:xfrm>
            <a:off x="34298118" y="8795927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99" name="Straight Arrow Connector 298">
            <a:extLst>
              <a:ext uri="{FF2B5EF4-FFF2-40B4-BE49-F238E27FC236}">
                <a16:creationId xmlns:a16="http://schemas.microsoft.com/office/drawing/2014/main" id="{63C36323-E46F-DF03-0C01-6E42DEE546D2}"/>
              </a:ext>
            </a:extLst>
          </p:cNvPr>
          <p:cNvCxnSpPr>
            <a:cxnSpLocks/>
          </p:cNvCxnSpPr>
          <p:nvPr/>
        </p:nvCxnSpPr>
        <p:spPr>
          <a:xfrm flipH="1">
            <a:off x="35600562" y="9311527"/>
            <a:ext cx="421193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1" name="Straight Connector 300">
            <a:extLst>
              <a:ext uri="{FF2B5EF4-FFF2-40B4-BE49-F238E27FC236}">
                <a16:creationId xmlns:a16="http://schemas.microsoft.com/office/drawing/2014/main" id="{6E795A84-84A9-2DC5-DC3B-7B8AAB0A0DDE}"/>
              </a:ext>
            </a:extLst>
          </p:cNvPr>
          <p:cNvCxnSpPr>
            <a:cxnSpLocks/>
          </p:cNvCxnSpPr>
          <p:nvPr/>
        </p:nvCxnSpPr>
        <p:spPr>
          <a:xfrm>
            <a:off x="34208416" y="11390182"/>
            <a:ext cx="685356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2" name="Oval 301">
            <a:extLst>
              <a:ext uri="{FF2B5EF4-FFF2-40B4-BE49-F238E27FC236}">
                <a16:creationId xmlns:a16="http://schemas.microsoft.com/office/drawing/2014/main" id="{3439BCE3-6B2B-156C-9EF7-9F8971FBD5E2}"/>
              </a:ext>
            </a:extLst>
          </p:cNvPr>
          <p:cNvSpPr/>
          <p:nvPr/>
        </p:nvSpPr>
        <p:spPr>
          <a:xfrm>
            <a:off x="40030155" y="11018353"/>
            <a:ext cx="355689" cy="35568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3" name="Oval 302">
            <a:extLst>
              <a:ext uri="{FF2B5EF4-FFF2-40B4-BE49-F238E27FC236}">
                <a16:creationId xmlns:a16="http://schemas.microsoft.com/office/drawing/2014/main" id="{576248D3-95DF-12EA-1C0D-620F4B99CEF0}"/>
              </a:ext>
            </a:extLst>
          </p:cNvPr>
          <p:cNvSpPr/>
          <p:nvPr/>
        </p:nvSpPr>
        <p:spPr>
          <a:xfrm>
            <a:off x="36575577" y="11018353"/>
            <a:ext cx="355689" cy="35568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4" name="Oval 303">
            <a:extLst>
              <a:ext uri="{FF2B5EF4-FFF2-40B4-BE49-F238E27FC236}">
                <a16:creationId xmlns:a16="http://schemas.microsoft.com/office/drawing/2014/main" id="{494EA55B-E5CD-5366-7690-0661D802983B}"/>
              </a:ext>
            </a:extLst>
          </p:cNvPr>
          <p:cNvSpPr/>
          <p:nvPr/>
        </p:nvSpPr>
        <p:spPr>
          <a:xfrm>
            <a:off x="34241286" y="10650891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5" name="Straight Arrow Connector 304">
            <a:extLst>
              <a:ext uri="{FF2B5EF4-FFF2-40B4-BE49-F238E27FC236}">
                <a16:creationId xmlns:a16="http://schemas.microsoft.com/office/drawing/2014/main" id="{D45B5769-39B9-6AC9-5A4E-A37CD3B8A55D}"/>
              </a:ext>
            </a:extLst>
          </p:cNvPr>
          <p:cNvCxnSpPr>
            <a:cxnSpLocks/>
          </p:cNvCxnSpPr>
          <p:nvPr/>
        </p:nvCxnSpPr>
        <p:spPr>
          <a:xfrm flipH="1">
            <a:off x="37009148" y="11166491"/>
            <a:ext cx="27465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7" name="TextBox 306">
            <a:extLst>
              <a:ext uri="{FF2B5EF4-FFF2-40B4-BE49-F238E27FC236}">
                <a16:creationId xmlns:a16="http://schemas.microsoft.com/office/drawing/2014/main" id="{F4C2BA63-9D74-C9AD-2F67-82F71AF7D124}"/>
              </a:ext>
            </a:extLst>
          </p:cNvPr>
          <p:cNvSpPr txBox="1"/>
          <p:nvPr/>
        </p:nvSpPr>
        <p:spPr>
          <a:xfrm>
            <a:off x="33902888" y="2227041"/>
            <a:ext cx="551625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Inferring Goals Condition</a:t>
            </a: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35A881EA-DA28-9FC6-5DDF-0E07339DCCCF}"/>
              </a:ext>
            </a:extLst>
          </p:cNvPr>
          <p:cNvSpPr txBox="1"/>
          <p:nvPr/>
        </p:nvSpPr>
        <p:spPr>
          <a:xfrm>
            <a:off x="27066569" y="834301"/>
            <a:ext cx="1301247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Target Finding 3: 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Bidirectional Inferences about Actions, Goals, and Constraints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D44A9D0-D00F-E270-C11A-650CF4896FCA}"/>
              </a:ext>
            </a:extLst>
          </p:cNvPr>
          <p:cNvCxnSpPr>
            <a:cxnSpLocks/>
          </p:cNvCxnSpPr>
          <p:nvPr/>
        </p:nvCxnSpPr>
        <p:spPr>
          <a:xfrm>
            <a:off x="6653085" y="11423442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D4EE539-791C-D9A3-7F05-6678F5CEE265}"/>
              </a:ext>
            </a:extLst>
          </p:cNvPr>
          <p:cNvSpPr/>
          <p:nvPr/>
        </p:nvSpPr>
        <p:spPr>
          <a:xfrm>
            <a:off x="8435557" y="10236597"/>
            <a:ext cx="1786965" cy="985828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8F6D979-A454-7557-0B2F-929846B8246D}"/>
              </a:ext>
            </a:extLst>
          </p:cNvPr>
          <p:cNvCxnSpPr>
            <a:cxnSpLocks/>
          </p:cNvCxnSpPr>
          <p:nvPr/>
        </p:nvCxnSpPr>
        <p:spPr>
          <a:xfrm>
            <a:off x="10222515" y="11206391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CE078D5-C7DB-835C-2855-0D7A03EC21C2}"/>
              </a:ext>
            </a:extLst>
          </p:cNvPr>
          <p:cNvCxnSpPr>
            <a:cxnSpLocks/>
          </p:cNvCxnSpPr>
          <p:nvPr/>
        </p:nvCxnSpPr>
        <p:spPr>
          <a:xfrm>
            <a:off x="10521391" y="11111233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BE85925-24A2-7F42-0803-1AB3964F92F5}"/>
              </a:ext>
            </a:extLst>
          </p:cNvPr>
          <p:cNvCxnSpPr>
            <a:cxnSpLocks/>
          </p:cNvCxnSpPr>
          <p:nvPr/>
        </p:nvCxnSpPr>
        <p:spPr>
          <a:xfrm rot="10800000">
            <a:off x="10521391" y="11288237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332304DE-26C6-D9E9-9682-984BE5E4F897}"/>
              </a:ext>
            </a:extLst>
          </p:cNvPr>
          <p:cNvCxnSpPr>
            <a:cxnSpLocks/>
            <a:stCxn id="20" idx="0"/>
          </p:cNvCxnSpPr>
          <p:nvPr/>
        </p:nvCxnSpPr>
        <p:spPr>
          <a:xfrm flipH="1" flipV="1">
            <a:off x="7857710" y="11206402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C7743314-3EAA-5EC6-DC1A-2A9F1455F277}"/>
              </a:ext>
            </a:extLst>
          </p:cNvPr>
          <p:cNvSpPr/>
          <p:nvPr/>
        </p:nvSpPr>
        <p:spPr>
          <a:xfrm>
            <a:off x="11222962" y="11051607"/>
            <a:ext cx="355689" cy="35568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D8B728E5-C05A-234B-9D0A-B618FBA2027E}"/>
              </a:ext>
            </a:extLst>
          </p:cNvPr>
          <p:cNvSpPr/>
          <p:nvPr/>
        </p:nvSpPr>
        <p:spPr>
          <a:xfrm>
            <a:off x="7491655" y="11051607"/>
            <a:ext cx="355689" cy="35568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50C05822-4B00-139B-C8A3-1A18E1DD4129}"/>
              </a:ext>
            </a:extLst>
          </p:cNvPr>
          <p:cNvSpPr/>
          <p:nvPr/>
        </p:nvSpPr>
        <p:spPr>
          <a:xfrm>
            <a:off x="6649285" y="10684144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F7389B9-2586-7950-DA09-4EA5B84DB90A}"/>
              </a:ext>
            </a:extLst>
          </p:cNvPr>
          <p:cNvCxnSpPr>
            <a:cxnSpLocks/>
          </p:cNvCxnSpPr>
          <p:nvPr/>
        </p:nvCxnSpPr>
        <p:spPr>
          <a:xfrm>
            <a:off x="6653085" y="9433273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Oval 34">
            <a:extLst>
              <a:ext uri="{FF2B5EF4-FFF2-40B4-BE49-F238E27FC236}">
                <a16:creationId xmlns:a16="http://schemas.microsoft.com/office/drawing/2014/main" id="{2B4BCAC7-CE56-DD44-3905-FDB192A34BA9}"/>
              </a:ext>
            </a:extLst>
          </p:cNvPr>
          <p:cNvSpPr/>
          <p:nvPr/>
        </p:nvSpPr>
        <p:spPr>
          <a:xfrm>
            <a:off x="11222962" y="9061438"/>
            <a:ext cx="355689" cy="35568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877BE6D5-F2D9-82E6-0132-B3FC30E3E792}"/>
              </a:ext>
            </a:extLst>
          </p:cNvPr>
          <p:cNvSpPr/>
          <p:nvPr/>
        </p:nvSpPr>
        <p:spPr>
          <a:xfrm>
            <a:off x="7491655" y="9061438"/>
            <a:ext cx="355689" cy="35568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EFCAD81B-5EE2-4971-D210-270EF99C97CC}"/>
              </a:ext>
            </a:extLst>
          </p:cNvPr>
          <p:cNvSpPr/>
          <p:nvPr/>
        </p:nvSpPr>
        <p:spPr>
          <a:xfrm>
            <a:off x="6649285" y="8693982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BAD185A-022A-2098-496D-607E418914E1}"/>
              </a:ext>
            </a:extLst>
          </p:cNvPr>
          <p:cNvCxnSpPr>
            <a:cxnSpLocks/>
          </p:cNvCxnSpPr>
          <p:nvPr/>
        </p:nvCxnSpPr>
        <p:spPr>
          <a:xfrm flipH="1">
            <a:off x="7970326" y="9239276"/>
            <a:ext cx="314362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C93F0A8-0F71-9E5A-41F4-7B7542780201}"/>
              </a:ext>
            </a:extLst>
          </p:cNvPr>
          <p:cNvCxnSpPr>
            <a:cxnSpLocks/>
          </p:cNvCxnSpPr>
          <p:nvPr/>
        </p:nvCxnSpPr>
        <p:spPr>
          <a:xfrm>
            <a:off x="19529845" y="11729713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FFC3EBE7-617F-A55B-3D97-A840356F6FB9}"/>
              </a:ext>
            </a:extLst>
          </p:cNvPr>
          <p:cNvSpPr/>
          <p:nvPr/>
        </p:nvSpPr>
        <p:spPr>
          <a:xfrm>
            <a:off x="21312317" y="10542868"/>
            <a:ext cx="1786965" cy="985828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D0F21445-C99B-FBD0-5073-57297C9D415E}"/>
              </a:ext>
            </a:extLst>
          </p:cNvPr>
          <p:cNvCxnSpPr>
            <a:cxnSpLocks/>
          </p:cNvCxnSpPr>
          <p:nvPr/>
        </p:nvCxnSpPr>
        <p:spPr>
          <a:xfrm>
            <a:off x="23099275" y="11512662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8B26A69-7CF1-A8A6-8B0A-A5FB35DEFE95}"/>
              </a:ext>
            </a:extLst>
          </p:cNvPr>
          <p:cNvCxnSpPr>
            <a:cxnSpLocks/>
          </p:cNvCxnSpPr>
          <p:nvPr/>
        </p:nvCxnSpPr>
        <p:spPr>
          <a:xfrm>
            <a:off x="23398151" y="11417504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A30D49CA-1857-38A4-768D-E9D4F427F981}"/>
              </a:ext>
            </a:extLst>
          </p:cNvPr>
          <p:cNvCxnSpPr>
            <a:cxnSpLocks/>
          </p:cNvCxnSpPr>
          <p:nvPr/>
        </p:nvCxnSpPr>
        <p:spPr>
          <a:xfrm rot="10800000">
            <a:off x="23398151" y="11594508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FB1D4C6E-8279-CBBA-BAE9-5970E89D0F32}"/>
              </a:ext>
            </a:extLst>
          </p:cNvPr>
          <p:cNvCxnSpPr>
            <a:cxnSpLocks/>
            <a:stCxn id="44" idx="0"/>
          </p:cNvCxnSpPr>
          <p:nvPr/>
        </p:nvCxnSpPr>
        <p:spPr>
          <a:xfrm flipH="1" flipV="1">
            <a:off x="20734470" y="11512673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Oval 68">
            <a:extLst>
              <a:ext uri="{FF2B5EF4-FFF2-40B4-BE49-F238E27FC236}">
                <a16:creationId xmlns:a16="http://schemas.microsoft.com/office/drawing/2014/main" id="{18327FA2-3BD8-74EC-B5AF-20FB33E60511}"/>
              </a:ext>
            </a:extLst>
          </p:cNvPr>
          <p:cNvSpPr/>
          <p:nvPr/>
        </p:nvSpPr>
        <p:spPr>
          <a:xfrm>
            <a:off x="24099722" y="11357878"/>
            <a:ext cx="355689" cy="35568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4743D919-04E9-5330-03CD-DC3503D880BE}"/>
              </a:ext>
            </a:extLst>
          </p:cNvPr>
          <p:cNvSpPr/>
          <p:nvPr/>
        </p:nvSpPr>
        <p:spPr>
          <a:xfrm>
            <a:off x="20368415" y="11357878"/>
            <a:ext cx="355689" cy="35568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5C0FF892-8DA4-A2B9-DC70-2084B0889BCD}"/>
              </a:ext>
            </a:extLst>
          </p:cNvPr>
          <p:cNvSpPr/>
          <p:nvPr/>
        </p:nvSpPr>
        <p:spPr>
          <a:xfrm>
            <a:off x="19526045" y="10990415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71FF92D5-0F37-DC3A-60C4-0FE68B6A805D}"/>
              </a:ext>
            </a:extLst>
          </p:cNvPr>
          <p:cNvCxnSpPr>
            <a:cxnSpLocks/>
          </p:cNvCxnSpPr>
          <p:nvPr/>
        </p:nvCxnSpPr>
        <p:spPr>
          <a:xfrm>
            <a:off x="19529845" y="9739544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3" name="Oval 72">
            <a:extLst>
              <a:ext uri="{FF2B5EF4-FFF2-40B4-BE49-F238E27FC236}">
                <a16:creationId xmlns:a16="http://schemas.microsoft.com/office/drawing/2014/main" id="{3FBB19C1-211B-B6E9-29DB-2E1936F06EAA}"/>
              </a:ext>
            </a:extLst>
          </p:cNvPr>
          <p:cNvSpPr/>
          <p:nvPr/>
        </p:nvSpPr>
        <p:spPr>
          <a:xfrm>
            <a:off x="24099722" y="9367709"/>
            <a:ext cx="355689" cy="35568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D86187C3-AA12-3BB6-4BA0-ED223E388816}"/>
              </a:ext>
            </a:extLst>
          </p:cNvPr>
          <p:cNvSpPr/>
          <p:nvPr/>
        </p:nvSpPr>
        <p:spPr>
          <a:xfrm>
            <a:off x="20368415" y="9367709"/>
            <a:ext cx="355689" cy="35568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C4973FD4-C309-5D1A-C781-F28B42A90402}"/>
              </a:ext>
            </a:extLst>
          </p:cNvPr>
          <p:cNvSpPr/>
          <p:nvPr/>
        </p:nvSpPr>
        <p:spPr>
          <a:xfrm>
            <a:off x="19526045" y="9000253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9CA6593B-4C4D-15E4-8901-5543CCBC9576}"/>
              </a:ext>
            </a:extLst>
          </p:cNvPr>
          <p:cNvCxnSpPr>
            <a:cxnSpLocks/>
          </p:cNvCxnSpPr>
          <p:nvPr/>
        </p:nvCxnSpPr>
        <p:spPr>
          <a:xfrm flipH="1">
            <a:off x="20847086" y="9545547"/>
            <a:ext cx="314362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49" name="Picture 148">
            <a:extLst>
              <a:ext uri="{FF2B5EF4-FFF2-40B4-BE49-F238E27FC236}">
                <a16:creationId xmlns:a16="http://schemas.microsoft.com/office/drawing/2014/main" id="{1CBC79A5-101E-CFC8-3AAD-2309ECCCDE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857" y="12476935"/>
            <a:ext cx="5316905" cy="5316905"/>
          </a:xfrm>
          <a:prstGeom prst="rect">
            <a:avLst/>
          </a:prstGeom>
        </p:spPr>
      </p:pic>
      <p:pic>
        <p:nvPicPr>
          <p:cNvPr id="159" name="Picture 158">
            <a:extLst>
              <a:ext uri="{FF2B5EF4-FFF2-40B4-BE49-F238E27FC236}">
                <a16:creationId xmlns:a16="http://schemas.microsoft.com/office/drawing/2014/main" id="{9B991F9A-8CF1-8B64-DA7E-4100A73B430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9185" y="12406943"/>
            <a:ext cx="5349427" cy="5349427"/>
          </a:xfrm>
          <a:prstGeom prst="rect">
            <a:avLst/>
          </a:prstGeom>
        </p:spPr>
      </p:pic>
      <p:pic>
        <p:nvPicPr>
          <p:cNvPr id="173" name="Picture 172">
            <a:extLst>
              <a:ext uri="{FF2B5EF4-FFF2-40B4-BE49-F238E27FC236}">
                <a16:creationId xmlns:a16="http://schemas.microsoft.com/office/drawing/2014/main" id="{39D65ADB-25DE-1627-F364-FD40D0AA80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86472" y="12489897"/>
            <a:ext cx="5316905" cy="5316905"/>
          </a:xfrm>
          <a:prstGeom prst="rect">
            <a:avLst/>
          </a:prstGeom>
        </p:spPr>
      </p:pic>
      <p:pic>
        <p:nvPicPr>
          <p:cNvPr id="180" name="Picture 179">
            <a:extLst>
              <a:ext uri="{FF2B5EF4-FFF2-40B4-BE49-F238E27FC236}">
                <a16:creationId xmlns:a16="http://schemas.microsoft.com/office/drawing/2014/main" id="{793D0809-9688-A482-031C-72E4FAEA32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37800" y="12419905"/>
            <a:ext cx="5349427" cy="5349427"/>
          </a:xfrm>
          <a:prstGeom prst="rect">
            <a:avLst/>
          </a:prstGeom>
        </p:spPr>
      </p:pic>
      <p:pic>
        <p:nvPicPr>
          <p:cNvPr id="182" name="Picture 181">
            <a:extLst>
              <a:ext uri="{FF2B5EF4-FFF2-40B4-BE49-F238E27FC236}">
                <a16:creationId xmlns:a16="http://schemas.microsoft.com/office/drawing/2014/main" id="{68EC5DA2-9E21-079A-1DD3-09890D505EC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847258" y="12275526"/>
            <a:ext cx="5349247" cy="5349247"/>
          </a:xfrm>
          <a:prstGeom prst="rect">
            <a:avLst/>
          </a:prstGeom>
        </p:spPr>
      </p:pic>
      <p:pic>
        <p:nvPicPr>
          <p:cNvPr id="184" name="Picture 183">
            <a:extLst>
              <a:ext uri="{FF2B5EF4-FFF2-40B4-BE49-F238E27FC236}">
                <a16:creationId xmlns:a16="http://schemas.microsoft.com/office/drawing/2014/main" id="{B2099857-793B-29B3-C8B6-4A8F5C91F25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52527" y="12256678"/>
            <a:ext cx="5309427" cy="5309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61034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84237-AA0E-04D4-2D58-51DD934E1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0C38FF22-DEFF-E6A7-B183-1FE561AA8E41}"/>
              </a:ext>
            </a:extLst>
          </p:cNvPr>
          <p:cNvCxnSpPr>
            <a:cxnSpLocks/>
          </p:cNvCxnSpPr>
          <p:nvPr/>
        </p:nvCxnSpPr>
        <p:spPr>
          <a:xfrm>
            <a:off x="917893" y="5593719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Rectangle 85">
            <a:extLst>
              <a:ext uri="{FF2B5EF4-FFF2-40B4-BE49-F238E27FC236}">
                <a16:creationId xmlns:a16="http://schemas.microsoft.com/office/drawing/2014/main" id="{93BA096D-ADCD-B9E4-7E78-5E6D6F898859}"/>
              </a:ext>
            </a:extLst>
          </p:cNvPr>
          <p:cNvSpPr/>
          <p:nvPr/>
        </p:nvSpPr>
        <p:spPr>
          <a:xfrm>
            <a:off x="3419875" y="4164090"/>
            <a:ext cx="355687" cy="1413703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12C7E468-4221-34BC-2D5A-AAF23BF31B1C}"/>
              </a:ext>
            </a:extLst>
          </p:cNvPr>
          <p:cNvCxnSpPr>
            <a:cxnSpLocks/>
          </p:cNvCxnSpPr>
          <p:nvPr/>
        </p:nvCxnSpPr>
        <p:spPr>
          <a:xfrm>
            <a:off x="4782408" y="5376669"/>
            <a:ext cx="608106" cy="0"/>
          </a:xfrm>
          <a:prstGeom prst="line">
            <a:avLst/>
          </a:prstGeom>
          <a:ln>
            <a:solidFill>
              <a:schemeClr val="tx1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Oval 87">
            <a:extLst>
              <a:ext uri="{FF2B5EF4-FFF2-40B4-BE49-F238E27FC236}">
                <a16:creationId xmlns:a16="http://schemas.microsoft.com/office/drawing/2014/main" id="{2C943673-EFF6-04F4-BBDD-D682174DA31A}"/>
              </a:ext>
            </a:extLst>
          </p:cNvPr>
          <p:cNvSpPr/>
          <p:nvPr/>
        </p:nvSpPr>
        <p:spPr>
          <a:xfrm>
            <a:off x="5587965" y="5413258"/>
            <a:ext cx="168298" cy="168298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9BFEC608-EDDB-2542-30AB-470CE879B4FB}"/>
              </a:ext>
            </a:extLst>
          </p:cNvPr>
          <p:cNvSpPr/>
          <p:nvPr/>
        </p:nvSpPr>
        <p:spPr>
          <a:xfrm>
            <a:off x="1051988" y="5115195"/>
            <a:ext cx="464094" cy="46409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73DFD3A9-5461-B86D-62A7-4B392A338F18}"/>
              </a:ext>
            </a:extLst>
          </p:cNvPr>
          <p:cNvSpPr/>
          <p:nvPr/>
        </p:nvSpPr>
        <p:spPr>
          <a:xfrm>
            <a:off x="5487770" y="5221891"/>
            <a:ext cx="355689" cy="35568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A30038A7-D5ED-E018-03E9-D615CD042C06}"/>
              </a:ext>
            </a:extLst>
          </p:cNvPr>
          <p:cNvCxnSpPr>
            <a:cxnSpLocks/>
          </p:cNvCxnSpPr>
          <p:nvPr/>
        </p:nvCxnSpPr>
        <p:spPr>
          <a:xfrm flipV="1">
            <a:off x="5656068" y="5225860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210E10B8-401B-39AC-53D9-BB0B3A3E2B45}"/>
              </a:ext>
            </a:extLst>
          </p:cNvPr>
          <p:cNvCxnSpPr>
            <a:cxnSpLocks/>
          </p:cNvCxnSpPr>
          <p:nvPr/>
        </p:nvCxnSpPr>
        <p:spPr>
          <a:xfrm rot="-1200000" flipH="1" flipV="1">
            <a:off x="5519983" y="5305776"/>
            <a:ext cx="91839" cy="146292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8872B6F8-AEE3-1F25-3F4F-F59E27678AF6}"/>
              </a:ext>
            </a:extLst>
          </p:cNvPr>
          <p:cNvCxnSpPr>
            <a:cxnSpLocks/>
          </p:cNvCxnSpPr>
          <p:nvPr/>
        </p:nvCxnSpPr>
        <p:spPr>
          <a:xfrm rot="1200000" flipV="1">
            <a:off x="5760766" y="5270653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Oval 93">
            <a:extLst>
              <a:ext uri="{FF2B5EF4-FFF2-40B4-BE49-F238E27FC236}">
                <a16:creationId xmlns:a16="http://schemas.microsoft.com/office/drawing/2014/main" id="{BDC13C2D-2D1A-D53B-B1EC-A884C5B18169}"/>
              </a:ext>
            </a:extLst>
          </p:cNvPr>
          <p:cNvSpPr/>
          <p:nvPr/>
        </p:nvSpPr>
        <p:spPr>
          <a:xfrm>
            <a:off x="4299944" y="5221891"/>
            <a:ext cx="355689" cy="35568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5DF2A72F-D9D7-B5BA-3154-31B8C1FEF52F}"/>
              </a:ext>
            </a:extLst>
          </p:cNvPr>
          <p:cNvSpPr/>
          <p:nvPr/>
        </p:nvSpPr>
        <p:spPr>
          <a:xfrm>
            <a:off x="914092" y="4854428"/>
            <a:ext cx="739298" cy="73929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9B41E74B-BF76-037B-925F-61E73092A10F}"/>
              </a:ext>
            </a:extLst>
          </p:cNvPr>
          <p:cNvCxnSpPr>
            <a:cxnSpLocks/>
          </p:cNvCxnSpPr>
          <p:nvPr/>
        </p:nvCxnSpPr>
        <p:spPr>
          <a:xfrm flipH="1" flipV="1">
            <a:off x="1267831" y="4870328"/>
            <a:ext cx="4420" cy="233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2A71BE33-A857-0777-A04F-B8654B869A88}"/>
              </a:ext>
            </a:extLst>
          </p:cNvPr>
          <p:cNvCxnSpPr>
            <a:cxnSpLocks/>
          </p:cNvCxnSpPr>
          <p:nvPr/>
        </p:nvCxnSpPr>
        <p:spPr>
          <a:xfrm rot="3000000" flipH="1" flipV="1">
            <a:off x="1515882" y="4993793"/>
            <a:ext cx="4420" cy="19799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A0D9B3D5-2456-B135-617B-D7016709CCC4}"/>
              </a:ext>
            </a:extLst>
          </p:cNvPr>
          <p:cNvCxnSpPr>
            <a:cxnSpLocks/>
          </p:cNvCxnSpPr>
          <p:nvPr/>
        </p:nvCxnSpPr>
        <p:spPr>
          <a:xfrm rot="-3000000" flipH="1" flipV="1">
            <a:off x="1049767" y="5001746"/>
            <a:ext cx="4420" cy="19799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E7EF5C13-7BCB-E154-F6B8-615693838D0B}"/>
              </a:ext>
            </a:extLst>
          </p:cNvPr>
          <p:cNvCxnSpPr>
            <a:cxnSpLocks/>
          </p:cNvCxnSpPr>
          <p:nvPr/>
        </p:nvCxnSpPr>
        <p:spPr>
          <a:xfrm>
            <a:off x="914086" y="7395184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1" name="Freeform: Shape 100">
            <a:extLst>
              <a:ext uri="{FF2B5EF4-FFF2-40B4-BE49-F238E27FC236}">
                <a16:creationId xmlns:a16="http://schemas.microsoft.com/office/drawing/2014/main" id="{1464B02A-BBEC-3C1B-1496-0853CD0E3B99}"/>
              </a:ext>
            </a:extLst>
          </p:cNvPr>
          <p:cNvSpPr/>
          <p:nvPr/>
        </p:nvSpPr>
        <p:spPr>
          <a:xfrm>
            <a:off x="2696557" y="5728924"/>
            <a:ext cx="1786965" cy="1465242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9BC494F1-B0F5-DD86-EA77-662B357A0EBC}"/>
              </a:ext>
            </a:extLst>
          </p:cNvPr>
          <p:cNvCxnSpPr>
            <a:cxnSpLocks/>
          </p:cNvCxnSpPr>
          <p:nvPr/>
        </p:nvCxnSpPr>
        <p:spPr>
          <a:xfrm>
            <a:off x="4483515" y="7178133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393F6B6A-9B1F-3347-526C-8082DCF4C5E4}"/>
              </a:ext>
            </a:extLst>
          </p:cNvPr>
          <p:cNvCxnSpPr>
            <a:cxnSpLocks/>
          </p:cNvCxnSpPr>
          <p:nvPr/>
        </p:nvCxnSpPr>
        <p:spPr>
          <a:xfrm>
            <a:off x="4782392" y="7082974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7AB3CB44-795E-595F-BAD3-507DBB43A135}"/>
              </a:ext>
            </a:extLst>
          </p:cNvPr>
          <p:cNvCxnSpPr>
            <a:cxnSpLocks/>
          </p:cNvCxnSpPr>
          <p:nvPr/>
        </p:nvCxnSpPr>
        <p:spPr>
          <a:xfrm rot="10800000">
            <a:off x="4782392" y="7259979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0E40492D-3937-2C47-1D37-017C70BBB264}"/>
              </a:ext>
            </a:extLst>
          </p:cNvPr>
          <p:cNvCxnSpPr>
            <a:cxnSpLocks/>
            <a:stCxn id="101" idx="0"/>
          </p:cNvCxnSpPr>
          <p:nvPr/>
        </p:nvCxnSpPr>
        <p:spPr>
          <a:xfrm flipH="1" flipV="1">
            <a:off x="2118711" y="7178143"/>
            <a:ext cx="577846" cy="1602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Oval 105">
            <a:extLst>
              <a:ext uri="{FF2B5EF4-FFF2-40B4-BE49-F238E27FC236}">
                <a16:creationId xmlns:a16="http://schemas.microsoft.com/office/drawing/2014/main" id="{44963FE2-0DBD-C3A2-634E-BDF238DAA99E}"/>
              </a:ext>
            </a:extLst>
          </p:cNvPr>
          <p:cNvSpPr/>
          <p:nvPr/>
        </p:nvSpPr>
        <p:spPr>
          <a:xfrm>
            <a:off x="5483963" y="7023349"/>
            <a:ext cx="355689" cy="35568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Oval 106">
            <a:extLst>
              <a:ext uri="{FF2B5EF4-FFF2-40B4-BE49-F238E27FC236}">
                <a16:creationId xmlns:a16="http://schemas.microsoft.com/office/drawing/2014/main" id="{0B85D1E1-F3FD-0A98-69F9-94132A81F9E0}"/>
              </a:ext>
            </a:extLst>
          </p:cNvPr>
          <p:cNvSpPr/>
          <p:nvPr/>
        </p:nvSpPr>
        <p:spPr>
          <a:xfrm>
            <a:off x="4296138" y="7023349"/>
            <a:ext cx="355689" cy="35568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Oval 107">
            <a:extLst>
              <a:ext uri="{FF2B5EF4-FFF2-40B4-BE49-F238E27FC236}">
                <a16:creationId xmlns:a16="http://schemas.microsoft.com/office/drawing/2014/main" id="{EA386412-3C5B-CC4E-D574-F95F743EB426}"/>
              </a:ext>
            </a:extLst>
          </p:cNvPr>
          <p:cNvSpPr/>
          <p:nvPr/>
        </p:nvSpPr>
        <p:spPr>
          <a:xfrm>
            <a:off x="1752655" y="7023349"/>
            <a:ext cx="355689" cy="35568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Oval 108">
            <a:extLst>
              <a:ext uri="{FF2B5EF4-FFF2-40B4-BE49-F238E27FC236}">
                <a16:creationId xmlns:a16="http://schemas.microsoft.com/office/drawing/2014/main" id="{0C39C788-A7E8-262B-E870-5E5226B62D6F}"/>
              </a:ext>
            </a:extLst>
          </p:cNvPr>
          <p:cNvSpPr/>
          <p:nvPr/>
        </p:nvSpPr>
        <p:spPr>
          <a:xfrm>
            <a:off x="910286" y="6655886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90BDA2E-F967-E4AF-52BF-981E638AF165}"/>
              </a:ext>
            </a:extLst>
          </p:cNvPr>
          <p:cNvSpPr txBox="1"/>
          <p:nvPr/>
        </p:nvSpPr>
        <p:spPr>
          <a:xfrm>
            <a:off x="1266858" y="2027317"/>
            <a:ext cx="512832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Condition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1E0689D-0BD5-7805-5530-88C224928B41}"/>
              </a:ext>
            </a:extLst>
          </p:cNvPr>
          <p:cNvSpPr txBox="1"/>
          <p:nvPr/>
        </p:nvSpPr>
        <p:spPr>
          <a:xfrm>
            <a:off x="7215492" y="2023683"/>
            <a:ext cx="393248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Control Condition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E6E5DE3-DC3A-4F84-49A5-00C4E299B83B}"/>
              </a:ext>
            </a:extLst>
          </p:cNvPr>
          <p:cNvSpPr txBox="1"/>
          <p:nvPr/>
        </p:nvSpPr>
        <p:spPr>
          <a:xfrm>
            <a:off x="1184872" y="2585770"/>
            <a:ext cx="548477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Constrained Action Event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B8C897C-6CE1-AE2B-29FC-4CDCF370CAEA}"/>
              </a:ext>
            </a:extLst>
          </p:cNvPr>
          <p:cNvSpPr txBox="1"/>
          <p:nvPr/>
        </p:nvSpPr>
        <p:spPr>
          <a:xfrm>
            <a:off x="6847000" y="2580990"/>
            <a:ext cx="599773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Unconstrained Action Event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57FD91E-EE9F-FA78-20DC-11FFDA622AA9}"/>
              </a:ext>
            </a:extLst>
          </p:cNvPr>
          <p:cNvSpPr txBox="1"/>
          <p:nvPr/>
        </p:nvSpPr>
        <p:spPr>
          <a:xfrm>
            <a:off x="15349576" y="-46051"/>
            <a:ext cx="995022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Paradigms Underlying the Five Target Findings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0FBB33C-F27F-1073-38C1-02C8B9447A07}"/>
              </a:ext>
            </a:extLst>
          </p:cNvPr>
          <p:cNvSpPr txBox="1"/>
          <p:nvPr/>
        </p:nvSpPr>
        <p:spPr>
          <a:xfrm>
            <a:off x="9070408" y="560383"/>
            <a:ext cx="8041305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Target Finding 4: 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Graded Representations of Efficiency 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59C5EE69-ED1C-E7CB-58D2-421C44499C91}"/>
              </a:ext>
            </a:extLst>
          </p:cNvPr>
          <p:cNvSpPr txBox="1"/>
          <p:nvPr/>
        </p:nvSpPr>
        <p:spPr>
          <a:xfrm>
            <a:off x="13721932" y="2153955"/>
            <a:ext cx="512832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Condition</a:t>
            </a: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3DA90DBE-8295-EE77-DAB1-3935490AEAB5}"/>
              </a:ext>
            </a:extLst>
          </p:cNvPr>
          <p:cNvSpPr txBox="1"/>
          <p:nvPr/>
        </p:nvSpPr>
        <p:spPr>
          <a:xfrm>
            <a:off x="13639940" y="2712408"/>
            <a:ext cx="548477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Constrained Action Event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BE4DDA2-909D-9DA0-D501-CE8556EA1E4B}"/>
              </a:ext>
            </a:extLst>
          </p:cNvPr>
          <p:cNvSpPr/>
          <p:nvPr/>
        </p:nvSpPr>
        <p:spPr>
          <a:xfrm>
            <a:off x="3419875" y="5965335"/>
            <a:ext cx="355687" cy="1413703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C9667DE-3E4F-FC51-CCA8-FC265D2D6A2C}"/>
              </a:ext>
            </a:extLst>
          </p:cNvPr>
          <p:cNvCxnSpPr>
            <a:cxnSpLocks/>
          </p:cNvCxnSpPr>
          <p:nvPr/>
        </p:nvCxnSpPr>
        <p:spPr>
          <a:xfrm>
            <a:off x="921693" y="9667885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FB1B2F7C-AA7F-C86F-2FBC-ACC61D562D10}"/>
              </a:ext>
            </a:extLst>
          </p:cNvPr>
          <p:cNvSpPr/>
          <p:nvPr/>
        </p:nvSpPr>
        <p:spPr>
          <a:xfrm>
            <a:off x="2704164" y="9180495"/>
            <a:ext cx="1786965" cy="286371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ADC264B-6C7F-8973-B7B6-E4C333A3F061}"/>
              </a:ext>
            </a:extLst>
          </p:cNvPr>
          <p:cNvCxnSpPr>
            <a:cxnSpLocks/>
          </p:cNvCxnSpPr>
          <p:nvPr/>
        </p:nvCxnSpPr>
        <p:spPr>
          <a:xfrm>
            <a:off x="4491122" y="9450834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9AD97C7-D097-ADF5-EC1D-981834D16118}"/>
              </a:ext>
            </a:extLst>
          </p:cNvPr>
          <p:cNvCxnSpPr>
            <a:cxnSpLocks/>
          </p:cNvCxnSpPr>
          <p:nvPr/>
        </p:nvCxnSpPr>
        <p:spPr>
          <a:xfrm>
            <a:off x="4789999" y="9355675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5503557-A511-EAF3-E52B-D0C90BDD4623}"/>
              </a:ext>
            </a:extLst>
          </p:cNvPr>
          <p:cNvCxnSpPr>
            <a:cxnSpLocks/>
          </p:cNvCxnSpPr>
          <p:nvPr/>
        </p:nvCxnSpPr>
        <p:spPr>
          <a:xfrm rot="10800000">
            <a:off x="4789999" y="9532680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486F6FE-3561-3F53-D2F4-EDB5CF501819}"/>
              </a:ext>
            </a:extLst>
          </p:cNvPr>
          <p:cNvCxnSpPr>
            <a:cxnSpLocks/>
            <a:stCxn id="9" idx="0"/>
          </p:cNvCxnSpPr>
          <p:nvPr/>
        </p:nvCxnSpPr>
        <p:spPr>
          <a:xfrm flipH="1" flipV="1">
            <a:off x="2126318" y="9450844"/>
            <a:ext cx="577846" cy="1602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D82600EB-F30D-AFF2-86C8-A8B4348E946E}"/>
              </a:ext>
            </a:extLst>
          </p:cNvPr>
          <p:cNvSpPr/>
          <p:nvPr/>
        </p:nvSpPr>
        <p:spPr>
          <a:xfrm>
            <a:off x="5491570" y="9296050"/>
            <a:ext cx="355689" cy="35568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A6CE888-BB4E-A991-439D-132898A21B04}"/>
              </a:ext>
            </a:extLst>
          </p:cNvPr>
          <p:cNvSpPr/>
          <p:nvPr/>
        </p:nvSpPr>
        <p:spPr>
          <a:xfrm>
            <a:off x="4303745" y="9296050"/>
            <a:ext cx="355689" cy="35568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1D16CFE-4B27-23F2-FAAD-AE86F799BD8B}"/>
              </a:ext>
            </a:extLst>
          </p:cNvPr>
          <p:cNvSpPr/>
          <p:nvPr/>
        </p:nvSpPr>
        <p:spPr>
          <a:xfrm>
            <a:off x="1760262" y="9296050"/>
            <a:ext cx="355689" cy="35568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C29A940D-C71A-318D-46DE-8CEB1D5D8F02}"/>
              </a:ext>
            </a:extLst>
          </p:cNvPr>
          <p:cNvSpPr/>
          <p:nvPr/>
        </p:nvSpPr>
        <p:spPr>
          <a:xfrm>
            <a:off x="917893" y="8928587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BE48241-1FF3-DFAB-C3B1-EEB230A94B58}"/>
              </a:ext>
            </a:extLst>
          </p:cNvPr>
          <p:cNvSpPr/>
          <p:nvPr/>
        </p:nvSpPr>
        <p:spPr>
          <a:xfrm>
            <a:off x="3427483" y="9303026"/>
            <a:ext cx="348080" cy="348713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04161556-9D84-CE22-4959-4D7EF5A65531}"/>
              </a:ext>
            </a:extLst>
          </p:cNvPr>
          <p:cNvCxnSpPr>
            <a:cxnSpLocks/>
          </p:cNvCxnSpPr>
          <p:nvPr/>
        </p:nvCxnSpPr>
        <p:spPr>
          <a:xfrm>
            <a:off x="914086" y="11727989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B69AD547-2E26-6279-588B-D4FD9BFACDC4}"/>
              </a:ext>
            </a:extLst>
          </p:cNvPr>
          <p:cNvSpPr/>
          <p:nvPr/>
        </p:nvSpPr>
        <p:spPr>
          <a:xfrm>
            <a:off x="2696557" y="10061729"/>
            <a:ext cx="1786965" cy="1465242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558555E-B770-8ABE-2DD5-D1E18D9C4773}"/>
              </a:ext>
            </a:extLst>
          </p:cNvPr>
          <p:cNvCxnSpPr>
            <a:cxnSpLocks/>
          </p:cNvCxnSpPr>
          <p:nvPr/>
        </p:nvCxnSpPr>
        <p:spPr>
          <a:xfrm>
            <a:off x="4483515" y="11510938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12D2CBA-59B8-8C1B-E226-F9D3DC3F90DE}"/>
              </a:ext>
            </a:extLst>
          </p:cNvPr>
          <p:cNvCxnSpPr>
            <a:cxnSpLocks/>
          </p:cNvCxnSpPr>
          <p:nvPr/>
        </p:nvCxnSpPr>
        <p:spPr>
          <a:xfrm>
            <a:off x="4782392" y="11415779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42DFA69D-19FD-916C-A752-B6889D853495}"/>
              </a:ext>
            </a:extLst>
          </p:cNvPr>
          <p:cNvCxnSpPr>
            <a:cxnSpLocks/>
          </p:cNvCxnSpPr>
          <p:nvPr/>
        </p:nvCxnSpPr>
        <p:spPr>
          <a:xfrm rot="10800000">
            <a:off x="4782392" y="11592784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3526E82-F670-1651-A0E4-1755CF5435BA}"/>
              </a:ext>
            </a:extLst>
          </p:cNvPr>
          <p:cNvCxnSpPr>
            <a:cxnSpLocks/>
            <a:stCxn id="22" idx="0"/>
          </p:cNvCxnSpPr>
          <p:nvPr/>
        </p:nvCxnSpPr>
        <p:spPr>
          <a:xfrm flipH="1" flipV="1">
            <a:off x="2118711" y="11510948"/>
            <a:ext cx="577846" cy="1602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06B36742-7F9A-AB00-E5CE-CD92EE1E31C8}"/>
              </a:ext>
            </a:extLst>
          </p:cNvPr>
          <p:cNvSpPr/>
          <p:nvPr/>
        </p:nvSpPr>
        <p:spPr>
          <a:xfrm>
            <a:off x="5483963" y="11356154"/>
            <a:ext cx="355689" cy="35568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B2A72E0B-17F8-FBCC-5B2B-0628B7259EB5}"/>
              </a:ext>
            </a:extLst>
          </p:cNvPr>
          <p:cNvSpPr/>
          <p:nvPr/>
        </p:nvSpPr>
        <p:spPr>
          <a:xfrm>
            <a:off x="4296138" y="11356154"/>
            <a:ext cx="355689" cy="35568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8B32563A-2E16-8AAD-9A5E-29C9C4AE5BED}"/>
              </a:ext>
            </a:extLst>
          </p:cNvPr>
          <p:cNvSpPr/>
          <p:nvPr/>
        </p:nvSpPr>
        <p:spPr>
          <a:xfrm>
            <a:off x="1752655" y="11356154"/>
            <a:ext cx="355689" cy="35568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048C03B8-D8AE-F04D-64F0-0CE63D3170E9}"/>
              </a:ext>
            </a:extLst>
          </p:cNvPr>
          <p:cNvSpPr/>
          <p:nvPr/>
        </p:nvSpPr>
        <p:spPr>
          <a:xfrm>
            <a:off x="910286" y="10988691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27D0E6C-FBC0-33D7-9195-C928D709AEE8}"/>
              </a:ext>
            </a:extLst>
          </p:cNvPr>
          <p:cNvSpPr/>
          <p:nvPr/>
        </p:nvSpPr>
        <p:spPr>
          <a:xfrm>
            <a:off x="3402665" y="11379051"/>
            <a:ext cx="348080" cy="348713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E59DA24A-B8D5-E3E6-0520-005539D51F9D}"/>
              </a:ext>
            </a:extLst>
          </p:cNvPr>
          <p:cNvCxnSpPr>
            <a:cxnSpLocks/>
          </p:cNvCxnSpPr>
          <p:nvPr/>
        </p:nvCxnSpPr>
        <p:spPr>
          <a:xfrm>
            <a:off x="7123073" y="5577418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56E47D62-F615-6740-5D9F-77D810E07044}"/>
              </a:ext>
            </a:extLst>
          </p:cNvPr>
          <p:cNvSpPr/>
          <p:nvPr/>
        </p:nvSpPr>
        <p:spPr>
          <a:xfrm>
            <a:off x="12248984" y="4147789"/>
            <a:ext cx="355687" cy="1413703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602776ED-6022-1EFC-C63D-B7110524FCE9}"/>
              </a:ext>
            </a:extLst>
          </p:cNvPr>
          <p:cNvCxnSpPr>
            <a:cxnSpLocks/>
          </p:cNvCxnSpPr>
          <p:nvPr/>
        </p:nvCxnSpPr>
        <p:spPr>
          <a:xfrm>
            <a:off x="10987588" y="5360368"/>
            <a:ext cx="608106" cy="0"/>
          </a:xfrm>
          <a:prstGeom prst="line">
            <a:avLst/>
          </a:prstGeom>
          <a:ln>
            <a:solidFill>
              <a:schemeClr val="tx1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>
            <a:extLst>
              <a:ext uri="{FF2B5EF4-FFF2-40B4-BE49-F238E27FC236}">
                <a16:creationId xmlns:a16="http://schemas.microsoft.com/office/drawing/2014/main" id="{813475F7-4216-07BA-C83C-EFED368E5558}"/>
              </a:ext>
            </a:extLst>
          </p:cNvPr>
          <p:cNvSpPr/>
          <p:nvPr/>
        </p:nvSpPr>
        <p:spPr>
          <a:xfrm>
            <a:off x="11793145" y="5396957"/>
            <a:ext cx="168298" cy="168298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33658507-1376-A5EA-E7D7-72D37E9F974D}"/>
              </a:ext>
            </a:extLst>
          </p:cNvPr>
          <p:cNvSpPr/>
          <p:nvPr/>
        </p:nvSpPr>
        <p:spPr>
          <a:xfrm>
            <a:off x="7257168" y="5098894"/>
            <a:ext cx="464094" cy="46409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23A76041-CCBE-F30F-9DF2-BA62F1E178CC}"/>
              </a:ext>
            </a:extLst>
          </p:cNvPr>
          <p:cNvSpPr/>
          <p:nvPr/>
        </p:nvSpPr>
        <p:spPr>
          <a:xfrm>
            <a:off x="11692950" y="5205590"/>
            <a:ext cx="355689" cy="35568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0650F007-A06E-3FAC-A7A2-8BD2612AB409}"/>
              </a:ext>
            </a:extLst>
          </p:cNvPr>
          <p:cNvCxnSpPr>
            <a:cxnSpLocks/>
          </p:cNvCxnSpPr>
          <p:nvPr/>
        </p:nvCxnSpPr>
        <p:spPr>
          <a:xfrm flipV="1">
            <a:off x="11861248" y="5209559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C445CCA-ADBA-6F0C-06D1-15E158992FC4}"/>
              </a:ext>
            </a:extLst>
          </p:cNvPr>
          <p:cNvCxnSpPr>
            <a:cxnSpLocks/>
          </p:cNvCxnSpPr>
          <p:nvPr/>
        </p:nvCxnSpPr>
        <p:spPr>
          <a:xfrm rot="-1200000" flipH="1" flipV="1">
            <a:off x="11725163" y="5289475"/>
            <a:ext cx="91839" cy="146292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D237BD22-2CE3-9747-D84F-ABD03123F83E}"/>
              </a:ext>
            </a:extLst>
          </p:cNvPr>
          <p:cNvCxnSpPr>
            <a:cxnSpLocks/>
          </p:cNvCxnSpPr>
          <p:nvPr/>
        </p:nvCxnSpPr>
        <p:spPr>
          <a:xfrm rot="1200000" flipV="1">
            <a:off x="11965946" y="5254352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Oval 71">
            <a:extLst>
              <a:ext uri="{FF2B5EF4-FFF2-40B4-BE49-F238E27FC236}">
                <a16:creationId xmlns:a16="http://schemas.microsoft.com/office/drawing/2014/main" id="{DA28C393-F96A-47A8-ABD1-383707AEB9EA}"/>
              </a:ext>
            </a:extLst>
          </p:cNvPr>
          <p:cNvSpPr/>
          <p:nvPr/>
        </p:nvSpPr>
        <p:spPr>
          <a:xfrm>
            <a:off x="10505124" y="5205590"/>
            <a:ext cx="355689" cy="35568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A871B616-96C7-19A2-CEA6-AAE047E7F741}"/>
              </a:ext>
            </a:extLst>
          </p:cNvPr>
          <p:cNvSpPr/>
          <p:nvPr/>
        </p:nvSpPr>
        <p:spPr>
          <a:xfrm>
            <a:off x="7119272" y="4838127"/>
            <a:ext cx="739298" cy="73929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9802AA4C-AF60-3F54-4CAB-E94E7A6912CD}"/>
              </a:ext>
            </a:extLst>
          </p:cNvPr>
          <p:cNvCxnSpPr>
            <a:cxnSpLocks/>
          </p:cNvCxnSpPr>
          <p:nvPr/>
        </p:nvCxnSpPr>
        <p:spPr>
          <a:xfrm flipH="1" flipV="1">
            <a:off x="7473011" y="4854027"/>
            <a:ext cx="4420" cy="233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401BB739-EB10-6886-E3F7-33ABA65720A2}"/>
              </a:ext>
            </a:extLst>
          </p:cNvPr>
          <p:cNvCxnSpPr>
            <a:cxnSpLocks/>
          </p:cNvCxnSpPr>
          <p:nvPr/>
        </p:nvCxnSpPr>
        <p:spPr>
          <a:xfrm rot="3000000" flipH="1" flipV="1">
            <a:off x="7721062" y="4977492"/>
            <a:ext cx="4420" cy="19799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8411F76D-3FE0-2367-34F3-D41AA9B82287}"/>
              </a:ext>
            </a:extLst>
          </p:cNvPr>
          <p:cNvCxnSpPr>
            <a:cxnSpLocks/>
          </p:cNvCxnSpPr>
          <p:nvPr/>
        </p:nvCxnSpPr>
        <p:spPr>
          <a:xfrm rot="-3000000" flipH="1" flipV="1">
            <a:off x="7254947" y="4985445"/>
            <a:ext cx="4420" cy="19799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E8D81AA6-5B3F-A1AC-7A35-D2C670BAC2E6}"/>
              </a:ext>
            </a:extLst>
          </p:cNvPr>
          <p:cNvCxnSpPr>
            <a:cxnSpLocks/>
          </p:cNvCxnSpPr>
          <p:nvPr/>
        </p:nvCxnSpPr>
        <p:spPr>
          <a:xfrm>
            <a:off x="7119266" y="7378883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9" name="Freeform: Shape 78">
            <a:extLst>
              <a:ext uri="{FF2B5EF4-FFF2-40B4-BE49-F238E27FC236}">
                <a16:creationId xmlns:a16="http://schemas.microsoft.com/office/drawing/2014/main" id="{47105625-6D0A-8B57-4074-80AEEFC8927F}"/>
              </a:ext>
            </a:extLst>
          </p:cNvPr>
          <p:cNvSpPr/>
          <p:nvPr/>
        </p:nvSpPr>
        <p:spPr>
          <a:xfrm>
            <a:off x="8901737" y="5712623"/>
            <a:ext cx="1786965" cy="1465242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460D8FE5-92AD-459A-0FAD-EFEF708D3409}"/>
              </a:ext>
            </a:extLst>
          </p:cNvPr>
          <p:cNvCxnSpPr>
            <a:cxnSpLocks/>
          </p:cNvCxnSpPr>
          <p:nvPr/>
        </p:nvCxnSpPr>
        <p:spPr>
          <a:xfrm>
            <a:off x="10688695" y="7161832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0FF5DA0C-0F8E-6674-7C30-A91F4776B752}"/>
              </a:ext>
            </a:extLst>
          </p:cNvPr>
          <p:cNvCxnSpPr>
            <a:cxnSpLocks/>
          </p:cNvCxnSpPr>
          <p:nvPr/>
        </p:nvCxnSpPr>
        <p:spPr>
          <a:xfrm>
            <a:off x="10987572" y="7066673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4747FEEB-EB62-43DF-2485-C7E44E130DA2}"/>
              </a:ext>
            </a:extLst>
          </p:cNvPr>
          <p:cNvCxnSpPr>
            <a:cxnSpLocks/>
          </p:cNvCxnSpPr>
          <p:nvPr/>
        </p:nvCxnSpPr>
        <p:spPr>
          <a:xfrm rot="10800000">
            <a:off x="10987572" y="7243678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Arrow Connector 132">
            <a:extLst>
              <a:ext uri="{FF2B5EF4-FFF2-40B4-BE49-F238E27FC236}">
                <a16:creationId xmlns:a16="http://schemas.microsoft.com/office/drawing/2014/main" id="{1E2EFFEE-383B-402C-0348-3B874A643124}"/>
              </a:ext>
            </a:extLst>
          </p:cNvPr>
          <p:cNvCxnSpPr>
            <a:cxnSpLocks/>
            <a:stCxn id="79" idx="0"/>
          </p:cNvCxnSpPr>
          <p:nvPr/>
        </p:nvCxnSpPr>
        <p:spPr>
          <a:xfrm flipH="1" flipV="1">
            <a:off x="8323891" y="7161842"/>
            <a:ext cx="577846" cy="1602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Oval 134">
            <a:extLst>
              <a:ext uri="{FF2B5EF4-FFF2-40B4-BE49-F238E27FC236}">
                <a16:creationId xmlns:a16="http://schemas.microsoft.com/office/drawing/2014/main" id="{7E07C7AF-A356-9E1C-51CF-6C704816C421}"/>
              </a:ext>
            </a:extLst>
          </p:cNvPr>
          <p:cNvSpPr/>
          <p:nvPr/>
        </p:nvSpPr>
        <p:spPr>
          <a:xfrm>
            <a:off x="11689143" y="7007048"/>
            <a:ext cx="355689" cy="35568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" name="Oval 135">
            <a:extLst>
              <a:ext uri="{FF2B5EF4-FFF2-40B4-BE49-F238E27FC236}">
                <a16:creationId xmlns:a16="http://schemas.microsoft.com/office/drawing/2014/main" id="{081FAFD8-D47B-FCBF-71D3-ECA8E4AA17F3}"/>
              </a:ext>
            </a:extLst>
          </p:cNvPr>
          <p:cNvSpPr/>
          <p:nvPr/>
        </p:nvSpPr>
        <p:spPr>
          <a:xfrm>
            <a:off x="10501318" y="7007048"/>
            <a:ext cx="355689" cy="35568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Oval 136">
            <a:extLst>
              <a:ext uri="{FF2B5EF4-FFF2-40B4-BE49-F238E27FC236}">
                <a16:creationId xmlns:a16="http://schemas.microsoft.com/office/drawing/2014/main" id="{55E9E9E0-6C02-8BF5-8B46-96A69F9900E6}"/>
              </a:ext>
            </a:extLst>
          </p:cNvPr>
          <p:cNvSpPr/>
          <p:nvPr/>
        </p:nvSpPr>
        <p:spPr>
          <a:xfrm>
            <a:off x="7957835" y="7007048"/>
            <a:ext cx="355689" cy="35568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8" name="Oval 137">
            <a:extLst>
              <a:ext uri="{FF2B5EF4-FFF2-40B4-BE49-F238E27FC236}">
                <a16:creationId xmlns:a16="http://schemas.microsoft.com/office/drawing/2014/main" id="{6488E70C-EA1A-0241-C975-87661D197329}"/>
              </a:ext>
            </a:extLst>
          </p:cNvPr>
          <p:cNvSpPr/>
          <p:nvPr/>
        </p:nvSpPr>
        <p:spPr>
          <a:xfrm>
            <a:off x="7115466" y="6639585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9A0AB5D0-2212-4C4C-6D17-9151C496D366}"/>
              </a:ext>
            </a:extLst>
          </p:cNvPr>
          <p:cNvSpPr/>
          <p:nvPr/>
        </p:nvSpPr>
        <p:spPr>
          <a:xfrm>
            <a:off x="12280788" y="5949034"/>
            <a:ext cx="355687" cy="1413703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4FA978FA-3C2D-A05B-B240-BD73682D688A}"/>
              </a:ext>
            </a:extLst>
          </p:cNvPr>
          <p:cNvCxnSpPr>
            <a:cxnSpLocks/>
          </p:cNvCxnSpPr>
          <p:nvPr/>
        </p:nvCxnSpPr>
        <p:spPr>
          <a:xfrm>
            <a:off x="7119425" y="9615521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2" name="Freeform: Shape 141">
            <a:extLst>
              <a:ext uri="{FF2B5EF4-FFF2-40B4-BE49-F238E27FC236}">
                <a16:creationId xmlns:a16="http://schemas.microsoft.com/office/drawing/2014/main" id="{A38E9E30-5A84-FF7F-E223-ADEAC6F5B34C}"/>
              </a:ext>
            </a:extLst>
          </p:cNvPr>
          <p:cNvSpPr/>
          <p:nvPr/>
        </p:nvSpPr>
        <p:spPr>
          <a:xfrm>
            <a:off x="8901896" y="9128131"/>
            <a:ext cx="1786965" cy="286371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6A54605B-860C-9AA8-91C6-559EE536C53B}"/>
              </a:ext>
            </a:extLst>
          </p:cNvPr>
          <p:cNvCxnSpPr>
            <a:cxnSpLocks/>
          </p:cNvCxnSpPr>
          <p:nvPr/>
        </p:nvCxnSpPr>
        <p:spPr>
          <a:xfrm>
            <a:off x="10688854" y="9398470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BFE208A0-8321-7787-B0E0-D8219DDC577B}"/>
              </a:ext>
            </a:extLst>
          </p:cNvPr>
          <p:cNvCxnSpPr>
            <a:cxnSpLocks/>
          </p:cNvCxnSpPr>
          <p:nvPr/>
        </p:nvCxnSpPr>
        <p:spPr>
          <a:xfrm>
            <a:off x="10987731" y="9303311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9DDCA8A8-92C0-EFDA-7F41-117943ECEAC2}"/>
              </a:ext>
            </a:extLst>
          </p:cNvPr>
          <p:cNvCxnSpPr>
            <a:cxnSpLocks/>
          </p:cNvCxnSpPr>
          <p:nvPr/>
        </p:nvCxnSpPr>
        <p:spPr>
          <a:xfrm rot="10800000">
            <a:off x="10987731" y="9480316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Straight Arrow Connector 157">
            <a:extLst>
              <a:ext uri="{FF2B5EF4-FFF2-40B4-BE49-F238E27FC236}">
                <a16:creationId xmlns:a16="http://schemas.microsoft.com/office/drawing/2014/main" id="{67B0347C-E07B-66EC-569C-21200082F0BD}"/>
              </a:ext>
            </a:extLst>
          </p:cNvPr>
          <p:cNvCxnSpPr>
            <a:cxnSpLocks/>
            <a:stCxn id="142" idx="0"/>
          </p:cNvCxnSpPr>
          <p:nvPr/>
        </p:nvCxnSpPr>
        <p:spPr>
          <a:xfrm flipH="1" flipV="1">
            <a:off x="8324050" y="9398480"/>
            <a:ext cx="577846" cy="1602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Oval 158">
            <a:extLst>
              <a:ext uri="{FF2B5EF4-FFF2-40B4-BE49-F238E27FC236}">
                <a16:creationId xmlns:a16="http://schemas.microsoft.com/office/drawing/2014/main" id="{D30B44DE-ED50-5CBD-8A30-49B5361B973C}"/>
              </a:ext>
            </a:extLst>
          </p:cNvPr>
          <p:cNvSpPr/>
          <p:nvPr/>
        </p:nvSpPr>
        <p:spPr>
          <a:xfrm>
            <a:off x="11689302" y="9243686"/>
            <a:ext cx="355689" cy="35568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3" name="Oval 172">
            <a:extLst>
              <a:ext uri="{FF2B5EF4-FFF2-40B4-BE49-F238E27FC236}">
                <a16:creationId xmlns:a16="http://schemas.microsoft.com/office/drawing/2014/main" id="{79D10BF1-A1F6-C6F3-21AA-3C2A73A401C0}"/>
              </a:ext>
            </a:extLst>
          </p:cNvPr>
          <p:cNvSpPr/>
          <p:nvPr/>
        </p:nvSpPr>
        <p:spPr>
          <a:xfrm>
            <a:off x="10501477" y="9243686"/>
            <a:ext cx="355689" cy="35568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0" name="Oval 179">
            <a:extLst>
              <a:ext uri="{FF2B5EF4-FFF2-40B4-BE49-F238E27FC236}">
                <a16:creationId xmlns:a16="http://schemas.microsoft.com/office/drawing/2014/main" id="{262ACD11-3A38-F6F7-6FF8-0CE18A145DBB}"/>
              </a:ext>
            </a:extLst>
          </p:cNvPr>
          <p:cNvSpPr/>
          <p:nvPr/>
        </p:nvSpPr>
        <p:spPr>
          <a:xfrm>
            <a:off x="7957994" y="9243686"/>
            <a:ext cx="355689" cy="35568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1" name="Oval 180">
            <a:extLst>
              <a:ext uri="{FF2B5EF4-FFF2-40B4-BE49-F238E27FC236}">
                <a16:creationId xmlns:a16="http://schemas.microsoft.com/office/drawing/2014/main" id="{F3FCE7D5-E86F-ACE4-FDFB-1D3CE3696FEF}"/>
              </a:ext>
            </a:extLst>
          </p:cNvPr>
          <p:cNvSpPr/>
          <p:nvPr/>
        </p:nvSpPr>
        <p:spPr>
          <a:xfrm>
            <a:off x="7115625" y="8876223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76A20927-1116-718F-7043-7F425536FF60}"/>
              </a:ext>
            </a:extLst>
          </p:cNvPr>
          <p:cNvSpPr/>
          <p:nvPr/>
        </p:nvSpPr>
        <p:spPr>
          <a:xfrm>
            <a:off x="12280950" y="9250662"/>
            <a:ext cx="348080" cy="348713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FC067258-7DFB-59D8-A349-7A2EC4B15BD9}"/>
              </a:ext>
            </a:extLst>
          </p:cNvPr>
          <p:cNvCxnSpPr>
            <a:cxnSpLocks/>
          </p:cNvCxnSpPr>
          <p:nvPr/>
        </p:nvCxnSpPr>
        <p:spPr>
          <a:xfrm>
            <a:off x="7111818" y="11675625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4" name="Freeform: Shape 183">
            <a:extLst>
              <a:ext uri="{FF2B5EF4-FFF2-40B4-BE49-F238E27FC236}">
                <a16:creationId xmlns:a16="http://schemas.microsoft.com/office/drawing/2014/main" id="{62DA677D-33C7-11E5-0359-42A7698E22AA}"/>
              </a:ext>
            </a:extLst>
          </p:cNvPr>
          <p:cNvSpPr/>
          <p:nvPr/>
        </p:nvSpPr>
        <p:spPr>
          <a:xfrm>
            <a:off x="8894289" y="10009365"/>
            <a:ext cx="1786965" cy="1465242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5" name="Straight Connector 184">
            <a:extLst>
              <a:ext uri="{FF2B5EF4-FFF2-40B4-BE49-F238E27FC236}">
                <a16:creationId xmlns:a16="http://schemas.microsoft.com/office/drawing/2014/main" id="{D9C4E75A-C893-DA35-F781-B1EAB1CAA89B}"/>
              </a:ext>
            </a:extLst>
          </p:cNvPr>
          <p:cNvCxnSpPr>
            <a:cxnSpLocks/>
          </p:cNvCxnSpPr>
          <p:nvPr/>
        </p:nvCxnSpPr>
        <p:spPr>
          <a:xfrm>
            <a:off x="10681247" y="11458574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447EA7A7-7D17-3684-B198-AB45BFBDA4B0}"/>
              </a:ext>
            </a:extLst>
          </p:cNvPr>
          <p:cNvCxnSpPr>
            <a:cxnSpLocks/>
          </p:cNvCxnSpPr>
          <p:nvPr/>
        </p:nvCxnSpPr>
        <p:spPr>
          <a:xfrm>
            <a:off x="10980124" y="11363415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3F1677A9-8D05-5446-8A22-45C3B3A83FC6}"/>
              </a:ext>
            </a:extLst>
          </p:cNvPr>
          <p:cNvCxnSpPr>
            <a:cxnSpLocks/>
          </p:cNvCxnSpPr>
          <p:nvPr/>
        </p:nvCxnSpPr>
        <p:spPr>
          <a:xfrm rot="10800000">
            <a:off x="10980124" y="11540420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178D060A-F531-3579-6B5B-4020C3C60093}"/>
              </a:ext>
            </a:extLst>
          </p:cNvPr>
          <p:cNvCxnSpPr>
            <a:cxnSpLocks/>
            <a:stCxn id="184" idx="0"/>
          </p:cNvCxnSpPr>
          <p:nvPr/>
        </p:nvCxnSpPr>
        <p:spPr>
          <a:xfrm flipH="1" flipV="1">
            <a:off x="8316443" y="11458584"/>
            <a:ext cx="577846" cy="1602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Oval 188">
            <a:extLst>
              <a:ext uri="{FF2B5EF4-FFF2-40B4-BE49-F238E27FC236}">
                <a16:creationId xmlns:a16="http://schemas.microsoft.com/office/drawing/2014/main" id="{130173D3-A325-791B-1B02-70A7F4AC4CD4}"/>
              </a:ext>
            </a:extLst>
          </p:cNvPr>
          <p:cNvSpPr/>
          <p:nvPr/>
        </p:nvSpPr>
        <p:spPr>
          <a:xfrm>
            <a:off x="11681695" y="11303790"/>
            <a:ext cx="355689" cy="35568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0" name="Oval 189">
            <a:extLst>
              <a:ext uri="{FF2B5EF4-FFF2-40B4-BE49-F238E27FC236}">
                <a16:creationId xmlns:a16="http://schemas.microsoft.com/office/drawing/2014/main" id="{C9CD3897-45D4-72FD-644F-76973EC70D45}"/>
              </a:ext>
            </a:extLst>
          </p:cNvPr>
          <p:cNvSpPr/>
          <p:nvPr/>
        </p:nvSpPr>
        <p:spPr>
          <a:xfrm>
            <a:off x="10493870" y="11303790"/>
            <a:ext cx="355689" cy="35568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1" name="Oval 190">
            <a:extLst>
              <a:ext uri="{FF2B5EF4-FFF2-40B4-BE49-F238E27FC236}">
                <a16:creationId xmlns:a16="http://schemas.microsoft.com/office/drawing/2014/main" id="{6529B2C0-48B1-A5C3-B42B-37126F3A6819}"/>
              </a:ext>
            </a:extLst>
          </p:cNvPr>
          <p:cNvSpPr/>
          <p:nvPr/>
        </p:nvSpPr>
        <p:spPr>
          <a:xfrm>
            <a:off x="7950387" y="11303790"/>
            <a:ext cx="355689" cy="35568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2" name="Oval 191">
            <a:extLst>
              <a:ext uri="{FF2B5EF4-FFF2-40B4-BE49-F238E27FC236}">
                <a16:creationId xmlns:a16="http://schemas.microsoft.com/office/drawing/2014/main" id="{360953A8-46A9-2297-E444-C729717B4E38}"/>
              </a:ext>
            </a:extLst>
          </p:cNvPr>
          <p:cNvSpPr/>
          <p:nvPr/>
        </p:nvSpPr>
        <p:spPr>
          <a:xfrm>
            <a:off x="7108018" y="10936327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3" name="Rectangle 192">
            <a:extLst>
              <a:ext uri="{FF2B5EF4-FFF2-40B4-BE49-F238E27FC236}">
                <a16:creationId xmlns:a16="http://schemas.microsoft.com/office/drawing/2014/main" id="{137A6A68-0DDE-C26C-A6AD-ADDDAEFC769A}"/>
              </a:ext>
            </a:extLst>
          </p:cNvPr>
          <p:cNvSpPr/>
          <p:nvPr/>
        </p:nvSpPr>
        <p:spPr>
          <a:xfrm>
            <a:off x="12256132" y="11326687"/>
            <a:ext cx="348080" cy="348713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2" name="Straight Connector 281">
            <a:extLst>
              <a:ext uri="{FF2B5EF4-FFF2-40B4-BE49-F238E27FC236}">
                <a16:creationId xmlns:a16="http://schemas.microsoft.com/office/drawing/2014/main" id="{923C905B-B0C7-DE84-8691-8F39A1A6D2B9}"/>
              </a:ext>
            </a:extLst>
          </p:cNvPr>
          <p:cNvCxnSpPr>
            <a:cxnSpLocks/>
          </p:cNvCxnSpPr>
          <p:nvPr/>
        </p:nvCxnSpPr>
        <p:spPr>
          <a:xfrm>
            <a:off x="13546875" y="5577418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3" name="Rectangle 282">
            <a:extLst>
              <a:ext uri="{FF2B5EF4-FFF2-40B4-BE49-F238E27FC236}">
                <a16:creationId xmlns:a16="http://schemas.microsoft.com/office/drawing/2014/main" id="{33D66EAD-5122-1A38-8778-3F6F89DD4DE5}"/>
              </a:ext>
            </a:extLst>
          </p:cNvPr>
          <p:cNvSpPr/>
          <p:nvPr/>
        </p:nvSpPr>
        <p:spPr>
          <a:xfrm>
            <a:off x="18672786" y="4147789"/>
            <a:ext cx="355687" cy="1413703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4" name="Straight Connector 283">
            <a:extLst>
              <a:ext uri="{FF2B5EF4-FFF2-40B4-BE49-F238E27FC236}">
                <a16:creationId xmlns:a16="http://schemas.microsoft.com/office/drawing/2014/main" id="{66BF8FA2-ED95-EC5F-7280-A8DB4D049F40}"/>
              </a:ext>
            </a:extLst>
          </p:cNvPr>
          <p:cNvCxnSpPr>
            <a:cxnSpLocks/>
          </p:cNvCxnSpPr>
          <p:nvPr/>
        </p:nvCxnSpPr>
        <p:spPr>
          <a:xfrm>
            <a:off x="17411390" y="5360368"/>
            <a:ext cx="608106" cy="0"/>
          </a:xfrm>
          <a:prstGeom prst="line">
            <a:avLst/>
          </a:prstGeom>
          <a:ln>
            <a:solidFill>
              <a:schemeClr val="tx1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5" name="Oval 284">
            <a:extLst>
              <a:ext uri="{FF2B5EF4-FFF2-40B4-BE49-F238E27FC236}">
                <a16:creationId xmlns:a16="http://schemas.microsoft.com/office/drawing/2014/main" id="{F1365A68-B5AC-64BD-529F-E5D3709B4EED}"/>
              </a:ext>
            </a:extLst>
          </p:cNvPr>
          <p:cNvSpPr/>
          <p:nvPr/>
        </p:nvSpPr>
        <p:spPr>
          <a:xfrm>
            <a:off x="18216947" y="5396957"/>
            <a:ext cx="168298" cy="168298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6" name="Oval 285">
            <a:extLst>
              <a:ext uri="{FF2B5EF4-FFF2-40B4-BE49-F238E27FC236}">
                <a16:creationId xmlns:a16="http://schemas.microsoft.com/office/drawing/2014/main" id="{DFC5C639-2E2E-E4B9-8452-8A4DD560DA8A}"/>
              </a:ext>
            </a:extLst>
          </p:cNvPr>
          <p:cNvSpPr/>
          <p:nvPr/>
        </p:nvSpPr>
        <p:spPr>
          <a:xfrm>
            <a:off x="13680970" y="5098894"/>
            <a:ext cx="464094" cy="46409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7" name="Oval 286">
            <a:extLst>
              <a:ext uri="{FF2B5EF4-FFF2-40B4-BE49-F238E27FC236}">
                <a16:creationId xmlns:a16="http://schemas.microsoft.com/office/drawing/2014/main" id="{51B863E3-847A-36F7-3B0C-C14F7EC02CBB}"/>
              </a:ext>
            </a:extLst>
          </p:cNvPr>
          <p:cNvSpPr/>
          <p:nvPr/>
        </p:nvSpPr>
        <p:spPr>
          <a:xfrm>
            <a:off x="18116752" y="5205590"/>
            <a:ext cx="355689" cy="35568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8" name="Straight Arrow Connector 287">
            <a:extLst>
              <a:ext uri="{FF2B5EF4-FFF2-40B4-BE49-F238E27FC236}">
                <a16:creationId xmlns:a16="http://schemas.microsoft.com/office/drawing/2014/main" id="{112BB714-B3AF-F219-76F6-C3E4531195AF}"/>
              </a:ext>
            </a:extLst>
          </p:cNvPr>
          <p:cNvCxnSpPr>
            <a:cxnSpLocks/>
          </p:cNvCxnSpPr>
          <p:nvPr/>
        </p:nvCxnSpPr>
        <p:spPr>
          <a:xfrm flipV="1">
            <a:off x="18285050" y="5209559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Straight Arrow Connector 288">
            <a:extLst>
              <a:ext uri="{FF2B5EF4-FFF2-40B4-BE49-F238E27FC236}">
                <a16:creationId xmlns:a16="http://schemas.microsoft.com/office/drawing/2014/main" id="{C29C40EC-9E47-D9E6-E2C0-1E986EF07773}"/>
              </a:ext>
            </a:extLst>
          </p:cNvPr>
          <p:cNvCxnSpPr>
            <a:cxnSpLocks/>
          </p:cNvCxnSpPr>
          <p:nvPr/>
        </p:nvCxnSpPr>
        <p:spPr>
          <a:xfrm rot="-1200000" flipH="1" flipV="1">
            <a:off x="18148965" y="5289475"/>
            <a:ext cx="91839" cy="146292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Straight Arrow Connector 290">
            <a:extLst>
              <a:ext uri="{FF2B5EF4-FFF2-40B4-BE49-F238E27FC236}">
                <a16:creationId xmlns:a16="http://schemas.microsoft.com/office/drawing/2014/main" id="{B17ADECD-4DBE-E264-61FD-45CCE2F7C263}"/>
              </a:ext>
            </a:extLst>
          </p:cNvPr>
          <p:cNvCxnSpPr>
            <a:cxnSpLocks/>
          </p:cNvCxnSpPr>
          <p:nvPr/>
        </p:nvCxnSpPr>
        <p:spPr>
          <a:xfrm rot="1200000" flipV="1">
            <a:off x="18389748" y="5254352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2" name="Oval 291">
            <a:extLst>
              <a:ext uri="{FF2B5EF4-FFF2-40B4-BE49-F238E27FC236}">
                <a16:creationId xmlns:a16="http://schemas.microsoft.com/office/drawing/2014/main" id="{D76C5C4A-7B36-39C3-60C9-E1B9A8C8A1FD}"/>
              </a:ext>
            </a:extLst>
          </p:cNvPr>
          <p:cNvSpPr/>
          <p:nvPr/>
        </p:nvSpPr>
        <p:spPr>
          <a:xfrm>
            <a:off x="16928926" y="5205590"/>
            <a:ext cx="355689" cy="35568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3" name="Oval 292">
            <a:extLst>
              <a:ext uri="{FF2B5EF4-FFF2-40B4-BE49-F238E27FC236}">
                <a16:creationId xmlns:a16="http://schemas.microsoft.com/office/drawing/2014/main" id="{C17A7E2A-E7B6-754C-214E-2159D12F137B}"/>
              </a:ext>
            </a:extLst>
          </p:cNvPr>
          <p:cNvSpPr/>
          <p:nvPr/>
        </p:nvSpPr>
        <p:spPr>
          <a:xfrm>
            <a:off x="13543074" y="4838127"/>
            <a:ext cx="739298" cy="73929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94" name="Straight Arrow Connector 293">
            <a:extLst>
              <a:ext uri="{FF2B5EF4-FFF2-40B4-BE49-F238E27FC236}">
                <a16:creationId xmlns:a16="http://schemas.microsoft.com/office/drawing/2014/main" id="{B698233E-CC0C-3C36-6AA4-94052E7616ED}"/>
              </a:ext>
            </a:extLst>
          </p:cNvPr>
          <p:cNvCxnSpPr>
            <a:cxnSpLocks/>
          </p:cNvCxnSpPr>
          <p:nvPr/>
        </p:nvCxnSpPr>
        <p:spPr>
          <a:xfrm flipH="1" flipV="1">
            <a:off x="13896813" y="4854027"/>
            <a:ext cx="4420" cy="233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Straight Arrow Connector 297">
            <a:extLst>
              <a:ext uri="{FF2B5EF4-FFF2-40B4-BE49-F238E27FC236}">
                <a16:creationId xmlns:a16="http://schemas.microsoft.com/office/drawing/2014/main" id="{DF20EE2A-996D-760C-6C78-64FD9BBBBE2F}"/>
              </a:ext>
            </a:extLst>
          </p:cNvPr>
          <p:cNvCxnSpPr>
            <a:cxnSpLocks/>
          </p:cNvCxnSpPr>
          <p:nvPr/>
        </p:nvCxnSpPr>
        <p:spPr>
          <a:xfrm rot="3000000" flipH="1" flipV="1">
            <a:off x="14144864" y="4977492"/>
            <a:ext cx="4420" cy="19799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Straight Arrow Connector 299">
            <a:extLst>
              <a:ext uri="{FF2B5EF4-FFF2-40B4-BE49-F238E27FC236}">
                <a16:creationId xmlns:a16="http://schemas.microsoft.com/office/drawing/2014/main" id="{A8E1E6F1-2387-39E2-BFA0-6F90B8360534}"/>
              </a:ext>
            </a:extLst>
          </p:cNvPr>
          <p:cNvCxnSpPr>
            <a:cxnSpLocks/>
          </p:cNvCxnSpPr>
          <p:nvPr/>
        </p:nvCxnSpPr>
        <p:spPr>
          <a:xfrm rot="-3000000" flipH="1" flipV="1">
            <a:off x="13678749" y="4985445"/>
            <a:ext cx="4420" cy="19799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Straight Connector 305">
            <a:extLst>
              <a:ext uri="{FF2B5EF4-FFF2-40B4-BE49-F238E27FC236}">
                <a16:creationId xmlns:a16="http://schemas.microsoft.com/office/drawing/2014/main" id="{3D3B05B9-837A-A395-8E24-41BFBFC3BBD6}"/>
              </a:ext>
            </a:extLst>
          </p:cNvPr>
          <p:cNvCxnSpPr>
            <a:cxnSpLocks/>
          </p:cNvCxnSpPr>
          <p:nvPr/>
        </p:nvCxnSpPr>
        <p:spPr>
          <a:xfrm>
            <a:off x="13543068" y="7378883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9" name="Freeform: Shape 308">
            <a:extLst>
              <a:ext uri="{FF2B5EF4-FFF2-40B4-BE49-F238E27FC236}">
                <a16:creationId xmlns:a16="http://schemas.microsoft.com/office/drawing/2014/main" id="{AC964F41-84FB-8561-F9F9-5E7930B89854}"/>
              </a:ext>
            </a:extLst>
          </p:cNvPr>
          <p:cNvSpPr/>
          <p:nvPr/>
        </p:nvSpPr>
        <p:spPr>
          <a:xfrm>
            <a:off x="15325539" y="5712623"/>
            <a:ext cx="1786965" cy="1465242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0" name="Straight Connector 309">
            <a:extLst>
              <a:ext uri="{FF2B5EF4-FFF2-40B4-BE49-F238E27FC236}">
                <a16:creationId xmlns:a16="http://schemas.microsoft.com/office/drawing/2014/main" id="{750D45AA-4759-AA2B-8E99-DD1B1197B3AF}"/>
              </a:ext>
            </a:extLst>
          </p:cNvPr>
          <p:cNvCxnSpPr>
            <a:cxnSpLocks/>
          </p:cNvCxnSpPr>
          <p:nvPr/>
        </p:nvCxnSpPr>
        <p:spPr>
          <a:xfrm>
            <a:off x="17112497" y="7161832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Straight Arrow Connector 310">
            <a:extLst>
              <a:ext uri="{FF2B5EF4-FFF2-40B4-BE49-F238E27FC236}">
                <a16:creationId xmlns:a16="http://schemas.microsoft.com/office/drawing/2014/main" id="{7FDB0C7B-8677-81DD-59E2-07C0F7189221}"/>
              </a:ext>
            </a:extLst>
          </p:cNvPr>
          <p:cNvCxnSpPr>
            <a:cxnSpLocks/>
          </p:cNvCxnSpPr>
          <p:nvPr/>
        </p:nvCxnSpPr>
        <p:spPr>
          <a:xfrm>
            <a:off x="17411374" y="7066673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Straight Arrow Connector 311">
            <a:extLst>
              <a:ext uri="{FF2B5EF4-FFF2-40B4-BE49-F238E27FC236}">
                <a16:creationId xmlns:a16="http://schemas.microsoft.com/office/drawing/2014/main" id="{0282DE60-F497-BBF7-7DBB-D69D17B2FBEE}"/>
              </a:ext>
            </a:extLst>
          </p:cNvPr>
          <p:cNvCxnSpPr>
            <a:cxnSpLocks/>
          </p:cNvCxnSpPr>
          <p:nvPr/>
        </p:nvCxnSpPr>
        <p:spPr>
          <a:xfrm rot="10800000">
            <a:off x="17411374" y="7243678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Straight Arrow Connector 312">
            <a:extLst>
              <a:ext uri="{FF2B5EF4-FFF2-40B4-BE49-F238E27FC236}">
                <a16:creationId xmlns:a16="http://schemas.microsoft.com/office/drawing/2014/main" id="{DB1BEF37-E0B9-D592-AC45-3CB945D6891F}"/>
              </a:ext>
            </a:extLst>
          </p:cNvPr>
          <p:cNvCxnSpPr>
            <a:cxnSpLocks/>
            <a:stCxn id="309" idx="0"/>
          </p:cNvCxnSpPr>
          <p:nvPr/>
        </p:nvCxnSpPr>
        <p:spPr>
          <a:xfrm flipH="1" flipV="1">
            <a:off x="14747693" y="7161842"/>
            <a:ext cx="577846" cy="1602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4" name="Oval 313">
            <a:extLst>
              <a:ext uri="{FF2B5EF4-FFF2-40B4-BE49-F238E27FC236}">
                <a16:creationId xmlns:a16="http://schemas.microsoft.com/office/drawing/2014/main" id="{BB5CEB9F-68EB-DDC6-6044-CDF11CBBE164}"/>
              </a:ext>
            </a:extLst>
          </p:cNvPr>
          <p:cNvSpPr/>
          <p:nvPr/>
        </p:nvSpPr>
        <p:spPr>
          <a:xfrm>
            <a:off x="18112945" y="7007048"/>
            <a:ext cx="355689" cy="35568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5" name="Oval 314">
            <a:extLst>
              <a:ext uri="{FF2B5EF4-FFF2-40B4-BE49-F238E27FC236}">
                <a16:creationId xmlns:a16="http://schemas.microsoft.com/office/drawing/2014/main" id="{A8855BEA-33C4-D1DD-47BD-BC3BF2B58557}"/>
              </a:ext>
            </a:extLst>
          </p:cNvPr>
          <p:cNvSpPr/>
          <p:nvPr/>
        </p:nvSpPr>
        <p:spPr>
          <a:xfrm>
            <a:off x="16925120" y="7007048"/>
            <a:ext cx="355689" cy="35568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6" name="Oval 315">
            <a:extLst>
              <a:ext uri="{FF2B5EF4-FFF2-40B4-BE49-F238E27FC236}">
                <a16:creationId xmlns:a16="http://schemas.microsoft.com/office/drawing/2014/main" id="{6448A505-DCA5-A02D-674B-12816E79A2FF}"/>
              </a:ext>
            </a:extLst>
          </p:cNvPr>
          <p:cNvSpPr/>
          <p:nvPr/>
        </p:nvSpPr>
        <p:spPr>
          <a:xfrm>
            <a:off x="14381637" y="7007048"/>
            <a:ext cx="355689" cy="35568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7" name="Oval 316">
            <a:extLst>
              <a:ext uri="{FF2B5EF4-FFF2-40B4-BE49-F238E27FC236}">
                <a16:creationId xmlns:a16="http://schemas.microsoft.com/office/drawing/2014/main" id="{5439C824-13F9-455D-0FC7-C0001F504961}"/>
              </a:ext>
            </a:extLst>
          </p:cNvPr>
          <p:cNvSpPr/>
          <p:nvPr/>
        </p:nvSpPr>
        <p:spPr>
          <a:xfrm>
            <a:off x="13539268" y="6639585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8" name="Rectangle 317">
            <a:extLst>
              <a:ext uri="{FF2B5EF4-FFF2-40B4-BE49-F238E27FC236}">
                <a16:creationId xmlns:a16="http://schemas.microsoft.com/office/drawing/2014/main" id="{53D34014-6CCB-69FC-E36D-A03C01599CCB}"/>
              </a:ext>
            </a:extLst>
          </p:cNvPr>
          <p:cNvSpPr/>
          <p:nvPr/>
        </p:nvSpPr>
        <p:spPr>
          <a:xfrm>
            <a:off x="18704590" y="5949034"/>
            <a:ext cx="355687" cy="1413703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9" name="Straight Connector 318">
            <a:extLst>
              <a:ext uri="{FF2B5EF4-FFF2-40B4-BE49-F238E27FC236}">
                <a16:creationId xmlns:a16="http://schemas.microsoft.com/office/drawing/2014/main" id="{DF4CCA08-4138-8FF6-AC70-93A48E7B150B}"/>
              </a:ext>
            </a:extLst>
          </p:cNvPr>
          <p:cNvCxnSpPr>
            <a:cxnSpLocks/>
          </p:cNvCxnSpPr>
          <p:nvPr/>
        </p:nvCxnSpPr>
        <p:spPr>
          <a:xfrm>
            <a:off x="13618794" y="9725324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0" name="Freeform: Shape 319">
            <a:extLst>
              <a:ext uri="{FF2B5EF4-FFF2-40B4-BE49-F238E27FC236}">
                <a16:creationId xmlns:a16="http://schemas.microsoft.com/office/drawing/2014/main" id="{4C6533C6-045E-879C-C2F5-2AB3BFACA19E}"/>
              </a:ext>
            </a:extLst>
          </p:cNvPr>
          <p:cNvSpPr/>
          <p:nvPr/>
        </p:nvSpPr>
        <p:spPr>
          <a:xfrm>
            <a:off x="15401265" y="9237934"/>
            <a:ext cx="1786965" cy="286371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1" name="Straight Connector 320">
            <a:extLst>
              <a:ext uri="{FF2B5EF4-FFF2-40B4-BE49-F238E27FC236}">
                <a16:creationId xmlns:a16="http://schemas.microsoft.com/office/drawing/2014/main" id="{838E9E40-B084-62B7-09E6-A772DABC0917}"/>
              </a:ext>
            </a:extLst>
          </p:cNvPr>
          <p:cNvCxnSpPr>
            <a:cxnSpLocks/>
          </p:cNvCxnSpPr>
          <p:nvPr/>
        </p:nvCxnSpPr>
        <p:spPr>
          <a:xfrm>
            <a:off x="17188223" y="9508273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Straight Arrow Connector 321">
            <a:extLst>
              <a:ext uri="{FF2B5EF4-FFF2-40B4-BE49-F238E27FC236}">
                <a16:creationId xmlns:a16="http://schemas.microsoft.com/office/drawing/2014/main" id="{CC2BDA78-B12A-3B08-F5F8-C0B33A2866DF}"/>
              </a:ext>
            </a:extLst>
          </p:cNvPr>
          <p:cNvCxnSpPr>
            <a:cxnSpLocks/>
          </p:cNvCxnSpPr>
          <p:nvPr/>
        </p:nvCxnSpPr>
        <p:spPr>
          <a:xfrm>
            <a:off x="17487100" y="9413114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Straight Arrow Connector 322">
            <a:extLst>
              <a:ext uri="{FF2B5EF4-FFF2-40B4-BE49-F238E27FC236}">
                <a16:creationId xmlns:a16="http://schemas.microsoft.com/office/drawing/2014/main" id="{2E137D4A-0394-4921-E549-38DA6A8AB0D0}"/>
              </a:ext>
            </a:extLst>
          </p:cNvPr>
          <p:cNvCxnSpPr>
            <a:cxnSpLocks/>
          </p:cNvCxnSpPr>
          <p:nvPr/>
        </p:nvCxnSpPr>
        <p:spPr>
          <a:xfrm rot="10800000">
            <a:off x="17487100" y="9590119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Straight Arrow Connector 323">
            <a:extLst>
              <a:ext uri="{FF2B5EF4-FFF2-40B4-BE49-F238E27FC236}">
                <a16:creationId xmlns:a16="http://schemas.microsoft.com/office/drawing/2014/main" id="{A0BBF8A6-8722-BCC7-D88E-AC2CDDAB4C29}"/>
              </a:ext>
            </a:extLst>
          </p:cNvPr>
          <p:cNvCxnSpPr>
            <a:cxnSpLocks/>
            <a:stCxn id="320" idx="0"/>
          </p:cNvCxnSpPr>
          <p:nvPr/>
        </p:nvCxnSpPr>
        <p:spPr>
          <a:xfrm flipH="1" flipV="1">
            <a:off x="14823419" y="9508283"/>
            <a:ext cx="577846" cy="1602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5" name="Oval 324">
            <a:extLst>
              <a:ext uri="{FF2B5EF4-FFF2-40B4-BE49-F238E27FC236}">
                <a16:creationId xmlns:a16="http://schemas.microsoft.com/office/drawing/2014/main" id="{B57318C1-072A-0E9D-71D0-87168664070E}"/>
              </a:ext>
            </a:extLst>
          </p:cNvPr>
          <p:cNvSpPr/>
          <p:nvPr/>
        </p:nvSpPr>
        <p:spPr>
          <a:xfrm>
            <a:off x="18188671" y="9353489"/>
            <a:ext cx="355689" cy="35568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6" name="Oval 325">
            <a:extLst>
              <a:ext uri="{FF2B5EF4-FFF2-40B4-BE49-F238E27FC236}">
                <a16:creationId xmlns:a16="http://schemas.microsoft.com/office/drawing/2014/main" id="{CC0E9E57-A143-EDEA-8B93-FD0BED5693BA}"/>
              </a:ext>
            </a:extLst>
          </p:cNvPr>
          <p:cNvSpPr/>
          <p:nvPr/>
        </p:nvSpPr>
        <p:spPr>
          <a:xfrm>
            <a:off x="17000846" y="9353489"/>
            <a:ext cx="355689" cy="35568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7" name="Oval 326">
            <a:extLst>
              <a:ext uri="{FF2B5EF4-FFF2-40B4-BE49-F238E27FC236}">
                <a16:creationId xmlns:a16="http://schemas.microsoft.com/office/drawing/2014/main" id="{09B0EF35-9461-4ADA-D15C-D0272A7D309C}"/>
              </a:ext>
            </a:extLst>
          </p:cNvPr>
          <p:cNvSpPr/>
          <p:nvPr/>
        </p:nvSpPr>
        <p:spPr>
          <a:xfrm>
            <a:off x="14457363" y="9353489"/>
            <a:ext cx="355689" cy="35568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8" name="Oval 327">
            <a:extLst>
              <a:ext uri="{FF2B5EF4-FFF2-40B4-BE49-F238E27FC236}">
                <a16:creationId xmlns:a16="http://schemas.microsoft.com/office/drawing/2014/main" id="{44A926C5-14E6-44D7-14AC-01BFD1EA894A}"/>
              </a:ext>
            </a:extLst>
          </p:cNvPr>
          <p:cNvSpPr/>
          <p:nvPr/>
        </p:nvSpPr>
        <p:spPr>
          <a:xfrm>
            <a:off x="13614994" y="8986026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9" name="Rectangle 328">
            <a:extLst>
              <a:ext uri="{FF2B5EF4-FFF2-40B4-BE49-F238E27FC236}">
                <a16:creationId xmlns:a16="http://schemas.microsoft.com/office/drawing/2014/main" id="{1310F2CF-734A-8E86-906F-26C6E9B193A3}"/>
              </a:ext>
            </a:extLst>
          </p:cNvPr>
          <p:cNvSpPr/>
          <p:nvPr/>
        </p:nvSpPr>
        <p:spPr>
          <a:xfrm>
            <a:off x="16124584" y="9360465"/>
            <a:ext cx="348080" cy="348713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0" name="Straight Connector 329">
            <a:extLst>
              <a:ext uri="{FF2B5EF4-FFF2-40B4-BE49-F238E27FC236}">
                <a16:creationId xmlns:a16="http://schemas.microsoft.com/office/drawing/2014/main" id="{A8D58017-39AC-A428-D46A-1038A979C239}"/>
              </a:ext>
            </a:extLst>
          </p:cNvPr>
          <p:cNvCxnSpPr>
            <a:cxnSpLocks/>
          </p:cNvCxnSpPr>
          <p:nvPr/>
        </p:nvCxnSpPr>
        <p:spPr>
          <a:xfrm>
            <a:off x="13611187" y="11785428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1" name="Freeform: Shape 330">
            <a:extLst>
              <a:ext uri="{FF2B5EF4-FFF2-40B4-BE49-F238E27FC236}">
                <a16:creationId xmlns:a16="http://schemas.microsoft.com/office/drawing/2014/main" id="{1F6EFE8C-F344-A261-27F4-B6C4888F0DAB}"/>
              </a:ext>
            </a:extLst>
          </p:cNvPr>
          <p:cNvSpPr/>
          <p:nvPr/>
        </p:nvSpPr>
        <p:spPr>
          <a:xfrm>
            <a:off x="15393658" y="10119168"/>
            <a:ext cx="1786965" cy="1465242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2" name="Straight Connector 331">
            <a:extLst>
              <a:ext uri="{FF2B5EF4-FFF2-40B4-BE49-F238E27FC236}">
                <a16:creationId xmlns:a16="http://schemas.microsoft.com/office/drawing/2014/main" id="{05C46BCA-063E-B116-9624-23E817E00811}"/>
              </a:ext>
            </a:extLst>
          </p:cNvPr>
          <p:cNvCxnSpPr>
            <a:cxnSpLocks/>
          </p:cNvCxnSpPr>
          <p:nvPr/>
        </p:nvCxnSpPr>
        <p:spPr>
          <a:xfrm>
            <a:off x="17180616" y="11568377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Straight Arrow Connector 332">
            <a:extLst>
              <a:ext uri="{FF2B5EF4-FFF2-40B4-BE49-F238E27FC236}">
                <a16:creationId xmlns:a16="http://schemas.microsoft.com/office/drawing/2014/main" id="{9FB09F2D-DE0C-4CD5-89FF-BB1289E2936A}"/>
              </a:ext>
            </a:extLst>
          </p:cNvPr>
          <p:cNvCxnSpPr>
            <a:cxnSpLocks/>
          </p:cNvCxnSpPr>
          <p:nvPr/>
        </p:nvCxnSpPr>
        <p:spPr>
          <a:xfrm>
            <a:off x="17479493" y="11473218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Straight Arrow Connector 333">
            <a:extLst>
              <a:ext uri="{FF2B5EF4-FFF2-40B4-BE49-F238E27FC236}">
                <a16:creationId xmlns:a16="http://schemas.microsoft.com/office/drawing/2014/main" id="{3353DB03-8626-7D7E-6C21-9B06399A0BE6}"/>
              </a:ext>
            </a:extLst>
          </p:cNvPr>
          <p:cNvCxnSpPr>
            <a:cxnSpLocks/>
          </p:cNvCxnSpPr>
          <p:nvPr/>
        </p:nvCxnSpPr>
        <p:spPr>
          <a:xfrm rot="10800000">
            <a:off x="17479493" y="11650223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Straight Arrow Connector 334">
            <a:extLst>
              <a:ext uri="{FF2B5EF4-FFF2-40B4-BE49-F238E27FC236}">
                <a16:creationId xmlns:a16="http://schemas.microsoft.com/office/drawing/2014/main" id="{D9F00824-AD63-1AE3-AAE6-1C3FF629D220}"/>
              </a:ext>
            </a:extLst>
          </p:cNvPr>
          <p:cNvCxnSpPr>
            <a:cxnSpLocks/>
            <a:stCxn id="331" idx="0"/>
          </p:cNvCxnSpPr>
          <p:nvPr/>
        </p:nvCxnSpPr>
        <p:spPr>
          <a:xfrm flipH="1" flipV="1">
            <a:off x="14815812" y="11568387"/>
            <a:ext cx="577846" cy="1602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6" name="Oval 335">
            <a:extLst>
              <a:ext uri="{FF2B5EF4-FFF2-40B4-BE49-F238E27FC236}">
                <a16:creationId xmlns:a16="http://schemas.microsoft.com/office/drawing/2014/main" id="{959089C3-A43F-3F28-E9F2-716B7B00E11B}"/>
              </a:ext>
            </a:extLst>
          </p:cNvPr>
          <p:cNvSpPr/>
          <p:nvPr/>
        </p:nvSpPr>
        <p:spPr>
          <a:xfrm>
            <a:off x="18181064" y="11413593"/>
            <a:ext cx="355689" cy="35568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7" name="Oval 336">
            <a:extLst>
              <a:ext uri="{FF2B5EF4-FFF2-40B4-BE49-F238E27FC236}">
                <a16:creationId xmlns:a16="http://schemas.microsoft.com/office/drawing/2014/main" id="{BC75B933-7D73-93EE-B85C-66B30AB1A1A9}"/>
              </a:ext>
            </a:extLst>
          </p:cNvPr>
          <p:cNvSpPr/>
          <p:nvPr/>
        </p:nvSpPr>
        <p:spPr>
          <a:xfrm>
            <a:off x="16993239" y="11413593"/>
            <a:ext cx="355689" cy="35568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8" name="Oval 337">
            <a:extLst>
              <a:ext uri="{FF2B5EF4-FFF2-40B4-BE49-F238E27FC236}">
                <a16:creationId xmlns:a16="http://schemas.microsoft.com/office/drawing/2014/main" id="{716D0500-5475-73BD-5785-A57DC18A507C}"/>
              </a:ext>
            </a:extLst>
          </p:cNvPr>
          <p:cNvSpPr/>
          <p:nvPr/>
        </p:nvSpPr>
        <p:spPr>
          <a:xfrm>
            <a:off x="14449756" y="11413593"/>
            <a:ext cx="355689" cy="35568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9" name="Oval 338">
            <a:extLst>
              <a:ext uri="{FF2B5EF4-FFF2-40B4-BE49-F238E27FC236}">
                <a16:creationId xmlns:a16="http://schemas.microsoft.com/office/drawing/2014/main" id="{E65FB765-A93C-306B-A5CB-B11AC849A7EB}"/>
              </a:ext>
            </a:extLst>
          </p:cNvPr>
          <p:cNvSpPr/>
          <p:nvPr/>
        </p:nvSpPr>
        <p:spPr>
          <a:xfrm>
            <a:off x="13607387" y="11046130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0" name="Rectangle 339">
            <a:extLst>
              <a:ext uri="{FF2B5EF4-FFF2-40B4-BE49-F238E27FC236}">
                <a16:creationId xmlns:a16="http://schemas.microsoft.com/office/drawing/2014/main" id="{BFDEB442-D863-D2AC-C416-CCA61F32887B}"/>
              </a:ext>
            </a:extLst>
          </p:cNvPr>
          <p:cNvSpPr/>
          <p:nvPr/>
        </p:nvSpPr>
        <p:spPr>
          <a:xfrm>
            <a:off x="16099766" y="11436490"/>
            <a:ext cx="348080" cy="348713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1" name="Straight Connector 340">
            <a:extLst>
              <a:ext uri="{FF2B5EF4-FFF2-40B4-BE49-F238E27FC236}">
                <a16:creationId xmlns:a16="http://schemas.microsoft.com/office/drawing/2014/main" id="{27748D8E-2B2E-1328-32AD-3A191D7AFA3C}"/>
              </a:ext>
            </a:extLst>
          </p:cNvPr>
          <p:cNvCxnSpPr>
            <a:cxnSpLocks/>
          </p:cNvCxnSpPr>
          <p:nvPr/>
        </p:nvCxnSpPr>
        <p:spPr>
          <a:xfrm>
            <a:off x="35715523" y="6921596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2" name="Rectangle 341">
            <a:extLst>
              <a:ext uri="{FF2B5EF4-FFF2-40B4-BE49-F238E27FC236}">
                <a16:creationId xmlns:a16="http://schemas.microsoft.com/office/drawing/2014/main" id="{A19F15DD-6DA6-1340-A12E-FBA8D3398C10}"/>
              </a:ext>
            </a:extLst>
          </p:cNvPr>
          <p:cNvSpPr/>
          <p:nvPr/>
        </p:nvSpPr>
        <p:spPr>
          <a:xfrm>
            <a:off x="40833134" y="5965335"/>
            <a:ext cx="370542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3" name="Straight Connector 342">
            <a:extLst>
              <a:ext uri="{FF2B5EF4-FFF2-40B4-BE49-F238E27FC236}">
                <a16:creationId xmlns:a16="http://schemas.microsoft.com/office/drawing/2014/main" id="{2AE17215-8F71-D5BF-47D6-09D8C69B67D3}"/>
              </a:ext>
            </a:extLst>
          </p:cNvPr>
          <p:cNvCxnSpPr>
            <a:cxnSpLocks/>
          </p:cNvCxnSpPr>
          <p:nvPr/>
        </p:nvCxnSpPr>
        <p:spPr>
          <a:xfrm>
            <a:off x="39580032" y="6704546"/>
            <a:ext cx="608106" cy="0"/>
          </a:xfrm>
          <a:prstGeom prst="line">
            <a:avLst/>
          </a:prstGeom>
          <a:ln>
            <a:solidFill>
              <a:schemeClr val="tx1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4" name="Oval 343">
            <a:extLst>
              <a:ext uri="{FF2B5EF4-FFF2-40B4-BE49-F238E27FC236}">
                <a16:creationId xmlns:a16="http://schemas.microsoft.com/office/drawing/2014/main" id="{8F06FE14-7BAA-5E4D-B13D-779FDFADE1E0}"/>
              </a:ext>
            </a:extLst>
          </p:cNvPr>
          <p:cNvSpPr/>
          <p:nvPr/>
        </p:nvSpPr>
        <p:spPr>
          <a:xfrm>
            <a:off x="40385602" y="6741135"/>
            <a:ext cx="168298" cy="168298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5" name="Oval 344">
            <a:extLst>
              <a:ext uri="{FF2B5EF4-FFF2-40B4-BE49-F238E27FC236}">
                <a16:creationId xmlns:a16="http://schemas.microsoft.com/office/drawing/2014/main" id="{34B7ED87-9EBA-43B0-124F-B2B53DF0141E}"/>
              </a:ext>
            </a:extLst>
          </p:cNvPr>
          <p:cNvSpPr/>
          <p:nvPr/>
        </p:nvSpPr>
        <p:spPr>
          <a:xfrm>
            <a:off x="35849611" y="6443072"/>
            <a:ext cx="464094" cy="46409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6" name="Oval 345">
            <a:extLst>
              <a:ext uri="{FF2B5EF4-FFF2-40B4-BE49-F238E27FC236}">
                <a16:creationId xmlns:a16="http://schemas.microsoft.com/office/drawing/2014/main" id="{E45DD292-BC1A-E800-9C78-72ECEFAA4AAF}"/>
              </a:ext>
            </a:extLst>
          </p:cNvPr>
          <p:cNvSpPr/>
          <p:nvPr/>
        </p:nvSpPr>
        <p:spPr>
          <a:xfrm>
            <a:off x="40285400" y="6549768"/>
            <a:ext cx="355689" cy="35568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7" name="Straight Arrow Connector 346">
            <a:extLst>
              <a:ext uri="{FF2B5EF4-FFF2-40B4-BE49-F238E27FC236}">
                <a16:creationId xmlns:a16="http://schemas.microsoft.com/office/drawing/2014/main" id="{4B2E4849-95A9-960D-31CF-C259801411E4}"/>
              </a:ext>
            </a:extLst>
          </p:cNvPr>
          <p:cNvCxnSpPr>
            <a:cxnSpLocks/>
          </p:cNvCxnSpPr>
          <p:nvPr/>
        </p:nvCxnSpPr>
        <p:spPr>
          <a:xfrm flipV="1">
            <a:off x="40453705" y="6553737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Straight Arrow Connector 347">
            <a:extLst>
              <a:ext uri="{FF2B5EF4-FFF2-40B4-BE49-F238E27FC236}">
                <a16:creationId xmlns:a16="http://schemas.microsoft.com/office/drawing/2014/main" id="{BA213404-5B5C-08BA-DD4A-5164FCA1902C}"/>
              </a:ext>
            </a:extLst>
          </p:cNvPr>
          <p:cNvCxnSpPr>
            <a:cxnSpLocks/>
          </p:cNvCxnSpPr>
          <p:nvPr/>
        </p:nvCxnSpPr>
        <p:spPr>
          <a:xfrm rot="-1200000" flipH="1" flipV="1">
            <a:off x="40317613" y="6633653"/>
            <a:ext cx="91839" cy="146292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Straight Arrow Connector 348">
            <a:extLst>
              <a:ext uri="{FF2B5EF4-FFF2-40B4-BE49-F238E27FC236}">
                <a16:creationId xmlns:a16="http://schemas.microsoft.com/office/drawing/2014/main" id="{5CEB95F3-7F0A-195F-1CBD-1FBDF1285A29}"/>
              </a:ext>
            </a:extLst>
          </p:cNvPr>
          <p:cNvCxnSpPr>
            <a:cxnSpLocks/>
          </p:cNvCxnSpPr>
          <p:nvPr/>
        </p:nvCxnSpPr>
        <p:spPr>
          <a:xfrm rot="1200000" flipV="1">
            <a:off x="40558397" y="6598530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0" name="Oval 349">
            <a:extLst>
              <a:ext uri="{FF2B5EF4-FFF2-40B4-BE49-F238E27FC236}">
                <a16:creationId xmlns:a16="http://schemas.microsoft.com/office/drawing/2014/main" id="{F99AECF4-EAF6-56D2-7871-F4461E7B8853}"/>
              </a:ext>
            </a:extLst>
          </p:cNvPr>
          <p:cNvSpPr/>
          <p:nvPr/>
        </p:nvSpPr>
        <p:spPr>
          <a:xfrm>
            <a:off x="39097581" y="6549768"/>
            <a:ext cx="355689" cy="35568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1" name="Oval 350">
            <a:extLst>
              <a:ext uri="{FF2B5EF4-FFF2-40B4-BE49-F238E27FC236}">
                <a16:creationId xmlns:a16="http://schemas.microsoft.com/office/drawing/2014/main" id="{B89D3045-4B81-F369-2320-5B57D33E4382}"/>
              </a:ext>
            </a:extLst>
          </p:cNvPr>
          <p:cNvSpPr/>
          <p:nvPr/>
        </p:nvSpPr>
        <p:spPr>
          <a:xfrm>
            <a:off x="35711723" y="6182305"/>
            <a:ext cx="739298" cy="73929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2" name="Straight Arrow Connector 351">
            <a:extLst>
              <a:ext uri="{FF2B5EF4-FFF2-40B4-BE49-F238E27FC236}">
                <a16:creationId xmlns:a16="http://schemas.microsoft.com/office/drawing/2014/main" id="{9D952BC8-2FDA-74FE-C941-C3BDF15A3DB7}"/>
              </a:ext>
            </a:extLst>
          </p:cNvPr>
          <p:cNvCxnSpPr>
            <a:cxnSpLocks/>
          </p:cNvCxnSpPr>
          <p:nvPr/>
        </p:nvCxnSpPr>
        <p:spPr>
          <a:xfrm flipH="1" flipV="1">
            <a:off x="36065468" y="6198205"/>
            <a:ext cx="4420" cy="233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Straight Arrow Connector 352">
            <a:extLst>
              <a:ext uri="{FF2B5EF4-FFF2-40B4-BE49-F238E27FC236}">
                <a16:creationId xmlns:a16="http://schemas.microsoft.com/office/drawing/2014/main" id="{39743E53-D494-BCAB-4314-91CE11100BFF}"/>
              </a:ext>
            </a:extLst>
          </p:cNvPr>
          <p:cNvCxnSpPr>
            <a:cxnSpLocks/>
          </p:cNvCxnSpPr>
          <p:nvPr/>
        </p:nvCxnSpPr>
        <p:spPr>
          <a:xfrm rot="3000000" flipH="1" flipV="1">
            <a:off x="36313505" y="6321670"/>
            <a:ext cx="4420" cy="19799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Straight Arrow Connector 353">
            <a:extLst>
              <a:ext uri="{FF2B5EF4-FFF2-40B4-BE49-F238E27FC236}">
                <a16:creationId xmlns:a16="http://schemas.microsoft.com/office/drawing/2014/main" id="{829F31CF-913D-4D28-0C2C-B692D723CC18}"/>
              </a:ext>
            </a:extLst>
          </p:cNvPr>
          <p:cNvCxnSpPr>
            <a:cxnSpLocks/>
          </p:cNvCxnSpPr>
          <p:nvPr/>
        </p:nvCxnSpPr>
        <p:spPr>
          <a:xfrm rot="-3000000" flipH="1" flipV="1">
            <a:off x="35847404" y="6329623"/>
            <a:ext cx="4420" cy="19799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Straight Connector 354">
            <a:extLst>
              <a:ext uri="{FF2B5EF4-FFF2-40B4-BE49-F238E27FC236}">
                <a16:creationId xmlns:a16="http://schemas.microsoft.com/office/drawing/2014/main" id="{699A57D3-57F0-2920-ECD4-C2D168B8B327}"/>
              </a:ext>
            </a:extLst>
          </p:cNvPr>
          <p:cNvCxnSpPr>
            <a:cxnSpLocks/>
          </p:cNvCxnSpPr>
          <p:nvPr/>
        </p:nvCxnSpPr>
        <p:spPr>
          <a:xfrm>
            <a:off x="35711716" y="8723061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6" name="Rectangle 355">
            <a:extLst>
              <a:ext uri="{FF2B5EF4-FFF2-40B4-BE49-F238E27FC236}">
                <a16:creationId xmlns:a16="http://schemas.microsoft.com/office/drawing/2014/main" id="{02039FFC-029D-458A-1F48-947F96A78BD5}"/>
              </a:ext>
            </a:extLst>
          </p:cNvPr>
          <p:cNvSpPr/>
          <p:nvPr/>
        </p:nvSpPr>
        <p:spPr>
          <a:xfrm>
            <a:off x="40829327" y="7766799"/>
            <a:ext cx="370542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7" name="Freeform: Shape 356">
            <a:extLst>
              <a:ext uri="{FF2B5EF4-FFF2-40B4-BE49-F238E27FC236}">
                <a16:creationId xmlns:a16="http://schemas.microsoft.com/office/drawing/2014/main" id="{E4644330-FF86-8BE0-2614-E4202FEDF4D0}"/>
              </a:ext>
            </a:extLst>
          </p:cNvPr>
          <p:cNvSpPr/>
          <p:nvPr/>
        </p:nvSpPr>
        <p:spPr>
          <a:xfrm>
            <a:off x="37494194" y="7536215"/>
            <a:ext cx="1786965" cy="985828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8" name="Straight Connector 357">
            <a:extLst>
              <a:ext uri="{FF2B5EF4-FFF2-40B4-BE49-F238E27FC236}">
                <a16:creationId xmlns:a16="http://schemas.microsoft.com/office/drawing/2014/main" id="{A2303183-BB00-B3DE-4C0D-EE1752BB5024}"/>
              </a:ext>
            </a:extLst>
          </p:cNvPr>
          <p:cNvCxnSpPr>
            <a:cxnSpLocks/>
          </p:cNvCxnSpPr>
          <p:nvPr/>
        </p:nvCxnSpPr>
        <p:spPr>
          <a:xfrm>
            <a:off x="39281152" y="8506010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Straight Arrow Connector 358">
            <a:extLst>
              <a:ext uri="{FF2B5EF4-FFF2-40B4-BE49-F238E27FC236}">
                <a16:creationId xmlns:a16="http://schemas.microsoft.com/office/drawing/2014/main" id="{121C1197-14CF-99BC-6D07-30E7B5E569FA}"/>
              </a:ext>
            </a:extLst>
          </p:cNvPr>
          <p:cNvCxnSpPr>
            <a:cxnSpLocks/>
          </p:cNvCxnSpPr>
          <p:nvPr/>
        </p:nvCxnSpPr>
        <p:spPr>
          <a:xfrm>
            <a:off x="39580022" y="8410851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Straight Arrow Connector 359">
            <a:extLst>
              <a:ext uri="{FF2B5EF4-FFF2-40B4-BE49-F238E27FC236}">
                <a16:creationId xmlns:a16="http://schemas.microsoft.com/office/drawing/2014/main" id="{7258EFDF-3C11-AD09-2B20-1754E8CC2FF4}"/>
              </a:ext>
            </a:extLst>
          </p:cNvPr>
          <p:cNvCxnSpPr>
            <a:cxnSpLocks/>
          </p:cNvCxnSpPr>
          <p:nvPr/>
        </p:nvCxnSpPr>
        <p:spPr>
          <a:xfrm rot="10800000">
            <a:off x="39580022" y="8587856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Straight Arrow Connector 360">
            <a:extLst>
              <a:ext uri="{FF2B5EF4-FFF2-40B4-BE49-F238E27FC236}">
                <a16:creationId xmlns:a16="http://schemas.microsoft.com/office/drawing/2014/main" id="{230E5AD0-2C6A-CF62-5361-AFEBD043AAC8}"/>
              </a:ext>
            </a:extLst>
          </p:cNvPr>
          <p:cNvCxnSpPr>
            <a:cxnSpLocks/>
            <a:stCxn id="357" idx="0"/>
          </p:cNvCxnSpPr>
          <p:nvPr/>
        </p:nvCxnSpPr>
        <p:spPr>
          <a:xfrm flipH="1" flipV="1">
            <a:off x="36916348" y="8506020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2" name="Oval 361">
            <a:extLst>
              <a:ext uri="{FF2B5EF4-FFF2-40B4-BE49-F238E27FC236}">
                <a16:creationId xmlns:a16="http://schemas.microsoft.com/office/drawing/2014/main" id="{52D126E3-E510-E4EA-CAF7-06A5AFC7C4F6}"/>
              </a:ext>
            </a:extLst>
          </p:cNvPr>
          <p:cNvSpPr/>
          <p:nvPr/>
        </p:nvSpPr>
        <p:spPr>
          <a:xfrm>
            <a:off x="40281594" y="8351226"/>
            <a:ext cx="355689" cy="35568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3" name="Oval 362">
            <a:extLst>
              <a:ext uri="{FF2B5EF4-FFF2-40B4-BE49-F238E27FC236}">
                <a16:creationId xmlns:a16="http://schemas.microsoft.com/office/drawing/2014/main" id="{F814B4D5-9CA1-5408-2B5B-4AA38205DA48}"/>
              </a:ext>
            </a:extLst>
          </p:cNvPr>
          <p:cNvSpPr/>
          <p:nvPr/>
        </p:nvSpPr>
        <p:spPr>
          <a:xfrm>
            <a:off x="39093775" y="8351226"/>
            <a:ext cx="355689" cy="35568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4" name="Oval 363">
            <a:extLst>
              <a:ext uri="{FF2B5EF4-FFF2-40B4-BE49-F238E27FC236}">
                <a16:creationId xmlns:a16="http://schemas.microsoft.com/office/drawing/2014/main" id="{608A9B01-B5F8-254F-C227-C84553CDE9F6}"/>
              </a:ext>
            </a:extLst>
          </p:cNvPr>
          <p:cNvSpPr/>
          <p:nvPr/>
        </p:nvSpPr>
        <p:spPr>
          <a:xfrm>
            <a:off x="36550293" y="8351226"/>
            <a:ext cx="355689" cy="35568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5" name="Oval 364">
            <a:extLst>
              <a:ext uri="{FF2B5EF4-FFF2-40B4-BE49-F238E27FC236}">
                <a16:creationId xmlns:a16="http://schemas.microsoft.com/office/drawing/2014/main" id="{7F35AFB1-15F4-F506-5D6A-16E5D54F8C26}"/>
              </a:ext>
            </a:extLst>
          </p:cNvPr>
          <p:cNvSpPr/>
          <p:nvPr/>
        </p:nvSpPr>
        <p:spPr>
          <a:xfrm>
            <a:off x="35707916" y="7983763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66" name="Straight Connector 365">
            <a:extLst>
              <a:ext uri="{FF2B5EF4-FFF2-40B4-BE49-F238E27FC236}">
                <a16:creationId xmlns:a16="http://schemas.microsoft.com/office/drawing/2014/main" id="{CCFBB11D-53CE-0C3F-97F9-2A8D56A4343C}"/>
              </a:ext>
            </a:extLst>
          </p:cNvPr>
          <p:cNvCxnSpPr>
            <a:cxnSpLocks/>
          </p:cNvCxnSpPr>
          <p:nvPr/>
        </p:nvCxnSpPr>
        <p:spPr>
          <a:xfrm>
            <a:off x="22564206" y="6945458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7" name="Rectangle 366">
            <a:extLst>
              <a:ext uri="{FF2B5EF4-FFF2-40B4-BE49-F238E27FC236}">
                <a16:creationId xmlns:a16="http://schemas.microsoft.com/office/drawing/2014/main" id="{1A506C11-B18B-AEDF-0649-0BED444735C6}"/>
              </a:ext>
            </a:extLst>
          </p:cNvPr>
          <p:cNvSpPr/>
          <p:nvPr/>
        </p:nvSpPr>
        <p:spPr>
          <a:xfrm>
            <a:off x="25066188" y="5989197"/>
            <a:ext cx="370542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68" name="Straight Connector 367">
            <a:extLst>
              <a:ext uri="{FF2B5EF4-FFF2-40B4-BE49-F238E27FC236}">
                <a16:creationId xmlns:a16="http://schemas.microsoft.com/office/drawing/2014/main" id="{A8FE4110-FF53-D104-0CF3-771617767931}"/>
              </a:ext>
            </a:extLst>
          </p:cNvPr>
          <p:cNvCxnSpPr>
            <a:cxnSpLocks/>
          </p:cNvCxnSpPr>
          <p:nvPr/>
        </p:nvCxnSpPr>
        <p:spPr>
          <a:xfrm>
            <a:off x="26428721" y="6728408"/>
            <a:ext cx="608106" cy="0"/>
          </a:xfrm>
          <a:prstGeom prst="line">
            <a:avLst/>
          </a:prstGeom>
          <a:ln>
            <a:solidFill>
              <a:schemeClr val="tx1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9" name="Oval 368">
            <a:extLst>
              <a:ext uri="{FF2B5EF4-FFF2-40B4-BE49-F238E27FC236}">
                <a16:creationId xmlns:a16="http://schemas.microsoft.com/office/drawing/2014/main" id="{9044FDA9-3A3C-8D94-10CE-48CF72419BF3}"/>
              </a:ext>
            </a:extLst>
          </p:cNvPr>
          <p:cNvSpPr/>
          <p:nvPr/>
        </p:nvSpPr>
        <p:spPr>
          <a:xfrm>
            <a:off x="27234278" y="6764997"/>
            <a:ext cx="168298" cy="168298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0" name="Oval 369">
            <a:extLst>
              <a:ext uri="{FF2B5EF4-FFF2-40B4-BE49-F238E27FC236}">
                <a16:creationId xmlns:a16="http://schemas.microsoft.com/office/drawing/2014/main" id="{330F6617-AA1F-FA71-EE6F-A85B34E74785}"/>
              </a:ext>
            </a:extLst>
          </p:cNvPr>
          <p:cNvSpPr/>
          <p:nvPr/>
        </p:nvSpPr>
        <p:spPr>
          <a:xfrm>
            <a:off x="22698301" y="6466934"/>
            <a:ext cx="464094" cy="46409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1" name="Oval 370">
            <a:extLst>
              <a:ext uri="{FF2B5EF4-FFF2-40B4-BE49-F238E27FC236}">
                <a16:creationId xmlns:a16="http://schemas.microsoft.com/office/drawing/2014/main" id="{E312AE36-879F-CE7F-0323-07116A15419C}"/>
              </a:ext>
            </a:extLst>
          </p:cNvPr>
          <p:cNvSpPr/>
          <p:nvPr/>
        </p:nvSpPr>
        <p:spPr>
          <a:xfrm>
            <a:off x="27134083" y="6573630"/>
            <a:ext cx="355689" cy="35568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2" name="Straight Arrow Connector 371">
            <a:extLst>
              <a:ext uri="{FF2B5EF4-FFF2-40B4-BE49-F238E27FC236}">
                <a16:creationId xmlns:a16="http://schemas.microsoft.com/office/drawing/2014/main" id="{4439C215-9BA2-A3E7-E8CD-4995B79EFF3E}"/>
              </a:ext>
            </a:extLst>
          </p:cNvPr>
          <p:cNvCxnSpPr>
            <a:cxnSpLocks/>
          </p:cNvCxnSpPr>
          <p:nvPr/>
        </p:nvCxnSpPr>
        <p:spPr>
          <a:xfrm flipV="1">
            <a:off x="27302381" y="6577599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Straight Arrow Connector 372">
            <a:extLst>
              <a:ext uri="{FF2B5EF4-FFF2-40B4-BE49-F238E27FC236}">
                <a16:creationId xmlns:a16="http://schemas.microsoft.com/office/drawing/2014/main" id="{D1D8C696-B13B-C66C-6B6F-6B43D7B22F82}"/>
              </a:ext>
            </a:extLst>
          </p:cNvPr>
          <p:cNvCxnSpPr>
            <a:cxnSpLocks/>
          </p:cNvCxnSpPr>
          <p:nvPr/>
        </p:nvCxnSpPr>
        <p:spPr>
          <a:xfrm rot="-1200000" flipH="1" flipV="1">
            <a:off x="27166296" y="6657515"/>
            <a:ext cx="91839" cy="146292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4" name="Straight Arrow Connector 373">
            <a:extLst>
              <a:ext uri="{FF2B5EF4-FFF2-40B4-BE49-F238E27FC236}">
                <a16:creationId xmlns:a16="http://schemas.microsoft.com/office/drawing/2014/main" id="{1CA5AC90-071A-99D3-4955-F89843E4EFCF}"/>
              </a:ext>
            </a:extLst>
          </p:cNvPr>
          <p:cNvCxnSpPr>
            <a:cxnSpLocks/>
          </p:cNvCxnSpPr>
          <p:nvPr/>
        </p:nvCxnSpPr>
        <p:spPr>
          <a:xfrm rot="1200000" flipV="1">
            <a:off x="27407079" y="6622392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5" name="Oval 374">
            <a:extLst>
              <a:ext uri="{FF2B5EF4-FFF2-40B4-BE49-F238E27FC236}">
                <a16:creationId xmlns:a16="http://schemas.microsoft.com/office/drawing/2014/main" id="{09517F81-0A06-5AF6-AE23-D326B28C8327}"/>
              </a:ext>
            </a:extLst>
          </p:cNvPr>
          <p:cNvSpPr/>
          <p:nvPr/>
        </p:nvSpPr>
        <p:spPr>
          <a:xfrm>
            <a:off x="25946257" y="6573630"/>
            <a:ext cx="355689" cy="35568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6" name="Oval 375">
            <a:extLst>
              <a:ext uri="{FF2B5EF4-FFF2-40B4-BE49-F238E27FC236}">
                <a16:creationId xmlns:a16="http://schemas.microsoft.com/office/drawing/2014/main" id="{DC8A18B9-E317-25A3-18A8-C8ACFDCF297B}"/>
              </a:ext>
            </a:extLst>
          </p:cNvPr>
          <p:cNvSpPr/>
          <p:nvPr/>
        </p:nvSpPr>
        <p:spPr>
          <a:xfrm>
            <a:off x="22560405" y="6206167"/>
            <a:ext cx="739298" cy="73929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7" name="Straight Arrow Connector 376">
            <a:extLst>
              <a:ext uri="{FF2B5EF4-FFF2-40B4-BE49-F238E27FC236}">
                <a16:creationId xmlns:a16="http://schemas.microsoft.com/office/drawing/2014/main" id="{49DF2EF2-D530-0284-DD1B-41E2740632F2}"/>
              </a:ext>
            </a:extLst>
          </p:cNvPr>
          <p:cNvCxnSpPr>
            <a:cxnSpLocks/>
          </p:cNvCxnSpPr>
          <p:nvPr/>
        </p:nvCxnSpPr>
        <p:spPr>
          <a:xfrm flipH="1" flipV="1">
            <a:off x="22914144" y="6222067"/>
            <a:ext cx="4420" cy="233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8" name="Straight Arrow Connector 377">
            <a:extLst>
              <a:ext uri="{FF2B5EF4-FFF2-40B4-BE49-F238E27FC236}">
                <a16:creationId xmlns:a16="http://schemas.microsoft.com/office/drawing/2014/main" id="{4D078E4A-284C-0ACE-96B1-9C7B278409FA}"/>
              </a:ext>
            </a:extLst>
          </p:cNvPr>
          <p:cNvCxnSpPr>
            <a:cxnSpLocks/>
          </p:cNvCxnSpPr>
          <p:nvPr/>
        </p:nvCxnSpPr>
        <p:spPr>
          <a:xfrm rot="3000000" flipH="1" flipV="1">
            <a:off x="23162195" y="6345532"/>
            <a:ext cx="4420" cy="19799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Straight Arrow Connector 378">
            <a:extLst>
              <a:ext uri="{FF2B5EF4-FFF2-40B4-BE49-F238E27FC236}">
                <a16:creationId xmlns:a16="http://schemas.microsoft.com/office/drawing/2014/main" id="{48E75E6C-4F73-F438-B99A-FF51E0C5F0BB}"/>
              </a:ext>
            </a:extLst>
          </p:cNvPr>
          <p:cNvCxnSpPr>
            <a:cxnSpLocks/>
          </p:cNvCxnSpPr>
          <p:nvPr/>
        </p:nvCxnSpPr>
        <p:spPr>
          <a:xfrm rot="-3000000" flipH="1" flipV="1">
            <a:off x="22696080" y="6353485"/>
            <a:ext cx="4420" cy="19799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0" name="Straight Connector 379">
            <a:extLst>
              <a:ext uri="{FF2B5EF4-FFF2-40B4-BE49-F238E27FC236}">
                <a16:creationId xmlns:a16="http://schemas.microsoft.com/office/drawing/2014/main" id="{90203EE7-82EC-45D3-C2A1-BB2EBAC8D2CB}"/>
              </a:ext>
            </a:extLst>
          </p:cNvPr>
          <p:cNvCxnSpPr>
            <a:cxnSpLocks/>
          </p:cNvCxnSpPr>
          <p:nvPr/>
        </p:nvCxnSpPr>
        <p:spPr>
          <a:xfrm>
            <a:off x="22560399" y="8746923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1" name="Rectangle 380">
            <a:extLst>
              <a:ext uri="{FF2B5EF4-FFF2-40B4-BE49-F238E27FC236}">
                <a16:creationId xmlns:a16="http://schemas.microsoft.com/office/drawing/2014/main" id="{205FCE9F-597B-2D15-8B21-706D5648CC90}"/>
              </a:ext>
            </a:extLst>
          </p:cNvPr>
          <p:cNvSpPr/>
          <p:nvPr/>
        </p:nvSpPr>
        <p:spPr>
          <a:xfrm>
            <a:off x="25062381" y="7790661"/>
            <a:ext cx="370542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2" name="Freeform: Shape 381">
            <a:extLst>
              <a:ext uri="{FF2B5EF4-FFF2-40B4-BE49-F238E27FC236}">
                <a16:creationId xmlns:a16="http://schemas.microsoft.com/office/drawing/2014/main" id="{3A607645-76CE-FEAD-2D03-88564E334640}"/>
              </a:ext>
            </a:extLst>
          </p:cNvPr>
          <p:cNvSpPr/>
          <p:nvPr/>
        </p:nvSpPr>
        <p:spPr>
          <a:xfrm>
            <a:off x="24342870" y="7560077"/>
            <a:ext cx="1786965" cy="985828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3" name="Straight Connector 382">
            <a:extLst>
              <a:ext uri="{FF2B5EF4-FFF2-40B4-BE49-F238E27FC236}">
                <a16:creationId xmlns:a16="http://schemas.microsoft.com/office/drawing/2014/main" id="{3798BC47-2E27-3638-B730-B39075C916CB}"/>
              </a:ext>
            </a:extLst>
          </p:cNvPr>
          <p:cNvCxnSpPr>
            <a:cxnSpLocks/>
          </p:cNvCxnSpPr>
          <p:nvPr/>
        </p:nvCxnSpPr>
        <p:spPr>
          <a:xfrm>
            <a:off x="26129828" y="8529872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4" name="Straight Arrow Connector 383">
            <a:extLst>
              <a:ext uri="{FF2B5EF4-FFF2-40B4-BE49-F238E27FC236}">
                <a16:creationId xmlns:a16="http://schemas.microsoft.com/office/drawing/2014/main" id="{8E09043C-F42A-75D0-D7A7-8A6FF78630CB}"/>
              </a:ext>
            </a:extLst>
          </p:cNvPr>
          <p:cNvCxnSpPr>
            <a:cxnSpLocks/>
          </p:cNvCxnSpPr>
          <p:nvPr/>
        </p:nvCxnSpPr>
        <p:spPr>
          <a:xfrm>
            <a:off x="26428705" y="8434713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Straight Arrow Connector 384">
            <a:extLst>
              <a:ext uri="{FF2B5EF4-FFF2-40B4-BE49-F238E27FC236}">
                <a16:creationId xmlns:a16="http://schemas.microsoft.com/office/drawing/2014/main" id="{2A160E18-0E74-ED90-1620-11BACFFCF841}"/>
              </a:ext>
            </a:extLst>
          </p:cNvPr>
          <p:cNvCxnSpPr>
            <a:cxnSpLocks/>
          </p:cNvCxnSpPr>
          <p:nvPr/>
        </p:nvCxnSpPr>
        <p:spPr>
          <a:xfrm rot="10800000">
            <a:off x="26428705" y="8611718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6" name="Straight Arrow Connector 385">
            <a:extLst>
              <a:ext uri="{FF2B5EF4-FFF2-40B4-BE49-F238E27FC236}">
                <a16:creationId xmlns:a16="http://schemas.microsoft.com/office/drawing/2014/main" id="{F9D217E9-5DC0-F1B2-8BA8-AA33C21CB90D}"/>
              </a:ext>
            </a:extLst>
          </p:cNvPr>
          <p:cNvCxnSpPr>
            <a:cxnSpLocks/>
            <a:stCxn id="382" idx="0"/>
          </p:cNvCxnSpPr>
          <p:nvPr/>
        </p:nvCxnSpPr>
        <p:spPr>
          <a:xfrm flipH="1" flipV="1">
            <a:off x="23765024" y="8529882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7" name="Oval 386">
            <a:extLst>
              <a:ext uri="{FF2B5EF4-FFF2-40B4-BE49-F238E27FC236}">
                <a16:creationId xmlns:a16="http://schemas.microsoft.com/office/drawing/2014/main" id="{0A2B5381-100A-65D4-F9BA-413C8EB58412}"/>
              </a:ext>
            </a:extLst>
          </p:cNvPr>
          <p:cNvSpPr/>
          <p:nvPr/>
        </p:nvSpPr>
        <p:spPr>
          <a:xfrm>
            <a:off x="27130276" y="8375088"/>
            <a:ext cx="355689" cy="35568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8" name="Oval 387">
            <a:extLst>
              <a:ext uri="{FF2B5EF4-FFF2-40B4-BE49-F238E27FC236}">
                <a16:creationId xmlns:a16="http://schemas.microsoft.com/office/drawing/2014/main" id="{1EA78899-6ABE-753D-974A-723210CD8D41}"/>
              </a:ext>
            </a:extLst>
          </p:cNvPr>
          <p:cNvSpPr/>
          <p:nvPr/>
        </p:nvSpPr>
        <p:spPr>
          <a:xfrm>
            <a:off x="25942451" y="8375088"/>
            <a:ext cx="355689" cy="35568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9" name="Oval 388">
            <a:extLst>
              <a:ext uri="{FF2B5EF4-FFF2-40B4-BE49-F238E27FC236}">
                <a16:creationId xmlns:a16="http://schemas.microsoft.com/office/drawing/2014/main" id="{0DADD710-77DC-8928-BF9A-D0D48AFAB6CF}"/>
              </a:ext>
            </a:extLst>
          </p:cNvPr>
          <p:cNvSpPr/>
          <p:nvPr/>
        </p:nvSpPr>
        <p:spPr>
          <a:xfrm>
            <a:off x="23398968" y="8375088"/>
            <a:ext cx="355689" cy="35568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0" name="Oval 389">
            <a:extLst>
              <a:ext uri="{FF2B5EF4-FFF2-40B4-BE49-F238E27FC236}">
                <a16:creationId xmlns:a16="http://schemas.microsoft.com/office/drawing/2014/main" id="{DED4C751-072C-8FAF-CB73-3119043B90A7}"/>
              </a:ext>
            </a:extLst>
          </p:cNvPr>
          <p:cNvSpPr/>
          <p:nvPr/>
        </p:nvSpPr>
        <p:spPr>
          <a:xfrm>
            <a:off x="22556599" y="8007625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1" name="TextBox 390">
            <a:extLst>
              <a:ext uri="{FF2B5EF4-FFF2-40B4-BE49-F238E27FC236}">
                <a16:creationId xmlns:a16="http://schemas.microsoft.com/office/drawing/2014/main" id="{E7B7F836-CC9A-4588-9696-1E5CFB4AFF4A}"/>
              </a:ext>
            </a:extLst>
          </p:cNvPr>
          <p:cNvSpPr txBox="1"/>
          <p:nvPr/>
        </p:nvSpPr>
        <p:spPr>
          <a:xfrm>
            <a:off x="22871781" y="2153955"/>
            <a:ext cx="573195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Effective Action Condition</a:t>
            </a:r>
          </a:p>
        </p:txBody>
      </p:sp>
      <p:sp>
        <p:nvSpPr>
          <p:cNvPr id="393" name="TextBox 392">
            <a:extLst>
              <a:ext uri="{FF2B5EF4-FFF2-40B4-BE49-F238E27FC236}">
                <a16:creationId xmlns:a16="http://schemas.microsoft.com/office/drawing/2014/main" id="{BFC7E74C-0E9E-2A8D-EBF1-A5F5F3A42B65}"/>
              </a:ext>
            </a:extLst>
          </p:cNvPr>
          <p:cNvSpPr txBox="1"/>
          <p:nvPr/>
        </p:nvSpPr>
        <p:spPr>
          <a:xfrm>
            <a:off x="22789795" y="2712408"/>
            <a:ext cx="548477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Constrained Action Event</a:t>
            </a:r>
          </a:p>
        </p:txBody>
      </p:sp>
      <p:sp>
        <p:nvSpPr>
          <p:cNvPr id="395" name="TextBox 394">
            <a:extLst>
              <a:ext uri="{FF2B5EF4-FFF2-40B4-BE49-F238E27FC236}">
                <a16:creationId xmlns:a16="http://schemas.microsoft.com/office/drawing/2014/main" id="{F52485CF-8625-160D-7715-7A80A5A73A68}"/>
              </a:ext>
            </a:extLst>
          </p:cNvPr>
          <p:cNvSpPr txBox="1"/>
          <p:nvPr/>
        </p:nvSpPr>
        <p:spPr>
          <a:xfrm>
            <a:off x="25810280" y="700244"/>
            <a:ext cx="1156310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Target Finding 5: 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Action efficiency understanding in pre-reaching infants</a:t>
            </a:r>
          </a:p>
        </p:txBody>
      </p:sp>
      <p:pic>
        <p:nvPicPr>
          <p:cNvPr id="399" name="Graphic 398" descr="Mittens with solid fill">
            <a:extLst>
              <a:ext uri="{FF2B5EF4-FFF2-40B4-BE49-F238E27FC236}">
                <a16:creationId xmlns:a16="http://schemas.microsoft.com/office/drawing/2014/main" id="{BB0A6F6E-CAE8-2A7C-3338-74FDFD74AD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036319" y="3753897"/>
            <a:ext cx="2168460" cy="2168460"/>
          </a:xfrm>
          <a:prstGeom prst="rect">
            <a:avLst/>
          </a:prstGeom>
        </p:spPr>
      </p:pic>
      <p:cxnSp>
        <p:nvCxnSpPr>
          <p:cNvPr id="400" name="Straight Connector 399">
            <a:extLst>
              <a:ext uri="{FF2B5EF4-FFF2-40B4-BE49-F238E27FC236}">
                <a16:creationId xmlns:a16="http://schemas.microsoft.com/office/drawing/2014/main" id="{6DFA8436-765C-40A3-BA6D-3E95DD162FB1}"/>
              </a:ext>
            </a:extLst>
          </p:cNvPr>
          <p:cNvCxnSpPr>
            <a:cxnSpLocks/>
          </p:cNvCxnSpPr>
          <p:nvPr/>
        </p:nvCxnSpPr>
        <p:spPr>
          <a:xfrm>
            <a:off x="28873176" y="6880050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1" name="Rectangle 400">
            <a:extLst>
              <a:ext uri="{FF2B5EF4-FFF2-40B4-BE49-F238E27FC236}">
                <a16:creationId xmlns:a16="http://schemas.microsoft.com/office/drawing/2014/main" id="{9DC821CC-7DA2-F566-C148-F991386447C1}"/>
              </a:ext>
            </a:extLst>
          </p:cNvPr>
          <p:cNvSpPr/>
          <p:nvPr/>
        </p:nvSpPr>
        <p:spPr>
          <a:xfrm>
            <a:off x="31375158" y="5923789"/>
            <a:ext cx="370542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2" name="Straight Connector 401">
            <a:extLst>
              <a:ext uri="{FF2B5EF4-FFF2-40B4-BE49-F238E27FC236}">
                <a16:creationId xmlns:a16="http://schemas.microsoft.com/office/drawing/2014/main" id="{23CC156A-5FD4-5EBD-41D8-4AF5F0011981}"/>
              </a:ext>
            </a:extLst>
          </p:cNvPr>
          <p:cNvCxnSpPr>
            <a:cxnSpLocks/>
          </p:cNvCxnSpPr>
          <p:nvPr/>
        </p:nvCxnSpPr>
        <p:spPr>
          <a:xfrm>
            <a:off x="32737691" y="6663000"/>
            <a:ext cx="608106" cy="0"/>
          </a:xfrm>
          <a:prstGeom prst="line">
            <a:avLst/>
          </a:prstGeom>
          <a:ln>
            <a:solidFill>
              <a:schemeClr val="tx1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3" name="Oval 402">
            <a:extLst>
              <a:ext uri="{FF2B5EF4-FFF2-40B4-BE49-F238E27FC236}">
                <a16:creationId xmlns:a16="http://schemas.microsoft.com/office/drawing/2014/main" id="{8805D08E-975D-0AAD-4961-3F98EE8B5BDC}"/>
              </a:ext>
            </a:extLst>
          </p:cNvPr>
          <p:cNvSpPr/>
          <p:nvPr/>
        </p:nvSpPr>
        <p:spPr>
          <a:xfrm>
            <a:off x="33543248" y="6699589"/>
            <a:ext cx="168298" cy="168298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4" name="Oval 403">
            <a:extLst>
              <a:ext uri="{FF2B5EF4-FFF2-40B4-BE49-F238E27FC236}">
                <a16:creationId xmlns:a16="http://schemas.microsoft.com/office/drawing/2014/main" id="{BBB8C9EC-31B0-DFC8-CD8D-A4EE7BF65DE5}"/>
              </a:ext>
            </a:extLst>
          </p:cNvPr>
          <p:cNvSpPr/>
          <p:nvPr/>
        </p:nvSpPr>
        <p:spPr>
          <a:xfrm>
            <a:off x="29007271" y="6401526"/>
            <a:ext cx="464094" cy="46409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5" name="Oval 404">
            <a:extLst>
              <a:ext uri="{FF2B5EF4-FFF2-40B4-BE49-F238E27FC236}">
                <a16:creationId xmlns:a16="http://schemas.microsoft.com/office/drawing/2014/main" id="{34E406BD-1E8C-C3EB-9450-E513C2125F28}"/>
              </a:ext>
            </a:extLst>
          </p:cNvPr>
          <p:cNvSpPr/>
          <p:nvPr/>
        </p:nvSpPr>
        <p:spPr>
          <a:xfrm>
            <a:off x="33443053" y="6508222"/>
            <a:ext cx="355689" cy="35568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6" name="Straight Arrow Connector 405">
            <a:extLst>
              <a:ext uri="{FF2B5EF4-FFF2-40B4-BE49-F238E27FC236}">
                <a16:creationId xmlns:a16="http://schemas.microsoft.com/office/drawing/2014/main" id="{A06A4DD5-57C7-AA16-6338-5CDD93B9495E}"/>
              </a:ext>
            </a:extLst>
          </p:cNvPr>
          <p:cNvCxnSpPr>
            <a:cxnSpLocks/>
          </p:cNvCxnSpPr>
          <p:nvPr/>
        </p:nvCxnSpPr>
        <p:spPr>
          <a:xfrm flipV="1">
            <a:off x="33611351" y="6512191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7" name="Straight Arrow Connector 406">
            <a:extLst>
              <a:ext uri="{FF2B5EF4-FFF2-40B4-BE49-F238E27FC236}">
                <a16:creationId xmlns:a16="http://schemas.microsoft.com/office/drawing/2014/main" id="{63F8DB96-4F01-417A-B74A-57F8B6BB3227}"/>
              </a:ext>
            </a:extLst>
          </p:cNvPr>
          <p:cNvCxnSpPr>
            <a:cxnSpLocks/>
          </p:cNvCxnSpPr>
          <p:nvPr/>
        </p:nvCxnSpPr>
        <p:spPr>
          <a:xfrm rot="-1200000" flipH="1" flipV="1">
            <a:off x="33475266" y="6592107"/>
            <a:ext cx="91839" cy="146292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8" name="Straight Arrow Connector 407">
            <a:extLst>
              <a:ext uri="{FF2B5EF4-FFF2-40B4-BE49-F238E27FC236}">
                <a16:creationId xmlns:a16="http://schemas.microsoft.com/office/drawing/2014/main" id="{5F123B8C-ACB5-5779-9545-0FC61291F041}"/>
              </a:ext>
            </a:extLst>
          </p:cNvPr>
          <p:cNvCxnSpPr>
            <a:cxnSpLocks/>
          </p:cNvCxnSpPr>
          <p:nvPr/>
        </p:nvCxnSpPr>
        <p:spPr>
          <a:xfrm rot="1200000" flipV="1">
            <a:off x="33716049" y="6556984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9" name="Oval 408">
            <a:extLst>
              <a:ext uri="{FF2B5EF4-FFF2-40B4-BE49-F238E27FC236}">
                <a16:creationId xmlns:a16="http://schemas.microsoft.com/office/drawing/2014/main" id="{24F89952-C670-36AD-19DD-80E9DB47B89D}"/>
              </a:ext>
            </a:extLst>
          </p:cNvPr>
          <p:cNvSpPr/>
          <p:nvPr/>
        </p:nvSpPr>
        <p:spPr>
          <a:xfrm>
            <a:off x="32255227" y="6508222"/>
            <a:ext cx="355689" cy="35568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0" name="Oval 409">
            <a:extLst>
              <a:ext uri="{FF2B5EF4-FFF2-40B4-BE49-F238E27FC236}">
                <a16:creationId xmlns:a16="http://schemas.microsoft.com/office/drawing/2014/main" id="{80DF5FAE-2046-7D9F-923F-BDCE88C97AAC}"/>
              </a:ext>
            </a:extLst>
          </p:cNvPr>
          <p:cNvSpPr/>
          <p:nvPr/>
        </p:nvSpPr>
        <p:spPr>
          <a:xfrm>
            <a:off x="28869375" y="6140759"/>
            <a:ext cx="739298" cy="73929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1" name="Straight Arrow Connector 410">
            <a:extLst>
              <a:ext uri="{FF2B5EF4-FFF2-40B4-BE49-F238E27FC236}">
                <a16:creationId xmlns:a16="http://schemas.microsoft.com/office/drawing/2014/main" id="{F5EEBC42-4090-BF6F-CF8A-0FC4741C950E}"/>
              </a:ext>
            </a:extLst>
          </p:cNvPr>
          <p:cNvCxnSpPr>
            <a:cxnSpLocks/>
          </p:cNvCxnSpPr>
          <p:nvPr/>
        </p:nvCxnSpPr>
        <p:spPr>
          <a:xfrm flipH="1" flipV="1">
            <a:off x="29223114" y="6156659"/>
            <a:ext cx="4420" cy="233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Straight Arrow Connector 411">
            <a:extLst>
              <a:ext uri="{FF2B5EF4-FFF2-40B4-BE49-F238E27FC236}">
                <a16:creationId xmlns:a16="http://schemas.microsoft.com/office/drawing/2014/main" id="{92429214-2B45-29FB-1EAA-2EBB47F7EA22}"/>
              </a:ext>
            </a:extLst>
          </p:cNvPr>
          <p:cNvCxnSpPr>
            <a:cxnSpLocks/>
          </p:cNvCxnSpPr>
          <p:nvPr/>
        </p:nvCxnSpPr>
        <p:spPr>
          <a:xfrm rot="3000000" flipH="1" flipV="1">
            <a:off x="29471165" y="6280124"/>
            <a:ext cx="4420" cy="19799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3" name="Straight Arrow Connector 412">
            <a:extLst>
              <a:ext uri="{FF2B5EF4-FFF2-40B4-BE49-F238E27FC236}">
                <a16:creationId xmlns:a16="http://schemas.microsoft.com/office/drawing/2014/main" id="{A5FA36A4-5A38-85D8-611E-1B7DF2DA0791}"/>
              </a:ext>
            </a:extLst>
          </p:cNvPr>
          <p:cNvCxnSpPr>
            <a:cxnSpLocks/>
          </p:cNvCxnSpPr>
          <p:nvPr/>
        </p:nvCxnSpPr>
        <p:spPr>
          <a:xfrm rot="-3000000" flipH="1" flipV="1">
            <a:off x="29005050" y="6288077"/>
            <a:ext cx="4420" cy="19799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4" name="Straight Connector 413">
            <a:extLst>
              <a:ext uri="{FF2B5EF4-FFF2-40B4-BE49-F238E27FC236}">
                <a16:creationId xmlns:a16="http://schemas.microsoft.com/office/drawing/2014/main" id="{F49ABA6C-B0BE-966C-4E8C-33A2B57D9A7B}"/>
              </a:ext>
            </a:extLst>
          </p:cNvPr>
          <p:cNvCxnSpPr>
            <a:cxnSpLocks/>
          </p:cNvCxnSpPr>
          <p:nvPr/>
        </p:nvCxnSpPr>
        <p:spPr>
          <a:xfrm>
            <a:off x="28869369" y="8681515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5" name="Rectangle 414">
            <a:extLst>
              <a:ext uri="{FF2B5EF4-FFF2-40B4-BE49-F238E27FC236}">
                <a16:creationId xmlns:a16="http://schemas.microsoft.com/office/drawing/2014/main" id="{7C3123B9-1664-D9EC-417E-826829C4B7A3}"/>
              </a:ext>
            </a:extLst>
          </p:cNvPr>
          <p:cNvSpPr/>
          <p:nvPr/>
        </p:nvSpPr>
        <p:spPr>
          <a:xfrm>
            <a:off x="31371351" y="7725253"/>
            <a:ext cx="370542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6" name="Freeform: Shape 415">
            <a:extLst>
              <a:ext uri="{FF2B5EF4-FFF2-40B4-BE49-F238E27FC236}">
                <a16:creationId xmlns:a16="http://schemas.microsoft.com/office/drawing/2014/main" id="{A68CD7DF-FF03-E4FB-726A-97F69DB29846}"/>
              </a:ext>
            </a:extLst>
          </p:cNvPr>
          <p:cNvSpPr/>
          <p:nvPr/>
        </p:nvSpPr>
        <p:spPr>
          <a:xfrm>
            <a:off x="30651840" y="7494669"/>
            <a:ext cx="1786965" cy="985828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7" name="Straight Connector 416">
            <a:extLst>
              <a:ext uri="{FF2B5EF4-FFF2-40B4-BE49-F238E27FC236}">
                <a16:creationId xmlns:a16="http://schemas.microsoft.com/office/drawing/2014/main" id="{A2AF4170-C2D5-3D1A-8759-2E8F9A8C3AB4}"/>
              </a:ext>
            </a:extLst>
          </p:cNvPr>
          <p:cNvCxnSpPr>
            <a:cxnSpLocks/>
          </p:cNvCxnSpPr>
          <p:nvPr/>
        </p:nvCxnSpPr>
        <p:spPr>
          <a:xfrm>
            <a:off x="32438798" y="8464464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8" name="Straight Arrow Connector 417">
            <a:extLst>
              <a:ext uri="{FF2B5EF4-FFF2-40B4-BE49-F238E27FC236}">
                <a16:creationId xmlns:a16="http://schemas.microsoft.com/office/drawing/2014/main" id="{155B8817-A571-B2BD-294B-32A73912E7D0}"/>
              </a:ext>
            </a:extLst>
          </p:cNvPr>
          <p:cNvCxnSpPr>
            <a:cxnSpLocks/>
          </p:cNvCxnSpPr>
          <p:nvPr/>
        </p:nvCxnSpPr>
        <p:spPr>
          <a:xfrm>
            <a:off x="32737675" y="8369305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9" name="Straight Arrow Connector 418">
            <a:extLst>
              <a:ext uri="{FF2B5EF4-FFF2-40B4-BE49-F238E27FC236}">
                <a16:creationId xmlns:a16="http://schemas.microsoft.com/office/drawing/2014/main" id="{DC8BEFF4-71BA-7F40-068E-9C98B9023940}"/>
              </a:ext>
            </a:extLst>
          </p:cNvPr>
          <p:cNvCxnSpPr>
            <a:cxnSpLocks/>
          </p:cNvCxnSpPr>
          <p:nvPr/>
        </p:nvCxnSpPr>
        <p:spPr>
          <a:xfrm rot="10800000">
            <a:off x="32737675" y="8546310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0" name="Straight Arrow Connector 419">
            <a:extLst>
              <a:ext uri="{FF2B5EF4-FFF2-40B4-BE49-F238E27FC236}">
                <a16:creationId xmlns:a16="http://schemas.microsoft.com/office/drawing/2014/main" id="{00DBD63C-1850-4A4A-F824-67CDE82E5F24}"/>
              </a:ext>
            </a:extLst>
          </p:cNvPr>
          <p:cNvCxnSpPr>
            <a:cxnSpLocks/>
            <a:stCxn id="416" idx="0"/>
          </p:cNvCxnSpPr>
          <p:nvPr/>
        </p:nvCxnSpPr>
        <p:spPr>
          <a:xfrm flipH="1" flipV="1">
            <a:off x="30073994" y="8464474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1" name="Oval 420">
            <a:extLst>
              <a:ext uri="{FF2B5EF4-FFF2-40B4-BE49-F238E27FC236}">
                <a16:creationId xmlns:a16="http://schemas.microsoft.com/office/drawing/2014/main" id="{65256D6D-8EC8-A24E-BDEA-EBD5E883C58C}"/>
              </a:ext>
            </a:extLst>
          </p:cNvPr>
          <p:cNvSpPr/>
          <p:nvPr/>
        </p:nvSpPr>
        <p:spPr>
          <a:xfrm>
            <a:off x="33439246" y="8309680"/>
            <a:ext cx="355689" cy="35568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2" name="Oval 421">
            <a:extLst>
              <a:ext uri="{FF2B5EF4-FFF2-40B4-BE49-F238E27FC236}">
                <a16:creationId xmlns:a16="http://schemas.microsoft.com/office/drawing/2014/main" id="{0195A0E4-740D-23C9-9418-C28354CB8814}"/>
              </a:ext>
            </a:extLst>
          </p:cNvPr>
          <p:cNvSpPr/>
          <p:nvPr/>
        </p:nvSpPr>
        <p:spPr>
          <a:xfrm>
            <a:off x="32251421" y="8309680"/>
            <a:ext cx="355689" cy="35568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3" name="Oval 422">
            <a:extLst>
              <a:ext uri="{FF2B5EF4-FFF2-40B4-BE49-F238E27FC236}">
                <a16:creationId xmlns:a16="http://schemas.microsoft.com/office/drawing/2014/main" id="{8DFF9FAA-7A33-6E0E-920A-CE4B93A96104}"/>
              </a:ext>
            </a:extLst>
          </p:cNvPr>
          <p:cNvSpPr/>
          <p:nvPr/>
        </p:nvSpPr>
        <p:spPr>
          <a:xfrm>
            <a:off x="29707938" y="8309680"/>
            <a:ext cx="355689" cy="35568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4" name="Oval 423">
            <a:extLst>
              <a:ext uri="{FF2B5EF4-FFF2-40B4-BE49-F238E27FC236}">
                <a16:creationId xmlns:a16="http://schemas.microsoft.com/office/drawing/2014/main" id="{8292B0B4-4F47-2FDA-76BE-A7BEDE4F6408}"/>
              </a:ext>
            </a:extLst>
          </p:cNvPr>
          <p:cNvSpPr/>
          <p:nvPr/>
        </p:nvSpPr>
        <p:spPr>
          <a:xfrm>
            <a:off x="28865569" y="7942217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26" name="Graphic 425" descr="Mittens outline">
            <a:extLst>
              <a:ext uri="{FF2B5EF4-FFF2-40B4-BE49-F238E27FC236}">
                <a16:creationId xmlns:a16="http://schemas.microsoft.com/office/drawing/2014/main" id="{B50F79FD-68A1-F760-2196-E27D33E594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0470922" y="3719966"/>
            <a:ext cx="2101892" cy="2101892"/>
          </a:xfrm>
          <a:prstGeom prst="rect">
            <a:avLst/>
          </a:prstGeom>
        </p:spPr>
      </p:pic>
      <p:pic>
        <p:nvPicPr>
          <p:cNvPr id="427" name="Graphic 426" descr="Mittens with solid fill">
            <a:extLst>
              <a:ext uri="{FF2B5EF4-FFF2-40B4-BE49-F238E27FC236}">
                <a16:creationId xmlns:a16="http://schemas.microsoft.com/office/drawing/2014/main" id="{7D53ABCE-A448-79DD-3C00-FA8414C27CF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014382" y="3753897"/>
            <a:ext cx="2168460" cy="2168460"/>
          </a:xfrm>
          <a:prstGeom prst="rect">
            <a:avLst/>
          </a:prstGeom>
        </p:spPr>
      </p:pic>
      <p:sp>
        <p:nvSpPr>
          <p:cNvPr id="428" name="TextBox 427">
            <a:extLst>
              <a:ext uri="{FF2B5EF4-FFF2-40B4-BE49-F238E27FC236}">
                <a16:creationId xmlns:a16="http://schemas.microsoft.com/office/drawing/2014/main" id="{7A113C6A-5162-827E-EE64-FC5FFACA14DC}"/>
              </a:ext>
            </a:extLst>
          </p:cNvPr>
          <p:cNvSpPr txBox="1"/>
          <p:nvPr/>
        </p:nvSpPr>
        <p:spPr>
          <a:xfrm>
            <a:off x="29015907" y="2231199"/>
            <a:ext cx="607499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Ineffective Action Condition</a:t>
            </a:r>
          </a:p>
        </p:txBody>
      </p:sp>
      <p:sp>
        <p:nvSpPr>
          <p:cNvPr id="429" name="TextBox 428">
            <a:extLst>
              <a:ext uri="{FF2B5EF4-FFF2-40B4-BE49-F238E27FC236}">
                <a16:creationId xmlns:a16="http://schemas.microsoft.com/office/drawing/2014/main" id="{B88484C8-72A8-254A-7A5C-E673351D0427}"/>
              </a:ext>
            </a:extLst>
          </p:cNvPr>
          <p:cNvSpPr txBox="1"/>
          <p:nvPr/>
        </p:nvSpPr>
        <p:spPr>
          <a:xfrm>
            <a:off x="28933921" y="2789652"/>
            <a:ext cx="548477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Constrained Action Event</a:t>
            </a:r>
          </a:p>
        </p:txBody>
      </p:sp>
      <p:sp>
        <p:nvSpPr>
          <p:cNvPr id="430" name="TextBox 429">
            <a:extLst>
              <a:ext uri="{FF2B5EF4-FFF2-40B4-BE49-F238E27FC236}">
                <a16:creationId xmlns:a16="http://schemas.microsoft.com/office/drawing/2014/main" id="{4D0DD5F9-E04B-9385-AD6B-AB440D2B4C6B}"/>
              </a:ext>
            </a:extLst>
          </p:cNvPr>
          <p:cNvSpPr txBox="1"/>
          <p:nvPr/>
        </p:nvSpPr>
        <p:spPr>
          <a:xfrm>
            <a:off x="35729528" y="2303388"/>
            <a:ext cx="573195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Effective Action Condition</a:t>
            </a:r>
          </a:p>
        </p:txBody>
      </p:sp>
      <p:sp>
        <p:nvSpPr>
          <p:cNvPr id="431" name="TextBox 430">
            <a:extLst>
              <a:ext uri="{FF2B5EF4-FFF2-40B4-BE49-F238E27FC236}">
                <a16:creationId xmlns:a16="http://schemas.microsoft.com/office/drawing/2014/main" id="{C668BC66-6659-D035-D65A-F3772BF1CC11}"/>
              </a:ext>
            </a:extLst>
          </p:cNvPr>
          <p:cNvSpPr txBox="1"/>
          <p:nvPr/>
        </p:nvSpPr>
        <p:spPr>
          <a:xfrm>
            <a:off x="35647542" y="2861841"/>
            <a:ext cx="599773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Unconstrained Action Event</a:t>
            </a:r>
          </a:p>
        </p:txBody>
      </p:sp>
      <p:pic>
        <p:nvPicPr>
          <p:cNvPr id="435" name="Picture 434">
            <a:extLst>
              <a:ext uri="{FF2B5EF4-FFF2-40B4-BE49-F238E27FC236}">
                <a16:creationId xmlns:a16="http://schemas.microsoft.com/office/drawing/2014/main" id="{F3B5B82C-DE5A-70F0-880A-7B68C8F847D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4644" y="12467062"/>
            <a:ext cx="5396042" cy="5396042"/>
          </a:xfrm>
          <a:prstGeom prst="rect">
            <a:avLst/>
          </a:prstGeom>
        </p:spPr>
      </p:pic>
      <p:pic>
        <p:nvPicPr>
          <p:cNvPr id="437" name="Picture 436">
            <a:extLst>
              <a:ext uri="{FF2B5EF4-FFF2-40B4-BE49-F238E27FC236}">
                <a16:creationId xmlns:a16="http://schemas.microsoft.com/office/drawing/2014/main" id="{4996F634-AD96-4722-D6E9-A400A3F41EA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0929" y="12467287"/>
            <a:ext cx="5369729" cy="5369729"/>
          </a:xfrm>
          <a:prstGeom prst="rect">
            <a:avLst/>
          </a:prstGeom>
        </p:spPr>
      </p:pic>
      <p:pic>
        <p:nvPicPr>
          <p:cNvPr id="439" name="Picture 438">
            <a:extLst>
              <a:ext uri="{FF2B5EF4-FFF2-40B4-BE49-F238E27FC236}">
                <a16:creationId xmlns:a16="http://schemas.microsoft.com/office/drawing/2014/main" id="{78ADB021-2163-0F28-AA36-BFC9CCFAE73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87276" y="12376868"/>
            <a:ext cx="5484771" cy="5484771"/>
          </a:xfrm>
          <a:prstGeom prst="rect">
            <a:avLst/>
          </a:prstGeom>
        </p:spPr>
      </p:pic>
      <p:pic>
        <p:nvPicPr>
          <p:cNvPr id="441" name="Picture 440">
            <a:extLst>
              <a:ext uri="{FF2B5EF4-FFF2-40B4-BE49-F238E27FC236}">
                <a16:creationId xmlns:a16="http://schemas.microsoft.com/office/drawing/2014/main" id="{1568514E-AC93-5B5E-AC40-20D2DD8B81A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57661" y="13206007"/>
            <a:ext cx="4794655" cy="4794655"/>
          </a:xfrm>
          <a:prstGeom prst="rect">
            <a:avLst/>
          </a:prstGeom>
        </p:spPr>
      </p:pic>
      <p:pic>
        <p:nvPicPr>
          <p:cNvPr id="443" name="Picture 442">
            <a:extLst>
              <a:ext uri="{FF2B5EF4-FFF2-40B4-BE49-F238E27FC236}">
                <a16:creationId xmlns:a16="http://schemas.microsoft.com/office/drawing/2014/main" id="{4FE6C695-046E-50F5-5F41-A68F96F99D5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26456" y="13016803"/>
            <a:ext cx="4983860" cy="4983860"/>
          </a:xfrm>
          <a:prstGeom prst="rect">
            <a:avLst/>
          </a:prstGeom>
        </p:spPr>
      </p:pic>
      <p:pic>
        <p:nvPicPr>
          <p:cNvPr id="445" name="Picture 444">
            <a:extLst>
              <a:ext uri="{FF2B5EF4-FFF2-40B4-BE49-F238E27FC236}">
                <a16:creationId xmlns:a16="http://schemas.microsoft.com/office/drawing/2014/main" id="{32EFBBE2-EF9B-4523-9612-22A3F176A35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1143" y="12755047"/>
            <a:ext cx="5245615" cy="5245615"/>
          </a:xfrm>
          <a:prstGeom prst="rect">
            <a:avLst/>
          </a:prstGeom>
        </p:spPr>
      </p:pic>
      <p:cxnSp>
        <p:nvCxnSpPr>
          <p:cNvPr id="446" name="Straight Connector 445">
            <a:extLst>
              <a:ext uri="{FF2B5EF4-FFF2-40B4-BE49-F238E27FC236}">
                <a16:creationId xmlns:a16="http://schemas.microsoft.com/office/drawing/2014/main" id="{56995CC1-0170-DECD-0DB6-BA6400B09FF2}"/>
              </a:ext>
            </a:extLst>
          </p:cNvPr>
          <p:cNvCxnSpPr>
            <a:cxnSpLocks/>
          </p:cNvCxnSpPr>
          <p:nvPr/>
        </p:nvCxnSpPr>
        <p:spPr>
          <a:xfrm>
            <a:off x="23011966" y="12029889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7" name="Freeform: Shape 446">
            <a:extLst>
              <a:ext uri="{FF2B5EF4-FFF2-40B4-BE49-F238E27FC236}">
                <a16:creationId xmlns:a16="http://schemas.microsoft.com/office/drawing/2014/main" id="{FC14A7DB-A470-6E13-D9C0-C4480879458E}"/>
              </a:ext>
            </a:extLst>
          </p:cNvPr>
          <p:cNvSpPr/>
          <p:nvPr/>
        </p:nvSpPr>
        <p:spPr>
          <a:xfrm>
            <a:off x="24794438" y="10843044"/>
            <a:ext cx="1786965" cy="985828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8" name="Straight Connector 447">
            <a:extLst>
              <a:ext uri="{FF2B5EF4-FFF2-40B4-BE49-F238E27FC236}">
                <a16:creationId xmlns:a16="http://schemas.microsoft.com/office/drawing/2014/main" id="{118B7174-E50B-0B4F-E698-23D330088505}"/>
              </a:ext>
            </a:extLst>
          </p:cNvPr>
          <p:cNvCxnSpPr>
            <a:cxnSpLocks/>
          </p:cNvCxnSpPr>
          <p:nvPr/>
        </p:nvCxnSpPr>
        <p:spPr>
          <a:xfrm>
            <a:off x="26581396" y="11812838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9" name="Straight Arrow Connector 448">
            <a:extLst>
              <a:ext uri="{FF2B5EF4-FFF2-40B4-BE49-F238E27FC236}">
                <a16:creationId xmlns:a16="http://schemas.microsoft.com/office/drawing/2014/main" id="{0B1E53C7-077D-0BE9-5A3A-2EC0210B1C51}"/>
              </a:ext>
            </a:extLst>
          </p:cNvPr>
          <p:cNvCxnSpPr>
            <a:cxnSpLocks/>
          </p:cNvCxnSpPr>
          <p:nvPr/>
        </p:nvCxnSpPr>
        <p:spPr>
          <a:xfrm>
            <a:off x="26880272" y="11717680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0" name="Straight Arrow Connector 449">
            <a:extLst>
              <a:ext uri="{FF2B5EF4-FFF2-40B4-BE49-F238E27FC236}">
                <a16:creationId xmlns:a16="http://schemas.microsoft.com/office/drawing/2014/main" id="{3A9972CA-1749-5082-AED9-FD7A08906D65}"/>
              </a:ext>
            </a:extLst>
          </p:cNvPr>
          <p:cNvCxnSpPr>
            <a:cxnSpLocks/>
          </p:cNvCxnSpPr>
          <p:nvPr/>
        </p:nvCxnSpPr>
        <p:spPr>
          <a:xfrm rot="10800000">
            <a:off x="26880272" y="11894684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1" name="Straight Arrow Connector 450">
            <a:extLst>
              <a:ext uri="{FF2B5EF4-FFF2-40B4-BE49-F238E27FC236}">
                <a16:creationId xmlns:a16="http://schemas.microsoft.com/office/drawing/2014/main" id="{14A38901-E58A-5F85-C20B-70F4196C90A2}"/>
              </a:ext>
            </a:extLst>
          </p:cNvPr>
          <p:cNvCxnSpPr>
            <a:cxnSpLocks/>
            <a:stCxn id="447" idx="0"/>
          </p:cNvCxnSpPr>
          <p:nvPr/>
        </p:nvCxnSpPr>
        <p:spPr>
          <a:xfrm flipH="1" flipV="1">
            <a:off x="24216591" y="11812849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2" name="Oval 451">
            <a:extLst>
              <a:ext uri="{FF2B5EF4-FFF2-40B4-BE49-F238E27FC236}">
                <a16:creationId xmlns:a16="http://schemas.microsoft.com/office/drawing/2014/main" id="{FD9AD264-EA81-2A61-CB3D-0D629770357E}"/>
              </a:ext>
            </a:extLst>
          </p:cNvPr>
          <p:cNvSpPr/>
          <p:nvPr/>
        </p:nvSpPr>
        <p:spPr>
          <a:xfrm>
            <a:off x="27581843" y="11658054"/>
            <a:ext cx="355689" cy="35568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3" name="Oval 452">
            <a:extLst>
              <a:ext uri="{FF2B5EF4-FFF2-40B4-BE49-F238E27FC236}">
                <a16:creationId xmlns:a16="http://schemas.microsoft.com/office/drawing/2014/main" id="{D59D8C33-FBA2-503B-F223-388CEA895B55}"/>
              </a:ext>
            </a:extLst>
          </p:cNvPr>
          <p:cNvSpPr/>
          <p:nvPr/>
        </p:nvSpPr>
        <p:spPr>
          <a:xfrm>
            <a:off x="23850536" y="11658054"/>
            <a:ext cx="355689" cy="35568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4" name="Oval 453">
            <a:extLst>
              <a:ext uri="{FF2B5EF4-FFF2-40B4-BE49-F238E27FC236}">
                <a16:creationId xmlns:a16="http://schemas.microsoft.com/office/drawing/2014/main" id="{CBBF92A4-BFBB-DE71-0F40-278034D401F2}"/>
              </a:ext>
            </a:extLst>
          </p:cNvPr>
          <p:cNvSpPr/>
          <p:nvPr/>
        </p:nvSpPr>
        <p:spPr>
          <a:xfrm>
            <a:off x="23008166" y="11290591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55" name="Straight Connector 454">
            <a:extLst>
              <a:ext uri="{FF2B5EF4-FFF2-40B4-BE49-F238E27FC236}">
                <a16:creationId xmlns:a16="http://schemas.microsoft.com/office/drawing/2014/main" id="{8CA9338F-68BD-443A-0CE2-0D6F6DD11E91}"/>
              </a:ext>
            </a:extLst>
          </p:cNvPr>
          <p:cNvCxnSpPr>
            <a:cxnSpLocks/>
          </p:cNvCxnSpPr>
          <p:nvPr/>
        </p:nvCxnSpPr>
        <p:spPr>
          <a:xfrm>
            <a:off x="23011966" y="10039720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6" name="Oval 455">
            <a:extLst>
              <a:ext uri="{FF2B5EF4-FFF2-40B4-BE49-F238E27FC236}">
                <a16:creationId xmlns:a16="http://schemas.microsoft.com/office/drawing/2014/main" id="{73D3E7A5-5715-16BE-E473-BFD3DDF5C843}"/>
              </a:ext>
            </a:extLst>
          </p:cNvPr>
          <p:cNvSpPr/>
          <p:nvPr/>
        </p:nvSpPr>
        <p:spPr>
          <a:xfrm>
            <a:off x="27581843" y="9667885"/>
            <a:ext cx="355689" cy="35568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7" name="Oval 456">
            <a:extLst>
              <a:ext uri="{FF2B5EF4-FFF2-40B4-BE49-F238E27FC236}">
                <a16:creationId xmlns:a16="http://schemas.microsoft.com/office/drawing/2014/main" id="{492F2BE3-2B93-7BE5-E2E0-25E21236C804}"/>
              </a:ext>
            </a:extLst>
          </p:cNvPr>
          <p:cNvSpPr/>
          <p:nvPr/>
        </p:nvSpPr>
        <p:spPr>
          <a:xfrm>
            <a:off x="23850536" y="9667885"/>
            <a:ext cx="355689" cy="35568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8" name="Oval 457">
            <a:extLst>
              <a:ext uri="{FF2B5EF4-FFF2-40B4-BE49-F238E27FC236}">
                <a16:creationId xmlns:a16="http://schemas.microsoft.com/office/drawing/2014/main" id="{AF7AA255-29E4-4AE3-2E2B-3233106A2586}"/>
              </a:ext>
            </a:extLst>
          </p:cNvPr>
          <p:cNvSpPr/>
          <p:nvPr/>
        </p:nvSpPr>
        <p:spPr>
          <a:xfrm>
            <a:off x="23008166" y="9300429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59" name="Straight Arrow Connector 458">
            <a:extLst>
              <a:ext uri="{FF2B5EF4-FFF2-40B4-BE49-F238E27FC236}">
                <a16:creationId xmlns:a16="http://schemas.microsoft.com/office/drawing/2014/main" id="{30340B9E-3C8E-CC9B-2263-5EC8CDAB96CC}"/>
              </a:ext>
            </a:extLst>
          </p:cNvPr>
          <p:cNvCxnSpPr>
            <a:cxnSpLocks/>
          </p:cNvCxnSpPr>
          <p:nvPr/>
        </p:nvCxnSpPr>
        <p:spPr>
          <a:xfrm flipH="1">
            <a:off x="24329207" y="9845723"/>
            <a:ext cx="314362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0" name="Straight Connector 459">
            <a:extLst>
              <a:ext uri="{FF2B5EF4-FFF2-40B4-BE49-F238E27FC236}">
                <a16:creationId xmlns:a16="http://schemas.microsoft.com/office/drawing/2014/main" id="{AD64B6A7-DD4A-5F32-F306-B38AFA91F642}"/>
              </a:ext>
            </a:extLst>
          </p:cNvPr>
          <p:cNvCxnSpPr>
            <a:cxnSpLocks/>
          </p:cNvCxnSpPr>
          <p:nvPr/>
        </p:nvCxnSpPr>
        <p:spPr>
          <a:xfrm>
            <a:off x="29099945" y="12068044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1" name="Freeform: Shape 460">
            <a:extLst>
              <a:ext uri="{FF2B5EF4-FFF2-40B4-BE49-F238E27FC236}">
                <a16:creationId xmlns:a16="http://schemas.microsoft.com/office/drawing/2014/main" id="{8B694038-9D43-FF11-92FD-3A800191401F}"/>
              </a:ext>
            </a:extLst>
          </p:cNvPr>
          <p:cNvSpPr/>
          <p:nvPr/>
        </p:nvSpPr>
        <p:spPr>
          <a:xfrm>
            <a:off x="30882417" y="10881199"/>
            <a:ext cx="1786965" cy="985828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2" name="Straight Connector 461">
            <a:extLst>
              <a:ext uri="{FF2B5EF4-FFF2-40B4-BE49-F238E27FC236}">
                <a16:creationId xmlns:a16="http://schemas.microsoft.com/office/drawing/2014/main" id="{30A46B7A-F325-DEAC-6FDD-C116C67CD46F}"/>
              </a:ext>
            </a:extLst>
          </p:cNvPr>
          <p:cNvCxnSpPr>
            <a:cxnSpLocks/>
          </p:cNvCxnSpPr>
          <p:nvPr/>
        </p:nvCxnSpPr>
        <p:spPr>
          <a:xfrm>
            <a:off x="32669375" y="11850993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3" name="Straight Arrow Connector 462">
            <a:extLst>
              <a:ext uri="{FF2B5EF4-FFF2-40B4-BE49-F238E27FC236}">
                <a16:creationId xmlns:a16="http://schemas.microsoft.com/office/drawing/2014/main" id="{FF33806D-461D-51FB-EF20-E765DD5185D2}"/>
              </a:ext>
            </a:extLst>
          </p:cNvPr>
          <p:cNvCxnSpPr>
            <a:cxnSpLocks/>
          </p:cNvCxnSpPr>
          <p:nvPr/>
        </p:nvCxnSpPr>
        <p:spPr>
          <a:xfrm>
            <a:off x="32968251" y="11755835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4" name="Straight Arrow Connector 463">
            <a:extLst>
              <a:ext uri="{FF2B5EF4-FFF2-40B4-BE49-F238E27FC236}">
                <a16:creationId xmlns:a16="http://schemas.microsoft.com/office/drawing/2014/main" id="{9F730B4C-FCF0-431C-A3DE-3403C725020D}"/>
              </a:ext>
            </a:extLst>
          </p:cNvPr>
          <p:cNvCxnSpPr>
            <a:cxnSpLocks/>
          </p:cNvCxnSpPr>
          <p:nvPr/>
        </p:nvCxnSpPr>
        <p:spPr>
          <a:xfrm rot="10800000">
            <a:off x="32968251" y="11932839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5" name="Straight Arrow Connector 464">
            <a:extLst>
              <a:ext uri="{FF2B5EF4-FFF2-40B4-BE49-F238E27FC236}">
                <a16:creationId xmlns:a16="http://schemas.microsoft.com/office/drawing/2014/main" id="{4DA658F9-4663-74A6-D96F-D0A703BC3EC9}"/>
              </a:ext>
            </a:extLst>
          </p:cNvPr>
          <p:cNvCxnSpPr>
            <a:cxnSpLocks/>
            <a:stCxn id="461" idx="0"/>
          </p:cNvCxnSpPr>
          <p:nvPr/>
        </p:nvCxnSpPr>
        <p:spPr>
          <a:xfrm flipH="1" flipV="1">
            <a:off x="30304570" y="11851004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6" name="Oval 465">
            <a:extLst>
              <a:ext uri="{FF2B5EF4-FFF2-40B4-BE49-F238E27FC236}">
                <a16:creationId xmlns:a16="http://schemas.microsoft.com/office/drawing/2014/main" id="{AC5D6837-FA18-45BD-084C-2A631D7CABB8}"/>
              </a:ext>
            </a:extLst>
          </p:cNvPr>
          <p:cNvSpPr/>
          <p:nvPr/>
        </p:nvSpPr>
        <p:spPr>
          <a:xfrm>
            <a:off x="33669822" y="11696209"/>
            <a:ext cx="355689" cy="35568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7" name="Oval 466">
            <a:extLst>
              <a:ext uri="{FF2B5EF4-FFF2-40B4-BE49-F238E27FC236}">
                <a16:creationId xmlns:a16="http://schemas.microsoft.com/office/drawing/2014/main" id="{21E27A89-67CC-24A1-BD0E-08166D353880}"/>
              </a:ext>
            </a:extLst>
          </p:cNvPr>
          <p:cNvSpPr/>
          <p:nvPr/>
        </p:nvSpPr>
        <p:spPr>
          <a:xfrm>
            <a:off x="29938515" y="11696209"/>
            <a:ext cx="355689" cy="35568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8" name="Oval 467">
            <a:extLst>
              <a:ext uri="{FF2B5EF4-FFF2-40B4-BE49-F238E27FC236}">
                <a16:creationId xmlns:a16="http://schemas.microsoft.com/office/drawing/2014/main" id="{0D1A9B84-625E-E752-B9DD-16092C35FDDD}"/>
              </a:ext>
            </a:extLst>
          </p:cNvPr>
          <p:cNvSpPr/>
          <p:nvPr/>
        </p:nvSpPr>
        <p:spPr>
          <a:xfrm>
            <a:off x="29096145" y="11328746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9" name="Straight Connector 468">
            <a:extLst>
              <a:ext uri="{FF2B5EF4-FFF2-40B4-BE49-F238E27FC236}">
                <a16:creationId xmlns:a16="http://schemas.microsoft.com/office/drawing/2014/main" id="{65A0AF98-4C32-0098-DBDE-E06F56E8ED9B}"/>
              </a:ext>
            </a:extLst>
          </p:cNvPr>
          <p:cNvCxnSpPr>
            <a:cxnSpLocks/>
          </p:cNvCxnSpPr>
          <p:nvPr/>
        </p:nvCxnSpPr>
        <p:spPr>
          <a:xfrm>
            <a:off x="29099945" y="10077875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0" name="Oval 469">
            <a:extLst>
              <a:ext uri="{FF2B5EF4-FFF2-40B4-BE49-F238E27FC236}">
                <a16:creationId xmlns:a16="http://schemas.microsoft.com/office/drawing/2014/main" id="{47097825-2E9B-BFA8-EFEC-6202CD654496}"/>
              </a:ext>
            </a:extLst>
          </p:cNvPr>
          <p:cNvSpPr/>
          <p:nvPr/>
        </p:nvSpPr>
        <p:spPr>
          <a:xfrm>
            <a:off x="33669822" y="9706040"/>
            <a:ext cx="355689" cy="35568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1" name="Oval 470">
            <a:extLst>
              <a:ext uri="{FF2B5EF4-FFF2-40B4-BE49-F238E27FC236}">
                <a16:creationId xmlns:a16="http://schemas.microsoft.com/office/drawing/2014/main" id="{82D1465B-78B7-AE6F-60FC-1E06DE93E5D9}"/>
              </a:ext>
            </a:extLst>
          </p:cNvPr>
          <p:cNvSpPr/>
          <p:nvPr/>
        </p:nvSpPr>
        <p:spPr>
          <a:xfrm>
            <a:off x="29938515" y="9706040"/>
            <a:ext cx="355689" cy="35568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2" name="Oval 471">
            <a:extLst>
              <a:ext uri="{FF2B5EF4-FFF2-40B4-BE49-F238E27FC236}">
                <a16:creationId xmlns:a16="http://schemas.microsoft.com/office/drawing/2014/main" id="{96259D50-B101-10F8-B593-F07A8A951144}"/>
              </a:ext>
            </a:extLst>
          </p:cNvPr>
          <p:cNvSpPr/>
          <p:nvPr/>
        </p:nvSpPr>
        <p:spPr>
          <a:xfrm>
            <a:off x="29096145" y="9338584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73" name="Straight Arrow Connector 472">
            <a:extLst>
              <a:ext uri="{FF2B5EF4-FFF2-40B4-BE49-F238E27FC236}">
                <a16:creationId xmlns:a16="http://schemas.microsoft.com/office/drawing/2014/main" id="{3C4507F9-3048-8A6E-9FBF-86F46CBDCE0F}"/>
              </a:ext>
            </a:extLst>
          </p:cNvPr>
          <p:cNvCxnSpPr>
            <a:cxnSpLocks/>
          </p:cNvCxnSpPr>
          <p:nvPr/>
        </p:nvCxnSpPr>
        <p:spPr>
          <a:xfrm flipH="1">
            <a:off x="30417186" y="9883878"/>
            <a:ext cx="314362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4" name="Straight Connector 473">
            <a:extLst>
              <a:ext uri="{FF2B5EF4-FFF2-40B4-BE49-F238E27FC236}">
                <a16:creationId xmlns:a16="http://schemas.microsoft.com/office/drawing/2014/main" id="{BE9AC010-60AD-CF17-75BC-6889599392AE}"/>
              </a:ext>
            </a:extLst>
          </p:cNvPr>
          <p:cNvCxnSpPr>
            <a:cxnSpLocks/>
          </p:cNvCxnSpPr>
          <p:nvPr/>
        </p:nvCxnSpPr>
        <p:spPr>
          <a:xfrm>
            <a:off x="35756359" y="12245888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5" name="Freeform: Shape 474">
            <a:extLst>
              <a:ext uri="{FF2B5EF4-FFF2-40B4-BE49-F238E27FC236}">
                <a16:creationId xmlns:a16="http://schemas.microsoft.com/office/drawing/2014/main" id="{7259ADBA-EBC0-1F30-6B38-589F4924696E}"/>
              </a:ext>
            </a:extLst>
          </p:cNvPr>
          <p:cNvSpPr/>
          <p:nvPr/>
        </p:nvSpPr>
        <p:spPr>
          <a:xfrm>
            <a:off x="37538831" y="11059043"/>
            <a:ext cx="1786965" cy="985828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76" name="Straight Connector 475">
            <a:extLst>
              <a:ext uri="{FF2B5EF4-FFF2-40B4-BE49-F238E27FC236}">
                <a16:creationId xmlns:a16="http://schemas.microsoft.com/office/drawing/2014/main" id="{52363736-8295-3428-6074-96A6A7761E12}"/>
              </a:ext>
            </a:extLst>
          </p:cNvPr>
          <p:cNvCxnSpPr>
            <a:cxnSpLocks/>
          </p:cNvCxnSpPr>
          <p:nvPr/>
        </p:nvCxnSpPr>
        <p:spPr>
          <a:xfrm>
            <a:off x="39325789" y="12028837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7" name="Straight Arrow Connector 476">
            <a:extLst>
              <a:ext uri="{FF2B5EF4-FFF2-40B4-BE49-F238E27FC236}">
                <a16:creationId xmlns:a16="http://schemas.microsoft.com/office/drawing/2014/main" id="{E1C4973C-B258-1664-46FD-BA5B75927463}"/>
              </a:ext>
            </a:extLst>
          </p:cNvPr>
          <p:cNvCxnSpPr>
            <a:cxnSpLocks/>
          </p:cNvCxnSpPr>
          <p:nvPr/>
        </p:nvCxnSpPr>
        <p:spPr>
          <a:xfrm>
            <a:off x="39624665" y="11933679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8" name="Straight Arrow Connector 477">
            <a:extLst>
              <a:ext uri="{FF2B5EF4-FFF2-40B4-BE49-F238E27FC236}">
                <a16:creationId xmlns:a16="http://schemas.microsoft.com/office/drawing/2014/main" id="{3B7EBE9B-6700-F6D9-8F3B-CF3BB666F469}"/>
              </a:ext>
            </a:extLst>
          </p:cNvPr>
          <p:cNvCxnSpPr>
            <a:cxnSpLocks/>
          </p:cNvCxnSpPr>
          <p:nvPr/>
        </p:nvCxnSpPr>
        <p:spPr>
          <a:xfrm rot="10800000">
            <a:off x="39624665" y="12110683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9" name="Straight Arrow Connector 478">
            <a:extLst>
              <a:ext uri="{FF2B5EF4-FFF2-40B4-BE49-F238E27FC236}">
                <a16:creationId xmlns:a16="http://schemas.microsoft.com/office/drawing/2014/main" id="{3950F6BE-2185-1A70-3B96-69F8A5117FC6}"/>
              </a:ext>
            </a:extLst>
          </p:cNvPr>
          <p:cNvCxnSpPr>
            <a:cxnSpLocks/>
            <a:stCxn id="475" idx="0"/>
          </p:cNvCxnSpPr>
          <p:nvPr/>
        </p:nvCxnSpPr>
        <p:spPr>
          <a:xfrm flipH="1" flipV="1">
            <a:off x="36960984" y="12028848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0" name="Oval 479">
            <a:extLst>
              <a:ext uri="{FF2B5EF4-FFF2-40B4-BE49-F238E27FC236}">
                <a16:creationId xmlns:a16="http://schemas.microsoft.com/office/drawing/2014/main" id="{1C2594EE-627D-4969-5A54-C8EBE3366A48}"/>
              </a:ext>
            </a:extLst>
          </p:cNvPr>
          <p:cNvSpPr/>
          <p:nvPr/>
        </p:nvSpPr>
        <p:spPr>
          <a:xfrm>
            <a:off x="40326236" y="11874053"/>
            <a:ext cx="355689" cy="35568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1" name="Oval 480">
            <a:extLst>
              <a:ext uri="{FF2B5EF4-FFF2-40B4-BE49-F238E27FC236}">
                <a16:creationId xmlns:a16="http://schemas.microsoft.com/office/drawing/2014/main" id="{4E55EBCC-27EA-BC26-DD67-1748A9083231}"/>
              </a:ext>
            </a:extLst>
          </p:cNvPr>
          <p:cNvSpPr/>
          <p:nvPr/>
        </p:nvSpPr>
        <p:spPr>
          <a:xfrm>
            <a:off x="36594929" y="11874053"/>
            <a:ext cx="355689" cy="35568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2" name="Oval 481">
            <a:extLst>
              <a:ext uri="{FF2B5EF4-FFF2-40B4-BE49-F238E27FC236}">
                <a16:creationId xmlns:a16="http://schemas.microsoft.com/office/drawing/2014/main" id="{16FA449C-ACE6-5BC5-1C54-C1A7BCE6BE8A}"/>
              </a:ext>
            </a:extLst>
          </p:cNvPr>
          <p:cNvSpPr/>
          <p:nvPr/>
        </p:nvSpPr>
        <p:spPr>
          <a:xfrm>
            <a:off x="35752559" y="11506590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3" name="Straight Connector 482">
            <a:extLst>
              <a:ext uri="{FF2B5EF4-FFF2-40B4-BE49-F238E27FC236}">
                <a16:creationId xmlns:a16="http://schemas.microsoft.com/office/drawing/2014/main" id="{713BDD4D-C92C-FF9E-18C5-29864585FCCB}"/>
              </a:ext>
            </a:extLst>
          </p:cNvPr>
          <p:cNvCxnSpPr>
            <a:cxnSpLocks/>
          </p:cNvCxnSpPr>
          <p:nvPr/>
        </p:nvCxnSpPr>
        <p:spPr>
          <a:xfrm>
            <a:off x="35756359" y="10255719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4" name="Oval 483">
            <a:extLst>
              <a:ext uri="{FF2B5EF4-FFF2-40B4-BE49-F238E27FC236}">
                <a16:creationId xmlns:a16="http://schemas.microsoft.com/office/drawing/2014/main" id="{C28C5110-2CCA-714E-6511-43003867FEF2}"/>
              </a:ext>
            </a:extLst>
          </p:cNvPr>
          <p:cNvSpPr/>
          <p:nvPr/>
        </p:nvSpPr>
        <p:spPr>
          <a:xfrm>
            <a:off x="40326236" y="9883884"/>
            <a:ext cx="355689" cy="35568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5" name="Oval 484">
            <a:extLst>
              <a:ext uri="{FF2B5EF4-FFF2-40B4-BE49-F238E27FC236}">
                <a16:creationId xmlns:a16="http://schemas.microsoft.com/office/drawing/2014/main" id="{DF3F9CF0-8E84-D89E-0F8E-5FA5ADE793F5}"/>
              </a:ext>
            </a:extLst>
          </p:cNvPr>
          <p:cNvSpPr/>
          <p:nvPr/>
        </p:nvSpPr>
        <p:spPr>
          <a:xfrm>
            <a:off x="36594929" y="9883884"/>
            <a:ext cx="355689" cy="35568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6" name="Oval 485">
            <a:extLst>
              <a:ext uri="{FF2B5EF4-FFF2-40B4-BE49-F238E27FC236}">
                <a16:creationId xmlns:a16="http://schemas.microsoft.com/office/drawing/2014/main" id="{A9F49343-1276-9ECF-33E0-6A9145C2707A}"/>
              </a:ext>
            </a:extLst>
          </p:cNvPr>
          <p:cNvSpPr/>
          <p:nvPr/>
        </p:nvSpPr>
        <p:spPr>
          <a:xfrm>
            <a:off x="35752559" y="9516428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7" name="Straight Arrow Connector 486">
            <a:extLst>
              <a:ext uri="{FF2B5EF4-FFF2-40B4-BE49-F238E27FC236}">
                <a16:creationId xmlns:a16="http://schemas.microsoft.com/office/drawing/2014/main" id="{EAEC7DC4-2FAB-062F-0A86-691989C633FB}"/>
              </a:ext>
            </a:extLst>
          </p:cNvPr>
          <p:cNvCxnSpPr>
            <a:cxnSpLocks/>
          </p:cNvCxnSpPr>
          <p:nvPr/>
        </p:nvCxnSpPr>
        <p:spPr>
          <a:xfrm flipH="1">
            <a:off x="37073600" y="10061722"/>
            <a:ext cx="314362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53075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D700C8CE122D6468A01E7E6F602FC93" ma:contentTypeVersion="15" ma:contentTypeDescription="Create a new document." ma:contentTypeScope="" ma:versionID="78a361b573735f4e8f7ea36d196d1741">
  <xsd:schema xmlns:xsd="http://www.w3.org/2001/XMLSchema" xmlns:xs="http://www.w3.org/2001/XMLSchema" xmlns:p="http://schemas.microsoft.com/office/2006/metadata/properties" xmlns:ns3="4668150b-da18-493d-a040-cbc02bf476e5" xmlns:ns4="e584c313-2618-4b13-ba4c-e296ab8c40d5" targetNamespace="http://schemas.microsoft.com/office/2006/metadata/properties" ma:root="true" ma:fieldsID="aacb3e30d10ecf7b0bc1959e7f1d2dde" ns3:_="" ns4:_="">
    <xsd:import namespace="4668150b-da18-493d-a040-cbc02bf476e5"/>
    <xsd:import namespace="e584c313-2618-4b13-ba4c-e296ab8c40d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earchProperties" minOccurs="0"/>
                <xsd:element ref="ns4:SharedWithDetails" minOccurs="0"/>
                <xsd:element ref="ns4:SharingHintHash" minOccurs="0"/>
                <xsd:element ref="ns4:SharedWithUsers" minOccurs="0"/>
                <xsd:element ref="ns3:MediaServiceDateTaken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668150b-da18-493d-a040-cbc02bf476e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LengthInSeconds" ma:index="11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SystemTags" ma:index="19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20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BillingMetadata" ma:index="22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84c313-2618-4b13-ba4c-e296ab8c40d5" elementFormDefault="qualified">
    <xsd:import namespace="http://schemas.microsoft.com/office/2006/documentManagement/types"/>
    <xsd:import namespace="http://schemas.microsoft.com/office/infopath/2007/PartnerControls"/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6" nillable="true" ma:displayName="Sharing Hint Hash" ma:hidden="true" ma:internalName="SharingHintHash" ma:readOnly="true">
      <xsd:simpleType>
        <xsd:restriction base="dms:Text"/>
      </xsd:simpleType>
    </xsd:element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4668150b-da18-493d-a040-cbc02bf476e5" xsi:nil="true"/>
  </documentManagement>
</p:properties>
</file>

<file path=customXml/itemProps1.xml><?xml version="1.0" encoding="utf-8"?>
<ds:datastoreItem xmlns:ds="http://schemas.openxmlformats.org/officeDocument/2006/customXml" ds:itemID="{9028DA92-C8DA-4342-B357-E9B52241A81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668150b-da18-493d-a040-cbc02bf476e5"/>
    <ds:schemaRef ds:uri="e584c313-2618-4b13-ba4c-e296ab8c40d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2F1528F-C631-4170-A5E1-A10CC58FFF8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0738C8C-DF76-4388-8A52-04F66B29D512}">
  <ds:schemaRefs>
    <ds:schemaRef ds:uri="http://purl.org/dc/elements/1.1/"/>
    <ds:schemaRef ds:uri="http://www.w3.org/XML/1998/namespace"/>
    <ds:schemaRef ds:uri="http://schemas.microsoft.com/office/2006/documentManagement/types"/>
    <ds:schemaRef ds:uri="e584c313-2618-4b13-ba4c-e296ab8c40d5"/>
    <ds:schemaRef ds:uri="4668150b-da18-493d-a040-cbc02bf476e5"/>
    <ds:schemaRef ds:uri="http://purl.org/dc/dcmitype/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1398</TotalTime>
  <Words>122</Words>
  <Application>Microsoft Office PowerPoint</Application>
  <PresentationFormat>Custom</PresentationFormat>
  <Paragraphs>36</Paragraphs>
  <Slides>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Benton, Deon</dc:creator>
  <cp:lastModifiedBy>Benton, Deon</cp:lastModifiedBy>
  <cp:revision>14</cp:revision>
  <dcterms:created xsi:type="dcterms:W3CDTF">2026-06-06T05:20:50Z</dcterms:created>
  <dcterms:modified xsi:type="dcterms:W3CDTF">2026-06-07T23:59:36Z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0x0101003D700C8CE122D6468A01E7E6F602FC93</vt:lpwstr>
  </property>
</Properties>
</file>