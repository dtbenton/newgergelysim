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"/>
  </p:notesMasterIdLst>
  <p:sldIdLst>
    <p:sldId id="258" r:id="rId2"/>
    <p:sldId id="259" r:id="rId3"/>
  </p:sldIdLst>
  <p:sldSz cx="25199975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30" d="100"/>
          <a:sy n="30" d="100"/>
        </p:scale>
        <p:origin x="120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BCF61-F42E-4834-BCD0-9EC4CEE09EFA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8413" y="1143000"/>
            <a:ext cx="4321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787F6-54F0-45AE-A2D2-876D106DB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1pPr>
    <a:lvl2pPr marL="604784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2pPr>
    <a:lvl3pPr marL="1209568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3pPr>
    <a:lvl4pPr marL="1814352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4pPr>
    <a:lvl5pPr marL="2419137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5pPr>
    <a:lvl6pPr marL="3023921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6pPr>
    <a:lvl7pPr marL="3628705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7pPr>
    <a:lvl8pPr marL="4233489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8pPr>
    <a:lvl9pPr marL="4838273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8413" y="1143000"/>
            <a:ext cx="43211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87F6-54F0-45AE-A2D2-876D106DB9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57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37B9-8D45-3EF2-C4DD-737021E5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ED539-0675-8FF2-35B6-1D78F14BE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68413" y="1143000"/>
            <a:ext cx="43211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50F06-7748-888D-0467-5A47F65C1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2A054-5F88-4CA0-C88E-409B6525C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87F6-54F0-45AE-A2D2-876D106DB9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66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2945943"/>
            <a:ext cx="21419979" cy="6266897"/>
          </a:xfrm>
        </p:spPr>
        <p:txBody>
          <a:bodyPr anchor="b"/>
          <a:lstStyle>
            <a:lvl1pPr algn="ctr">
              <a:defRPr sz="157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9454516"/>
            <a:ext cx="18899981" cy="434599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059" indent="0" algn="ctr">
              <a:buNone/>
              <a:defRPr sz="5250"/>
            </a:lvl2pPr>
            <a:lvl3pPr marL="2400117" indent="0" algn="ctr">
              <a:buNone/>
              <a:defRPr sz="4725"/>
            </a:lvl3pPr>
            <a:lvl4pPr marL="3600176" indent="0" algn="ctr">
              <a:buNone/>
              <a:defRPr sz="4200"/>
            </a:lvl4pPr>
            <a:lvl5pPr marL="4800234" indent="0" algn="ctr">
              <a:buNone/>
              <a:defRPr sz="4200"/>
            </a:lvl5pPr>
            <a:lvl6pPr marL="6000293" indent="0" algn="ctr">
              <a:buNone/>
              <a:defRPr sz="4200"/>
            </a:lvl6pPr>
            <a:lvl7pPr marL="7200351" indent="0" algn="ctr">
              <a:buNone/>
              <a:defRPr sz="4200"/>
            </a:lvl7pPr>
            <a:lvl8pPr marL="8400410" indent="0" algn="ctr">
              <a:buNone/>
              <a:defRPr sz="4200"/>
            </a:lvl8pPr>
            <a:lvl9pPr marL="9600468" indent="0" algn="ctr">
              <a:buNone/>
              <a:defRPr sz="4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2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4487671"/>
            <a:ext cx="21734978" cy="7487774"/>
          </a:xfrm>
        </p:spPr>
        <p:txBody>
          <a:bodyPr anchor="b"/>
          <a:lstStyle>
            <a:lvl1pPr>
              <a:defRPr sz="157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12046282"/>
            <a:ext cx="21734978" cy="3937644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82000"/>
                  </a:schemeClr>
                </a:solidFill>
              </a:defRPr>
            </a:lvl1pPr>
            <a:lvl2pPr marL="1200059" indent="0">
              <a:buNone/>
              <a:defRPr sz="5250">
                <a:solidFill>
                  <a:schemeClr val="tx1">
                    <a:tint val="82000"/>
                  </a:schemeClr>
                </a:solidFill>
              </a:defRPr>
            </a:lvl2pPr>
            <a:lvl3pPr marL="2400117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3pPr>
            <a:lvl4pPr marL="3600176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4pPr>
            <a:lvl5pPr marL="4800234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5pPr>
            <a:lvl6pPr marL="6000293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6pPr>
            <a:lvl7pPr marL="7200351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7pPr>
            <a:lvl8pPr marL="8400410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8pPr>
            <a:lvl9pPr marL="9600468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4791843"/>
            <a:ext cx="10709989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4791843"/>
            <a:ext cx="10709989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958373"/>
            <a:ext cx="21734978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4412664"/>
            <a:ext cx="10660769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6575242"/>
            <a:ext cx="10660769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4412664"/>
            <a:ext cx="10713272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6575242"/>
            <a:ext cx="10713272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6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8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7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200044"/>
            <a:ext cx="8127648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2591766"/>
            <a:ext cx="12757487" cy="12792138"/>
          </a:xfrm>
        </p:spPr>
        <p:txBody>
          <a:bodyPr/>
          <a:lstStyle>
            <a:lvl1pPr>
              <a:defRPr sz="8399"/>
            </a:lvl1pPr>
            <a:lvl2pPr>
              <a:defRPr sz="7349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5400199"/>
            <a:ext cx="8127648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7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200044"/>
            <a:ext cx="8127648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2591766"/>
            <a:ext cx="12757487" cy="12792138"/>
          </a:xfrm>
        </p:spPr>
        <p:txBody>
          <a:bodyPr anchor="t"/>
          <a:lstStyle>
            <a:lvl1pPr marL="0" indent="0">
              <a:buNone/>
              <a:defRPr sz="8399"/>
            </a:lvl1pPr>
            <a:lvl2pPr marL="1200059" indent="0">
              <a:buNone/>
              <a:defRPr sz="7349"/>
            </a:lvl2pPr>
            <a:lvl3pPr marL="2400117" indent="0">
              <a:buNone/>
              <a:defRPr sz="6300"/>
            </a:lvl3pPr>
            <a:lvl4pPr marL="3600176" indent="0">
              <a:buNone/>
              <a:defRPr sz="5250"/>
            </a:lvl4pPr>
            <a:lvl5pPr marL="4800234" indent="0">
              <a:buNone/>
              <a:defRPr sz="5250"/>
            </a:lvl5pPr>
            <a:lvl6pPr marL="6000293" indent="0">
              <a:buNone/>
              <a:defRPr sz="5250"/>
            </a:lvl6pPr>
            <a:lvl7pPr marL="7200351" indent="0">
              <a:buNone/>
              <a:defRPr sz="5250"/>
            </a:lvl7pPr>
            <a:lvl8pPr marL="8400410" indent="0">
              <a:buNone/>
              <a:defRPr sz="5250"/>
            </a:lvl8pPr>
            <a:lvl9pPr marL="9600468" indent="0">
              <a:buNone/>
              <a:defRPr sz="5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5400199"/>
            <a:ext cx="8127648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0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3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958369"/>
            <a:ext cx="5433745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958369"/>
            <a:ext cx="15986234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6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958373"/>
            <a:ext cx="21734978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4791843"/>
            <a:ext cx="21734978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6683952"/>
            <a:ext cx="566999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8CD7-63E8-421D-92A5-1A28A922945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16683952"/>
            <a:ext cx="850499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16683952"/>
            <a:ext cx="566999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0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400117" rtl="0" eaLnBrk="1" latinLnBrk="0" hangingPunct="1">
        <a:lnSpc>
          <a:spcPct val="90000"/>
        </a:lnSpc>
        <a:spcBef>
          <a:spcPct val="0"/>
        </a:spcBef>
        <a:buNone/>
        <a:defRPr sz="115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29" indent="-600029" algn="l" defTabSz="2400117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1pPr>
      <a:lvl2pPr marL="180008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146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200205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264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322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81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39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49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059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117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176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800234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293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351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468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0D66364E-2839-6B65-6F25-BBBB1BC787D0}"/>
              </a:ext>
            </a:extLst>
          </p:cNvPr>
          <p:cNvGrpSpPr/>
          <p:nvPr/>
        </p:nvGrpSpPr>
        <p:grpSpPr>
          <a:xfrm>
            <a:off x="4607796" y="8648858"/>
            <a:ext cx="4991999" cy="1558309"/>
            <a:chOff x="2498104" y="1876424"/>
            <a:chExt cx="4991999" cy="1558309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E5827C0-55BF-76C3-6BD1-3FF85E7B6B8F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A325E2E-E787-93E6-A014-C0D735227C51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3CF9814-D612-72EB-E758-C498903071BC}"/>
                </a:ext>
              </a:extLst>
            </p:cNvPr>
            <p:cNvCxnSpPr>
              <a:cxnSpLocks/>
              <a:stCxn id="9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C34C65-8B32-43F3-5B16-F5E91E8222F2}"/>
              </a:ext>
            </a:extLst>
          </p:cNvPr>
          <p:cNvCxnSpPr>
            <a:cxnSpLocks/>
          </p:cNvCxnSpPr>
          <p:nvPr/>
        </p:nvCxnSpPr>
        <p:spPr>
          <a:xfrm>
            <a:off x="2486948" y="5032504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D3FE959-80AD-4E7E-B7A2-E732E51FBD98}"/>
              </a:ext>
            </a:extLst>
          </p:cNvPr>
          <p:cNvSpPr/>
          <p:nvPr/>
        </p:nvSpPr>
        <p:spPr>
          <a:xfrm>
            <a:off x="9586284" y="4448040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C7E239-3748-B60C-847F-5686F94FD757}"/>
              </a:ext>
            </a:extLst>
          </p:cNvPr>
          <p:cNvSpPr/>
          <p:nvPr/>
        </p:nvSpPr>
        <p:spPr>
          <a:xfrm>
            <a:off x="2920389" y="4161311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822E6C-43FF-73E9-8E94-06D5AF58744F}"/>
              </a:ext>
            </a:extLst>
          </p:cNvPr>
          <p:cNvSpPr/>
          <p:nvPr/>
        </p:nvSpPr>
        <p:spPr>
          <a:xfrm>
            <a:off x="9371332" y="4118110"/>
            <a:ext cx="996879" cy="895541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444081-51B9-DFCC-4E4F-3F0D71676A1E}"/>
              </a:ext>
            </a:extLst>
          </p:cNvPr>
          <p:cNvCxnSpPr>
            <a:cxnSpLocks/>
            <a:stCxn id="18" idx="0"/>
            <a:endCxn id="16" idx="0"/>
          </p:cNvCxnSpPr>
          <p:nvPr/>
        </p:nvCxnSpPr>
        <p:spPr>
          <a:xfrm flipH="1">
            <a:off x="9869091" y="4118110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BEF71D-B2D8-9C7E-EC93-6141B9E80648}"/>
              </a:ext>
            </a:extLst>
          </p:cNvPr>
          <p:cNvCxnSpPr>
            <a:cxnSpLocks/>
          </p:cNvCxnSpPr>
          <p:nvPr/>
        </p:nvCxnSpPr>
        <p:spPr>
          <a:xfrm>
            <a:off x="9444545" y="4344344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8FA2E7-AA96-A8AE-9F00-582AAE83ED54}"/>
              </a:ext>
            </a:extLst>
          </p:cNvPr>
          <p:cNvCxnSpPr>
            <a:cxnSpLocks/>
          </p:cNvCxnSpPr>
          <p:nvPr/>
        </p:nvCxnSpPr>
        <p:spPr>
          <a:xfrm flipV="1">
            <a:off x="10106882" y="4419760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48B04A9-CFA1-1BCC-7581-BAB2EDBFE3EB}"/>
              </a:ext>
            </a:extLst>
          </p:cNvPr>
          <p:cNvSpPr/>
          <p:nvPr/>
        </p:nvSpPr>
        <p:spPr>
          <a:xfrm>
            <a:off x="2772404" y="3816463"/>
            <a:ext cx="1131217" cy="1189726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67AD3A-7A4A-5826-FC9F-57041A884B2C}"/>
              </a:ext>
            </a:extLst>
          </p:cNvPr>
          <p:cNvCxnSpPr>
            <a:cxnSpLocks/>
          </p:cNvCxnSpPr>
          <p:nvPr/>
        </p:nvCxnSpPr>
        <p:spPr>
          <a:xfrm flipH="1">
            <a:off x="3337671" y="3830592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5FC16C-7F6B-3BB6-E1F5-47912FEE2495}"/>
              </a:ext>
            </a:extLst>
          </p:cNvPr>
          <p:cNvCxnSpPr>
            <a:cxnSpLocks/>
          </p:cNvCxnSpPr>
          <p:nvPr/>
        </p:nvCxnSpPr>
        <p:spPr>
          <a:xfrm>
            <a:off x="2854117" y="4099256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A975C4-E696-2046-D421-77069294F1F9}"/>
              </a:ext>
            </a:extLst>
          </p:cNvPr>
          <p:cNvCxnSpPr>
            <a:cxnSpLocks/>
          </p:cNvCxnSpPr>
          <p:nvPr/>
        </p:nvCxnSpPr>
        <p:spPr>
          <a:xfrm flipV="1">
            <a:off x="3577077" y="4080400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AE518FA-EDCD-3F5C-F5F5-10CFE0065FB6}"/>
              </a:ext>
            </a:extLst>
          </p:cNvPr>
          <p:cNvSpPr/>
          <p:nvPr/>
        </p:nvSpPr>
        <p:spPr>
          <a:xfrm>
            <a:off x="9861947" y="6936713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418E241-7B4C-8EE4-1C14-6D204309F546}"/>
              </a:ext>
            </a:extLst>
          </p:cNvPr>
          <p:cNvSpPr/>
          <p:nvPr/>
        </p:nvSpPr>
        <p:spPr>
          <a:xfrm>
            <a:off x="3048388" y="15756300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7D0CDC7-D04C-7A4B-16F4-5277DB2D172B}"/>
              </a:ext>
            </a:extLst>
          </p:cNvPr>
          <p:cNvCxnSpPr>
            <a:cxnSpLocks/>
          </p:cNvCxnSpPr>
          <p:nvPr/>
        </p:nvCxnSpPr>
        <p:spPr>
          <a:xfrm>
            <a:off x="8788952" y="7073310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F4DC44-531A-17A6-DC50-8F94241D9F06}"/>
              </a:ext>
            </a:extLst>
          </p:cNvPr>
          <p:cNvCxnSpPr>
            <a:cxnSpLocks/>
          </p:cNvCxnSpPr>
          <p:nvPr/>
        </p:nvCxnSpPr>
        <p:spPr>
          <a:xfrm flipH="1">
            <a:off x="8825056" y="7315357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5E26A6F-C1C2-0AB7-5F58-95CBAC80BC84}"/>
              </a:ext>
            </a:extLst>
          </p:cNvPr>
          <p:cNvGrpSpPr/>
          <p:nvPr/>
        </p:nvGrpSpPr>
        <p:grpSpPr>
          <a:xfrm>
            <a:off x="4608862" y="5634737"/>
            <a:ext cx="4991999" cy="1558309"/>
            <a:chOff x="2498104" y="1876424"/>
            <a:chExt cx="4991999" cy="1558309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FE785F0-167E-3E9B-547B-C03C8AF6CB93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38A7DE9-8C5F-C107-8471-AF8BE533E99E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628034B-E40C-95C5-3B03-A58A20748F4E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B1A956AD-9E5E-16C1-A9A1-DC825BA784CB}"/>
              </a:ext>
            </a:extLst>
          </p:cNvPr>
          <p:cNvSpPr/>
          <p:nvPr/>
        </p:nvSpPr>
        <p:spPr>
          <a:xfrm>
            <a:off x="8031814" y="6942869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3140CD-8F33-0FC8-7BD2-727305F1D98B}"/>
              </a:ext>
            </a:extLst>
          </p:cNvPr>
          <p:cNvSpPr/>
          <p:nvPr/>
        </p:nvSpPr>
        <p:spPr>
          <a:xfrm>
            <a:off x="6539326" y="5977186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6459330-EB60-5014-2475-F9E13317813B}"/>
              </a:ext>
            </a:extLst>
          </p:cNvPr>
          <p:cNvCxnSpPr>
            <a:cxnSpLocks/>
          </p:cNvCxnSpPr>
          <p:nvPr/>
        </p:nvCxnSpPr>
        <p:spPr>
          <a:xfrm>
            <a:off x="2422449" y="7519030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89AB4661-80DF-2AF2-B1D0-EB624E3E08C4}"/>
              </a:ext>
            </a:extLst>
          </p:cNvPr>
          <p:cNvSpPr/>
          <p:nvPr/>
        </p:nvSpPr>
        <p:spPr>
          <a:xfrm>
            <a:off x="9860881" y="9950834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EF03C87-222C-7C27-7477-94E75450E38C}"/>
              </a:ext>
            </a:extLst>
          </p:cNvPr>
          <p:cNvSpPr/>
          <p:nvPr/>
        </p:nvSpPr>
        <p:spPr>
          <a:xfrm>
            <a:off x="6695243" y="8385434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63B4F56-E49C-E345-412C-7E85A3AA5233}"/>
              </a:ext>
            </a:extLst>
          </p:cNvPr>
          <p:cNvCxnSpPr>
            <a:cxnSpLocks/>
          </p:cNvCxnSpPr>
          <p:nvPr/>
        </p:nvCxnSpPr>
        <p:spPr>
          <a:xfrm>
            <a:off x="2421383" y="10533151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E755FC43-ABAC-876A-F2C3-9C67AC70BA32}"/>
              </a:ext>
            </a:extLst>
          </p:cNvPr>
          <p:cNvSpPr/>
          <p:nvPr/>
        </p:nvSpPr>
        <p:spPr>
          <a:xfrm>
            <a:off x="9877995" y="12973072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3D575DB-B649-D3E2-B9E6-0DF4563751A8}"/>
              </a:ext>
            </a:extLst>
          </p:cNvPr>
          <p:cNvCxnSpPr>
            <a:cxnSpLocks/>
          </p:cNvCxnSpPr>
          <p:nvPr/>
        </p:nvCxnSpPr>
        <p:spPr>
          <a:xfrm>
            <a:off x="8805000" y="13109669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313104C-7B9D-AFE6-336C-0A4F1632FBB9}"/>
              </a:ext>
            </a:extLst>
          </p:cNvPr>
          <p:cNvCxnSpPr>
            <a:cxnSpLocks/>
          </p:cNvCxnSpPr>
          <p:nvPr/>
        </p:nvCxnSpPr>
        <p:spPr>
          <a:xfrm flipH="1">
            <a:off x="8841104" y="13351716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47806B8-2021-B84C-9A78-E42ED88E9721}"/>
              </a:ext>
            </a:extLst>
          </p:cNvPr>
          <p:cNvGrpSpPr/>
          <p:nvPr/>
        </p:nvGrpSpPr>
        <p:grpSpPr>
          <a:xfrm>
            <a:off x="4624910" y="11671096"/>
            <a:ext cx="4991999" cy="1558309"/>
            <a:chOff x="2498104" y="1876424"/>
            <a:chExt cx="4991999" cy="1558309"/>
          </a:xfrm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8C7644AA-8AA6-6BE0-7A1D-5E58B6E422F0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B8C2C76-B3DB-D5E5-E923-FE13A81F4B3A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9F13AA6F-C2E7-9AC1-A5D2-CEF4ABB19E89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Oval 113">
            <a:extLst>
              <a:ext uri="{FF2B5EF4-FFF2-40B4-BE49-F238E27FC236}">
                <a16:creationId xmlns:a16="http://schemas.microsoft.com/office/drawing/2014/main" id="{68BC1311-54E3-C952-BA47-C25F2116DB73}"/>
              </a:ext>
            </a:extLst>
          </p:cNvPr>
          <p:cNvSpPr/>
          <p:nvPr/>
        </p:nvSpPr>
        <p:spPr>
          <a:xfrm>
            <a:off x="5422669" y="12949619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58932C6-9F19-4DB9-232D-1D48EC7D8EFD}"/>
              </a:ext>
            </a:extLst>
          </p:cNvPr>
          <p:cNvCxnSpPr>
            <a:cxnSpLocks/>
          </p:cNvCxnSpPr>
          <p:nvPr/>
        </p:nvCxnSpPr>
        <p:spPr>
          <a:xfrm>
            <a:off x="2438497" y="13555389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A18882C2-1EC8-7EDA-4FDB-B1AAAFA6FDAE}"/>
              </a:ext>
            </a:extLst>
          </p:cNvPr>
          <p:cNvSpPr/>
          <p:nvPr/>
        </p:nvSpPr>
        <p:spPr>
          <a:xfrm>
            <a:off x="9877995" y="16051880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DA5A87E-8727-255E-5A65-4EDF15E1AC6B}"/>
              </a:ext>
            </a:extLst>
          </p:cNvPr>
          <p:cNvSpPr/>
          <p:nvPr/>
        </p:nvSpPr>
        <p:spPr>
          <a:xfrm>
            <a:off x="3043285" y="12685060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3AD7E3F-B12E-7AEF-4D07-86BAE6BBF4FB}"/>
              </a:ext>
            </a:extLst>
          </p:cNvPr>
          <p:cNvCxnSpPr>
            <a:cxnSpLocks/>
          </p:cNvCxnSpPr>
          <p:nvPr/>
        </p:nvCxnSpPr>
        <p:spPr>
          <a:xfrm>
            <a:off x="8805000" y="16188477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57A7025-112B-A14B-AFFE-3B77918DF801}"/>
              </a:ext>
            </a:extLst>
          </p:cNvPr>
          <p:cNvCxnSpPr>
            <a:cxnSpLocks/>
          </p:cNvCxnSpPr>
          <p:nvPr/>
        </p:nvCxnSpPr>
        <p:spPr>
          <a:xfrm flipH="1">
            <a:off x="8841104" y="16430524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B323808-C3E6-CBE6-38EE-78A183364276}"/>
              </a:ext>
            </a:extLst>
          </p:cNvPr>
          <p:cNvGrpSpPr/>
          <p:nvPr/>
        </p:nvGrpSpPr>
        <p:grpSpPr>
          <a:xfrm>
            <a:off x="4624910" y="14749904"/>
            <a:ext cx="4991999" cy="1558309"/>
            <a:chOff x="2498104" y="1876424"/>
            <a:chExt cx="4991999" cy="1558309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8DFD593-BFF9-8886-7CEA-F7C7A613DADE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7959ADC-2345-5467-E1BE-736B863E523D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7DB9B478-3C2E-C63E-9DD4-66BA51DADAB6}"/>
                </a:ext>
              </a:extLst>
            </p:cNvPr>
            <p:cNvCxnSpPr>
              <a:cxnSpLocks/>
              <a:stCxn id="12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Oval 128">
            <a:extLst>
              <a:ext uri="{FF2B5EF4-FFF2-40B4-BE49-F238E27FC236}">
                <a16:creationId xmlns:a16="http://schemas.microsoft.com/office/drawing/2014/main" id="{7096A1A6-385F-737B-C2AD-640DF319A64B}"/>
              </a:ext>
            </a:extLst>
          </p:cNvPr>
          <p:cNvSpPr/>
          <p:nvPr/>
        </p:nvSpPr>
        <p:spPr>
          <a:xfrm>
            <a:off x="4015937" y="16031524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B97E9EA-2C81-17B6-B1BD-993B6D7B4A1A}"/>
              </a:ext>
            </a:extLst>
          </p:cNvPr>
          <p:cNvCxnSpPr>
            <a:cxnSpLocks/>
          </p:cNvCxnSpPr>
          <p:nvPr/>
        </p:nvCxnSpPr>
        <p:spPr>
          <a:xfrm>
            <a:off x="2438497" y="16634197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20DF5EDB-AE3C-9530-55CC-56EFE41131FC}"/>
              </a:ext>
            </a:extLst>
          </p:cNvPr>
          <p:cNvSpPr/>
          <p:nvPr/>
        </p:nvSpPr>
        <p:spPr>
          <a:xfrm>
            <a:off x="3036462" y="9663359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0BF73DD-1A29-01DA-2E89-5283DC8AC96A}"/>
              </a:ext>
            </a:extLst>
          </p:cNvPr>
          <p:cNvSpPr/>
          <p:nvPr/>
        </p:nvSpPr>
        <p:spPr>
          <a:xfrm>
            <a:off x="3003766" y="6646984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5AE3EBA-8B27-3B80-A19C-35A8FB3BB412}"/>
              </a:ext>
            </a:extLst>
          </p:cNvPr>
          <p:cNvGrpSpPr/>
          <p:nvPr/>
        </p:nvGrpSpPr>
        <p:grpSpPr>
          <a:xfrm>
            <a:off x="15959065" y="11009415"/>
            <a:ext cx="4991999" cy="1558309"/>
            <a:chOff x="2498104" y="1876424"/>
            <a:chExt cx="4991999" cy="1558309"/>
          </a:xfrm>
        </p:grpSpPr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3B9487A-4A89-93F5-9DCA-B763EE59047E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1CA2AF-F57F-8F40-877B-E92E220256E3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C7866183-8F38-15C8-3140-409A3B1C5203}"/>
                </a:ext>
              </a:extLst>
            </p:cNvPr>
            <p:cNvCxnSpPr>
              <a:cxnSpLocks/>
              <a:stCxn id="13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F29D224-B8B6-CFBD-993F-78FDE96BF7D9}"/>
              </a:ext>
            </a:extLst>
          </p:cNvPr>
          <p:cNvCxnSpPr>
            <a:cxnSpLocks/>
          </p:cNvCxnSpPr>
          <p:nvPr/>
        </p:nvCxnSpPr>
        <p:spPr>
          <a:xfrm>
            <a:off x="14159145" y="7494862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BE6E93E5-1DC8-42F0-42BA-D0F9AD4272CD}"/>
              </a:ext>
            </a:extLst>
          </p:cNvPr>
          <p:cNvSpPr/>
          <p:nvPr/>
        </p:nvSpPr>
        <p:spPr>
          <a:xfrm>
            <a:off x="20951062" y="6910398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5007C01-6DF0-EACC-7ABD-D8BBC2CC866C}"/>
              </a:ext>
            </a:extLst>
          </p:cNvPr>
          <p:cNvSpPr/>
          <p:nvPr/>
        </p:nvSpPr>
        <p:spPr>
          <a:xfrm>
            <a:off x="14116335" y="6623669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AF91DBB-B82F-D8E8-854D-AF8D24F9B1CC}"/>
              </a:ext>
            </a:extLst>
          </p:cNvPr>
          <p:cNvCxnSpPr>
            <a:cxnSpLocks/>
          </p:cNvCxnSpPr>
          <p:nvPr/>
        </p:nvCxnSpPr>
        <p:spPr>
          <a:xfrm>
            <a:off x="14253972" y="12805496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5C9EEADB-39FB-C78A-FB78-B5FDD47F1187}"/>
              </a:ext>
            </a:extLst>
          </p:cNvPr>
          <p:cNvSpPr/>
          <p:nvPr/>
        </p:nvSpPr>
        <p:spPr>
          <a:xfrm>
            <a:off x="21045889" y="12221032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13B6A774-5169-03BC-2007-C34CED4373C2}"/>
              </a:ext>
            </a:extLst>
          </p:cNvPr>
          <p:cNvSpPr/>
          <p:nvPr/>
        </p:nvSpPr>
        <p:spPr>
          <a:xfrm>
            <a:off x="14343509" y="11934303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9CB4AAE-8AE3-1026-0035-AD2A01AE7B2A}"/>
              </a:ext>
            </a:extLst>
          </p:cNvPr>
          <p:cNvCxnSpPr>
            <a:cxnSpLocks/>
          </p:cNvCxnSpPr>
          <p:nvPr/>
        </p:nvCxnSpPr>
        <p:spPr>
          <a:xfrm flipH="1">
            <a:off x="15864238" y="7170977"/>
            <a:ext cx="48456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EDAA1DE1-0CC2-16F3-D961-DF72E46CB728}"/>
              </a:ext>
            </a:extLst>
          </p:cNvPr>
          <p:cNvSpPr/>
          <p:nvPr/>
        </p:nvSpPr>
        <p:spPr>
          <a:xfrm>
            <a:off x="15107738" y="6918965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F976910E-1FA9-2F36-99D7-D9F059D6377E}"/>
              </a:ext>
            </a:extLst>
          </p:cNvPr>
          <p:cNvSpPr/>
          <p:nvPr/>
        </p:nvSpPr>
        <p:spPr>
          <a:xfrm>
            <a:off x="15305257" y="12197388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716292E-1898-F0A2-D8B6-3FE18F2602EC}"/>
              </a:ext>
            </a:extLst>
          </p:cNvPr>
          <p:cNvCxnSpPr>
            <a:cxnSpLocks/>
          </p:cNvCxnSpPr>
          <p:nvPr/>
        </p:nvCxnSpPr>
        <p:spPr>
          <a:xfrm>
            <a:off x="19954517" y="12445116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FB76BB8-3A00-BB21-CE55-13D711146E33}"/>
              </a:ext>
            </a:extLst>
          </p:cNvPr>
          <p:cNvCxnSpPr>
            <a:cxnSpLocks/>
          </p:cNvCxnSpPr>
          <p:nvPr/>
        </p:nvCxnSpPr>
        <p:spPr>
          <a:xfrm flipH="1">
            <a:off x="19954517" y="12675131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F6E23BD9-DE88-D7C0-860F-BCA307418D31}"/>
              </a:ext>
            </a:extLst>
          </p:cNvPr>
          <p:cNvSpPr txBox="1"/>
          <p:nvPr/>
        </p:nvSpPr>
        <p:spPr>
          <a:xfrm>
            <a:off x="16878032" y="9937321"/>
            <a:ext cx="31354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Action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7FE5E9B-9D58-FC07-01DD-05F66A217400}"/>
              </a:ext>
            </a:extLst>
          </p:cNvPr>
          <p:cNvSpPr txBox="1"/>
          <p:nvPr/>
        </p:nvSpPr>
        <p:spPr>
          <a:xfrm>
            <a:off x="16878032" y="6132666"/>
            <a:ext cx="28580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Action 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539A159-75D1-478B-153D-EEDD42C553B1}"/>
              </a:ext>
            </a:extLst>
          </p:cNvPr>
          <p:cNvSpPr/>
          <p:nvPr/>
        </p:nvSpPr>
        <p:spPr>
          <a:xfrm>
            <a:off x="6559375" y="9005133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2E6B18D-585D-4B8A-F229-AFFD145AA63C}"/>
              </a:ext>
            </a:extLst>
          </p:cNvPr>
          <p:cNvSpPr/>
          <p:nvPr/>
        </p:nvSpPr>
        <p:spPr>
          <a:xfrm>
            <a:off x="6565983" y="12020923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D5F2C8D-D052-9757-07D0-DF96AB9E5620}"/>
              </a:ext>
            </a:extLst>
          </p:cNvPr>
          <p:cNvSpPr/>
          <p:nvPr/>
        </p:nvSpPr>
        <p:spPr>
          <a:xfrm>
            <a:off x="6547405" y="15073565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589C605-8113-CD93-79E5-CDCEBA4A5D1E}"/>
              </a:ext>
            </a:extLst>
          </p:cNvPr>
          <p:cNvSpPr/>
          <p:nvPr/>
        </p:nvSpPr>
        <p:spPr>
          <a:xfrm>
            <a:off x="6522541" y="3495419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272ACF6-3EC3-5EEC-96BB-1E6024B6437C}"/>
              </a:ext>
            </a:extLst>
          </p:cNvPr>
          <p:cNvSpPr txBox="1"/>
          <p:nvPr/>
        </p:nvSpPr>
        <p:spPr>
          <a:xfrm>
            <a:off x="4711512" y="2389698"/>
            <a:ext cx="475322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 Phase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5114056-1BD3-B851-7624-84D30EF99E42}"/>
              </a:ext>
            </a:extLst>
          </p:cNvPr>
          <p:cNvSpPr txBox="1"/>
          <p:nvPr/>
        </p:nvSpPr>
        <p:spPr>
          <a:xfrm>
            <a:off x="16896717" y="2389698"/>
            <a:ext cx="277665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Phase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2ED962E-7BE2-032E-F632-5641A3B242E1}"/>
              </a:ext>
            </a:extLst>
          </p:cNvPr>
          <p:cNvSpPr txBox="1"/>
          <p:nvPr/>
        </p:nvSpPr>
        <p:spPr>
          <a:xfrm>
            <a:off x="8253669" y="241338"/>
            <a:ext cx="86926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 Event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FDFFF1D-84D6-6B94-3922-1952FE0E51AD}"/>
              </a:ext>
            </a:extLst>
          </p:cNvPr>
          <p:cNvCxnSpPr/>
          <p:nvPr/>
        </p:nvCxnSpPr>
        <p:spPr>
          <a:xfrm>
            <a:off x="802106" y="4577702"/>
            <a:ext cx="0" cy="104289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1DE11F73-3A5F-CA59-6475-AC03A23780D9}"/>
              </a:ext>
            </a:extLst>
          </p:cNvPr>
          <p:cNvSpPr txBox="1"/>
          <p:nvPr/>
        </p:nvSpPr>
        <p:spPr>
          <a:xfrm rot="5400000">
            <a:off x="751392" y="9142262"/>
            <a:ext cx="1315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48311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1C87-2F54-86DA-0899-1DBD2E7B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1D728EFA-DC0F-592D-A2B3-727D6C9B8638}"/>
              </a:ext>
            </a:extLst>
          </p:cNvPr>
          <p:cNvGrpSpPr/>
          <p:nvPr/>
        </p:nvGrpSpPr>
        <p:grpSpPr>
          <a:xfrm>
            <a:off x="4607796" y="8648858"/>
            <a:ext cx="4991999" cy="1558309"/>
            <a:chOff x="2498104" y="1876424"/>
            <a:chExt cx="4991999" cy="1558309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A342F-5FCE-18CB-CD15-78B78E838CBE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3DAB849-3C2C-44CE-0DA9-255332913333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C7204A6F-3046-6567-6965-3AC64B6361BB}"/>
                </a:ext>
              </a:extLst>
            </p:cNvPr>
            <p:cNvCxnSpPr>
              <a:cxnSpLocks/>
              <a:stCxn id="9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D64C28-FB47-F346-C93C-93A718FEBB5B}"/>
              </a:ext>
            </a:extLst>
          </p:cNvPr>
          <p:cNvCxnSpPr>
            <a:cxnSpLocks/>
          </p:cNvCxnSpPr>
          <p:nvPr/>
        </p:nvCxnSpPr>
        <p:spPr>
          <a:xfrm>
            <a:off x="2486948" y="5032504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4E07B79-F2E8-C66D-820D-F953B24443D0}"/>
              </a:ext>
            </a:extLst>
          </p:cNvPr>
          <p:cNvSpPr/>
          <p:nvPr/>
        </p:nvSpPr>
        <p:spPr>
          <a:xfrm>
            <a:off x="9586284" y="4448040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DBFF9E-B6F5-F75F-1F2C-895BBD506072}"/>
              </a:ext>
            </a:extLst>
          </p:cNvPr>
          <p:cNvSpPr/>
          <p:nvPr/>
        </p:nvSpPr>
        <p:spPr>
          <a:xfrm>
            <a:off x="2920389" y="4161311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AD3752F-89B3-7090-AD58-91C9E3060982}"/>
              </a:ext>
            </a:extLst>
          </p:cNvPr>
          <p:cNvSpPr/>
          <p:nvPr/>
        </p:nvSpPr>
        <p:spPr>
          <a:xfrm>
            <a:off x="9371332" y="4118110"/>
            <a:ext cx="996879" cy="895541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E13503-3F8A-A2E1-6E86-37E65E53FC87}"/>
              </a:ext>
            </a:extLst>
          </p:cNvPr>
          <p:cNvCxnSpPr>
            <a:cxnSpLocks/>
            <a:stCxn id="18" idx="0"/>
            <a:endCxn id="16" idx="0"/>
          </p:cNvCxnSpPr>
          <p:nvPr/>
        </p:nvCxnSpPr>
        <p:spPr>
          <a:xfrm flipH="1">
            <a:off x="9869091" y="4118110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7B8FFD-64DF-95AA-190F-4135E7ABE50F}"/>
              </a:ext>
            </a:extLst>
          </p:cNvPr>
          <p:cNvCxnSpPr>
            <a:cxnSpLocks/>
          </p:cNvCxnSpPr>
          <p:nvPr/>
        </p:nvCxnSpPr>
        <p:spPr>
          <a:xfrm>
            <a:off x="9444545" y="4344344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7D094A-2EBC-C2A9-54B6-EEAA3CA2683C}"/>
              </a:ext>
            </a:extLst>
          </p:cNvPr>
          <p:cNvCxnSpPr>
            <a:cxnSpLocks/>
          </p:cNvCxnSpPr>
          <p:nvPr/>
        </p:nvCxnSpPr>
        <p:spPr>
          <a:xfrm flipV="1">
            <a:off x="10106882" y="4419760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7967208-A2D2-3178-1B50-BD9706F65656}"/>
              </a:ext>
            </a:extLst>
          </p:cNvPr>
          <p:cNvSpPr/>
          <p:nvPr/>
        </p:nvSpPr>
        <p:spPr>
          <a:xfrm>
            <a:off x="2772404" y="3816463"/>
            <a:ext cx="1131217" cy="1189726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5493F3E-8171-6BA0-B162-5A52E0661A1C}"/>
              </a:ext>
            </a:extLst>
          </p:cNvPr>
          <p:cNvCxnSpPr>
            <a:cxnSpLocks/>
          </p:cNvCxnSpPr>
          <p:nvPr/>
        </p:nvCxnSpPr>
        <p:spPr>
          <a:xfrm flipH="1">
            <a:off x="3337671" y="3830592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95283B9-63CD-C15B-734F-83D77C5F47A5}"/>
              </a:ext>
            </a:extLst>
          </p:cNvPr>
          <p:cNvCxnSpPr>
            <a:cxnSpLocks/>
          </p:cNvCxnSpPr>
          <p:nvPr/>
        </p:nvCxnSpPr>
        <p:spPr>
          <a:xfrm>
            <a:off x="2854117" y="4099256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518413-1696-A16C-E292-720689051AFE}"/>
              </a:ext>
            </a:extLst>
          </p:cNvPr>
          <p:cNvCxnSpPr>
            <a:cxnSpLocks/>
          </p:cNvCxnSpPr>
          <p:nvPr/>
        </p:nvCxnSpPr>
        <p:spPr>
          <a:xfrm flipV="1">
            <a:off x="3577077" y="4080400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80561134-CC3C-51F1-BF43-0A40677A9062}"/>
              </a:ext>
            </a:extLst>
          </p:cNvPr>
          <p:cNvSpPr/>
          <p:nvPr/>
        </p:nvSpPr>
        <p:spPr>
          <a:xfrm>
            <a:off x="9861947" y="6936713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AA99EA-D0BF-0669-0112-555B5085217A}"/>
              </a:ext>
            </a:extLst>
          </p:cNvPr>
          <p:cNvSpPr/>
          <p:nvPr/>
        </p:nvSpPr>
        <p:spPr>
          <a:xfrm>
            <a:off x="3048388" y="15756300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986F47-D7D5-B253-AD9F-5D3FE43124D1}"/>
              </a:ext>
            </a:extLst>
          </p:cNvPr>
          <p:cNvCxnSpPr>
            <a:cxnSpLocks/>
          </p:cNvCxnSpPr>
          <p:nvPr/>
        </p:nvCxnSpPr>
        <p:spPr>
          <a:xfrm>
            <a:off x="8788952" y="7073310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13D7BE-1976-29FE-446F-F06B478672F1}"/>
              </a:ext>
            </a:extLst>
          </p:cNvPr>
          <p:cNvCxnSpPr>
            <a:cxnSpLocks/>
          </p:cNvCxnSpPr>
          <p:nvPr/>
        </p:nvCxnSpPr>
        <p:spPr>
          <a:xfrm flipH="1">
            <a:off x="8825056" y="7315357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F1CB714-15B4-C5F2-BF1E-E9D592AEDFB7}"/>
              </a:ext>
            </a:extLst>
          </p:cNvPr>
          <p:cNvGrpSpPr/>
          <p:nvPr/>
        </p:nvGrpSpPr>
        <p:grpSpPr>
          <a:xfrm>
            <a:off x="4608862" y="5634737"/>
            <a:ext cx="4991999" cy="1558309"/>
            <a:chOff x="2498104" y="1876424"/>
            <a:chExt cx="4991999" cy="1558309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AE478D7-678C-55C0-6002-A0F6D7904113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A2D9873-18E0-0F86-BB46-3087A6325E45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3610905-3C41-F8E7-285F-43792DF3105D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035D47D2-0916-C7DA-E65C-99E1E1367E74}"/>
              </a:ext>
            </a:extLst>
          </p:cNvPr>
          <p:cNvSpPr/>
          <p:nvPr/>
        </p:nvSpPr>
        <p:spPr>
          <a:xfrm>
            <a:off x="8031814" y="6942869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870875C-C141-67AE-F765-1526D88DDFF4}"/>
              </a:ext>
            </a:extLst>
          </p:cNvPr>
          <p:cNvCxnSpPr>
            <a:cxnSpLocks/>
          </p:cNvCxnSpPr>
          <p:nvPr/>
        </p:nvCxnSpPr>
        <p:spPr>
          <a:xfrm>
            <a:off x="2422449" y="7519030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A60F3C5E-E1F7-E1B0-893B-F8691C27AC22}"/>
              </a:ext>
            </a:extLst>
          </p:cNvPr>
          <p:cNvSpPr/>
          <p:nvPr/>
        </p:nvSpPr>
        <p:spPr>
          <a:xfrm>
            <a:off x="10654675" y="5972384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78A8C22-B7F8-5BED-182D-1B547E39FC00}"/>
              </a:ext>
            </a:extLst>
          </p:cNvPr>
          <p:cNvSpPr/>
          <p:nvPr/>
        </p:nvSpPr>
        <p:spPr>
          <a:xfrm>
            <a:off x="9860881" y="9950834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34D7BA6-F2AD-0022-0A2E-EE38EBA273C9}"/>
              </a:ext>
            </a:extLst>
          </p:cNvPr>
          <p:cNvSpPr/>
          <p:nvPr/>
        </p:nvSpPr>
        <p:spPr>
          <a:xfrm>
            <a:off x="6695243" y="8385434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B8361DA-7CA0-E8ED-FA02-D05982372001}"/>
              </a:ext>
            </a:extLst>
          </p:cNvPr>
          <p:cNvCxnSpPr>
            <a:cxnSpLocks/>
          </p:cNvCxnSpPr>
          <p:nvPr/>
        </p:nvCxnSpPr>
        <p:spPr>
          <a:xfrm>
            <a:off x="2421383" y="10533151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01D47A3-4AF2-9F71-663A-0097FABDD5F0}"/>
              </a:ext>
            </a:extLst>
          </p:cNvPr>
          <p:cNvSpPr/>
          <p:nvPr/>
        </p:nvSpPr>
        <p:spPr>
          <a:xfrm>
            <a:off x="10653609" y="8986505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5414912-395C-A715-D817-158EB85B8AAC}"/>
              </a:ext>
            </a:extLst>
          </p:cNvPr>
          <p:cNvSpPr/>
          <p:nvPr/>
        </p:nvSpPr>
        <p:spPr>
          <a:xfrm>
            <a:off x="9877995" y="12973072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5F57B7E-A4FF-73C4-15A5-AACFCAE84812}"/>
              </a:ext>
            </a:extLst>
          </p:cNvPr>
          <p:cNvCxnSpPr>
            <a:cxnSpLocks/>
          </p:cNvCxnSpPr>
          <p:nvPr/>
        </p:nvCxnSpPr>
        <p:spPr>
          <a:xfrm>
            <a:off x="8805000" y="13109669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3BC85F9-D65E-1976-CCB5-ED96AF57B69A}"/>
              </a:ext>
            </a:extLst>
          </p:cNvPr>
          <p:cNvCxnSpPr>
            <a:cxnSpLocks/>
          </p:cNvCxnSpPr>
          <p:nvPr/>
        </p:nvCxnSpPr>
        <p:spPr>
          <a:xfrm flipH="1">
            <a:off x="8841104" y="13351716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E8AAE28-7615-C50F-3878-6780808308A0}"/>
              </a:ext>
            </a:extLst>
          </p:cNvPr>
          <p:cNvGrpSpPr/>
          <p:nvPr/>
        </p:nvGrpSpPr>
        <p:grpSpPr>
          <a:xfrm>
            <a:off x="4624910" y="11671096"/>
            <a:ext cx="4991999" cy="1558309"/>
            <a:chOff x="2498104" y="1876424"/>
            <a:chExt cx="4991999" cy="1558309"/>
          </a:xfrm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99E3FE9-CA70-F6BA-702A-200C2863920A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60A5921-75DA-CA66-7143-C3DEDAF8EA94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5035684-D038-5795-F523-A3D75CAA84FF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Oval 113">
            <a:extLst>
              <a:ext uri="{FF2B5EF4-FFF2-40B4-BE49-F238E27FC236}">
                <a16:creationId xmlns:a16="http://schemas.microsoft.com/office/drawing/2014/main" id="{86F95B11-A7FB-BAAA-1E62-52096E86E098}"/>
              </a:ext>
            </a:extLst>
          </p:cNvPr>
          <p:cNvSpPr/>
          <p:nvPr/>
        </p:nvSpPr>
        <p:spPr>
          <a:xfrm>
            <a:off x="5422669" y="12949619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6E26AA1-F062-32C2-58C7-B227866B1183}"/>
              </a:ext>
            </a:extLst>
          </p:cNvPr>
          <p:cNvCxnSpPr>
            <a:cxnSpLocks/>
          </p:cNvCxnSpPr>
          <p:nvPr/>
        </p:nvCxnSpPr>
        <p:spPr>
          <a:xfrm>
            <a:off x="2438497" y="13555389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99B976E-1A2F-0855-7D2D-35C77878D430}"/>
              </a:ext>
            </a:extLst>
          </p:cNvPr>
          <p:cNvSpPr/>
          <p:nvPr/>
        </p:nvSpPr>
        <p:spPr>
          <a:xfrm>
            <a:off x="10670723" y="12008743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D01B821D-8085-89A1-7197-20AFDB5ACC66}"/>
              </a:ext>
            </a:extLst>
          </p:cNvPr>
          <p:cNvSpPr/>
          <p:nvPr/>
        </p:nvSpPr>
        <p:spPr>
          <a:xfrm>
            <a:off x="9877995" y="16051880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0AD6688A-096E-A682-42A8-56BD95010F89}"/>
              </a:ext>
            </a:extLst>
          </p:cNvPr>
          <p:cNvSpPr/>
          <p:nvPr/>
        </p:nvSpPr>
        <p:spPr>
          <a:xfrm>
            <a:off x="3043285" y="12685060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539CBFC-CC3A-0D98-3216-BAC9F5FDC38F}"/>
              </a:ext>
            </a:extLst>
          </p:cNvPr>
          <p:cNvCxnSpPr>
            <a:cxnSpLocks/>
          </p:cNvCxnSpPr>
          <p:nvPr/>
        </p:nvCxnSpPr>
        <p:spPr>
          <a:xfrm>
            <a:off x="8805000" y="16188477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F317DD2-3058-2DAA-E31D-C280597EA406}"/>
              </a:ext>
            </a:extLst>
          </p:cNvPr>
          <p:cNvCxnSpPr>
            <a:cxnSpLocks/>
          </p:cNvCxnSpPr>
          <p:nvPr/>
        </p:nvCxnSpPr>
        <p:spPr>
          <a:xfrm flipH="1">
            <a:off x="8841104" y="16430524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336509C-0A4D-42D7-0A57-572B2930C040}"/>
              </a:ext>
            </a:extLst>
          </p:cNvPr>
          <p:cNvGrpSpPr/>
          <p:nvPr/>
        </p:nvGrpSpPr>
        <p:grpSpPr>
          <a:xfrm>
            <a:off x="4624910" y="14749904"/>
            <a:ext cx="4991999" cy="1558309"/>
            <a:chOff x="2498104" y="1876424"/>
            <a:chExt cx="4991999" cy="1558309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9BD7A65-647D-9068-A56E-733883DB0C42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34679724-0D8D-F15D-1E18-9D4A69A108B7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225BB6D8-794E-1D5F-550B-0D6256C30DBB}"/>
                </a:ext>
              </a:extLst>
            </p:cNvPr>
            <p:cNvCxnSpPr>
              <a:cxnSpLocks/>
              <a:stCxn id="12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Oval 128">
            <a:extLst>
              <a:ext uri="{FF2B5EF4-FFF2-40B4-BE49-F238E27FC236}">
                <a16:creationId xmlns:a16="http://schemas.microsoft.com/office/drawing/2014/main" id="{3BCB2CCC-7219-E4FB-15E6-120DC81033A0}"/>
              </a:ext>
            </a:extLst>
          </p:cNvPr>
          <p:cNvSpPr/>
          <p:nvPr/>
        </p:nvSpPr>
        <p:spPr>
          <a:xfrm>
            <a:off x="4015937" y="16031524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6224680-1F81-C323-B7CF-6EB2FF6E8FCF}"/>
              </a:ext>
            </a:extLst>
          </p:cNvPr>
          <p:cNvCxnSpPr>
            <a:cxnSpLocks/>
          </p:cNvCxnSpPr>
          <p:nvPr/>
        </p:nvCxnSpPr>
        <p:spPr>
          <a:xfrm>
            <a:off x="2438497" y="16634197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81C901F-8BEB-7D32-1B84-CA93765A06E8}"/>
              </a:ext>
            </a:extLst>
          </p:cNvPr>
          <p:cNvSpPr/>
          <p:nvPr/>
        </p:nvSpPr>
        <p:spPr>
          <a:xfrm>
            <a:off x="10670723" y="15087551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FBC021A2-668E-1329-CB56-7436357A445B}"/>
              </a:ext>
            </a:extLst>
          </p:cNvPr>
          <p:cNvSpPr/>
          <p:nvPr/>
        </p:nvSpPr>
        <p:spPr>
          <a:xfrm>
            <a:off x="3036462" y="9663359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8DA1F42-9BA9-ABCD-2D94-3D6EA1F41EE5}"/>
              </a:ext>
            </a:extLst>
          </p:cNvPr>
          <p:cNvSpPr/>
          <p:nvPr/>
        </p:nvSpPr>
        <p:spPr>
          <a:xfrm>
            <a:off x="3003766" y="6646984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978B5D3-1345-2920-B9B7-F587D0739320}"/>
              </a:ext>
            </a:extLst>
          </p:cNvPr>
          <p:cNvGrpSpPr/>
          <p:nvPr/>
        </p:nvGrpSpPr>
        <p:grpSpPr>
          <a:xfrm>
            <a:off x="15959065" y="11009415"/>
            <a:ext cx="4991999" cy="1558309"/>
            <a:chOff x="2498104" y="1876424"/>
            <a:chExt cx="4991999" cy="1558309"/>
          </a:xfrm>
        </p:grpSpPr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78BEECF-A852-D5E8-E1C8-2CB4D7A304F2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CCE3400-D726-3262-6C64-2A408B2EB6E4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82806DE9-0E9F-0906-8FE4-7C13688D1B5F}"/>
                </a:ext>
              </a:extLst>
            </p:cNvPr>
            <p:cNvCxnSpPr>
              <a:cxnSpLocks/>
              <a:stCxn id="13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6907C9C-E17E-93F2-536C-2E38CC2A3DB6}"/>
              </a:ext>
            </a:extLst>
          </p:cNvPr>
          <p:cNvCxnSpPr>
            <a:cxnSpLocks/>
          </p:cNvCxnSpPr>
          <p:nvPr/>
        </p:nvCxnSpPr>
        <p:spPr>
          <a:xfrm>
            <a:off x="14159145" y="7494862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99F5D7ED-3B8B-4CF3-1D93-02F3D7723DB8}"/>
              </a:ext>
            </a:extLst>
          </p:cNvPr>
          <p:cNvSpPr/>
          <p:nvPr/>
        </p:nvSpPr>
        <p:spPr>
          <a:xfrm>
            <a:off x="20951062" y="6910398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515CD806-E694-6E73-7ADB-F31EA3860928}"/>
              </a:ext>
            </a:extLst>
          </p:cNvPr>
          <p:cNvSpPr/>
          <p:nvPr/>
        </p:nvSpPr>
        <p:spPr>
          <a:xfrm>
            <a:off x="14116335" y="6623669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CF31092-2F4F-EF42-3B59-A546BCAACBB9}"/>
              </a:ext>
            </a:extLst>
          </p:cNvPr>
          <p:cNvCxnSpPr>
            <a:cxnSpLocks/>
          </p:cNvCxnSpPr>
          <p:nvPr/>
        </p:nvCxnSpPr>
        <p:spPr>
          <a:xfrm>
            <a:off x="14253972" y="12805496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A146A57F-8BAF-DA8E-FD6D-F5B32B279752}"/>
              </a:ext>
            </a:extLst>
          </p:cNvPr>
          <p:cNvSpPr/>
          <p:nvPr/>
        </p:nvSpPr>
        <p:spPr>
          <a:xfrm>
            <a:off x="21045889" y="12221032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0184A6E8-7242-5C25-5623-13818ED865A9}"/>
              </a:ext>
            </a:extLst>
          </p:cNvPr>
          <p:cNvSpPr/>
          <p:nvPr/>
        </p:nvSpPr>
        <p:spPr>
          <a:xfrm>
            <a:off x="14343509" y="11934303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284F773-1C6A-53A3-ED12-533B411E935F}"/>
              </a:ext>
            </a:extLst>
          </p:cNvPr>
          <p:cNvCxnSpPr>
            <a:cxnSpLocks/>
          </p:cNvCxnSpPr>
          <p:nvPr/>
        </p:nvCxnSpPr>
        <p:spPr>
          <a:xfrm flipH="1">
            <a:off x="15864238" y="7170977"/>
            <a:ext cx="48456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505858C0-C80C-E237-2B7F-351D4D22563A}"/>
              </a:ext>
            </a:extLst>
          </p:cNvPr>
          <p:cNvSpPr/>
          <p:nvPr/>
        </p:nvSpPr>
        <p:spPr>
          <a:xfrm>
            <a:off x="15107738" y="6918965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07513FEE-4A11-3923-672F-037D458E9EB2}"/>
              </a:ext>
            </a:extLst>
          </p:cNvPr>
          <p:cNvSpPr/>
          <p:nvPr/>
        </p:nvSpPr>
        <p:spPr>
          <a:xfrm>
            <a:off x="15305257" y="12197388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A54FFAE-EFF2-36C3-2DBE-CA622A2205B3}"/>
              </a:ext>
            </a:extLst>
          </p:cNvPr>
          <p:cNvCxnSpPr>
            <a:cxnSpLocks/>
          </p:cNvCxnSpPr>
          <p:nvPr/>
        </p:nvCxnSpPr>
        <p:spPr>
          <a:xfrm>
            <a:off x="19954517" y="12445116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6016DD6-B564-330D-DF80-418DBB4BF0C5}"/>
              </a:ext>
            </a:extLst>
          </p:cNvPr>
          <p:cNvCxnSpPr>
            <a:cxnSpLocks/>
          </p:cNvCxnSpPr>
          <p:nvPr/>
        </p:nvCxnSpPr>
        <p:spPr>
          <a:xfrm flipH="1">
            <a:off x="19954517" y="12675131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9649F2F1-A6DD-73FD-001E-E2A6356D32BD}"/>
              </a:ext>
            </a:extLst>
          </p:cNvPr>
          <p:cNvSpPr txBox="1"/>
          <p:nvPr/>
        </p:nvSpPr>
        <p:spPr>
          <a:xfrm>
            <a:off x="16878032" y="9937321"/>
            <a:ext cx="31354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Action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DC43092-DCAE-04CA-621D-1F0AA7F03556}"/>
              </a:ext>
            </a:extLst>
          </p:cNvPr>
          <p:cNvSpPr txBox="1"/>
          <p:nvPr/>
        </p:nvSpPr>
        <p:spPr>
          <a:xfrm>
            <a:off x="16878032" y="6132666"/>
            <a:ext cx="28580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Action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AA800-6DA3-DD70-C70E-53D1CAC7E762}"/>
              </a:ext>
            </a:extLst>
          </p:cNvPr>
          <p:cNvSpPr/>
          <p:nvPr/>
        </p:nvSpPr>
        <p:spPr>
          <a:xfrm>
            <a:off x="10659543" y="3477172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78131-9DDB-E975-7B76-7B7EA4C2AC18}"/>
              </a:ext>
            </a:extLst>
          </p:cNvPr>
          <p:cNvSpPr txBox="1"/>
          <p:nvPr/>
        </p:nvSpPr>
        <p:spPr>
          <a:xfrm>
            <a:off x="4711512" y="2389698"/>
            <a:ext cx="475322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 Phase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E2850-A516-E691-8E98-993D35583F18}"/>
              </a:ext>
            </a:extLst>
          </p:cNvPr>
          <p:cNvSpPr txBox="1"/>
          <p:nvPr/>
        </p:nvSpPr>
        <p:spPr>
          <a:xfrm>
            <a:off x="16896717" y="2389698"/>
            <a:ext cx="277665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9E686-2137-CB8E-A2BA-4054AF171413}"/>
              </a:ext>
            </a:extLst>
          </p:cNvPr>
          <p:cNvSpPr txBox="1"/>
          <p:nvPr/>
        </p:nvSpPr>
        <p:spPr>
          <a:xfrm>
            <a:off x="8253669" y="241338"/>
            <a:ext cx="9462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Unconstrained Action Event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DC2CA3-2E6C-0556-F434-09B294FCC00C}"/>
              </a:ext>
            </a:extLst>
          </p:cNvPr>
          <p:cNvCxnSpPr/>
          <p:nvPr/>
        </p:nvCxnSpPr>
        <p:spPr>
          <a:xfrm>
            <a:off x="802106" y="4577702"/>
            <a:ext cx="0" cy="104289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7033BB-3D73-DCAE-948E-7C7E49C7FF0C}"/>
              </a:ext>
            </a:extLst>
          </p:cNvPr>
          <p:cNvSpPr txBox="1"/>
          <p:nvPr/>
        </p:nvSpPr>
        <p:spPr>
          <a:xfrm rot="5400000">
            <a:off x="751392" y="9142262"/>
            <a:ext cx="1315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407589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26</Words>
  <Application>Microsoft Office PowerPoint</Application>
  <PresentationFormat>Custom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5</cp:revision>
  <dcterms:created xsi:type="dcterms:W3CDTF">2026-06-05T22:39:22Z</dcterms:created>
  <dcterms:modified xsi:type="dcterms:W3CDTF">2026-06-06T02:00:47Z</dcterms:modified>
</cp:coreProperties>
</file>