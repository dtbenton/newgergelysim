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"/>
  </p:notesMasterIdLst>
  <p:sldIdLst>
    <p:sldId id="260" r:id="rId2"/>
  </p:sldIdLst>
  <p:sldSz cx="22860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5"/>
    <a:srgbClr val="F1F5F8"/>
    <a:srgbClr val="E0FFFF"/>
    <a:srgbClr val="F0FFF0"/>
    <a:srgbClr val="CCFFCC"/>
    <a:srgbClr val="2F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62" d="100"/>
          <a:sy n="62" d="100"/>
        </p:scale>
        <p:origin x="4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BCF61-F42E-4834-BCD0-9EC4CEE09EF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1143000"/>
            <a:ext cx="5934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787F6-54F0-45AE-A2D2-876D106DB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DE99-EB39-F994-C892-E938518D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83D68-4F8A-7449-9131-730EBF9CF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61963" y="1143000"/>
            <a:ext cx="59340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74CD3-E926-19D2-CFB2-EA2E5179E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82B28-9E01-A37D-90D2-5168541B1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0" y="1945429"/>
            <a:ext cx="17145000" cy="4138507"/>
          </a:xfrm>
        </p:spPr>
        <p:txBody>
          <a:bodyPr anchor="b"/>
          <a:lstStyle>
            <a:lvl1pPr algn="ctr">
              <a:defRPr sz="1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6243533"/>
            <a:ext cx="17145000" cy="2869987"/>
          </a:xfrm>
        </p:spPr>
        <p:txBody>
          <a:bodyPr/>
          <a:lstStyle>
            <a:lvl1pPr marL="0" indent="0" algn="ctr">
              <a:buNone/>
              <a:defRPr sz="4160"/>
            </a:lvl1pPr>
            <a:lvl2pPr marL="792465" indent="0" algn="ctr">
              <a:buNone/>
              <a:defRPr sz="3467"/>
            </a:lvl2pPr>
            <a:lvl3pPr marL="1584930" indent="0" algn="ctr">
              <a:buNone/>
              <a:defRPr sz="3120"/>
            </a:lvl3pPr>
            <a:lvl4pPr marL="2377394" indent="0" algn="ctr">
              <a:buNone/>
              <a:defRPr sz="2773"/>
            </a:lvl4pPr>
            <a:lvl5pPr marL="3169859" indent="0" algn="ctr">
              <a:buNone/>
              <a:defRPr sz="2773"/>
            </a:lvl5pPr>
            <a:lvl6pPr marL="3962324" indent="0" algn="ctr">
              <a:buNone/>
              <a:defRPr sz="2773"/>
            </a:lvl6pPr>
            <a:lvl7pPr marL="4754789" indent="0" algn="ctr">
              <a:buNone/>
              <a:defRPr sz="2773"/>
            </a:lvl7pPr>
            <a:lvl8pPr marL="5547253" indent="0" algn="ctr">
              <a:buNone/>
              <a:defRPr sz="2773"/>
            </a:lvl8pPr>
            <a:lvl9pPr marL="6339718" indent="0" algn="ctr">
              <a:buNone/>
              <a:defRPr sz="27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6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19" y="2963547"/>
            <a:ext cx="19716750" cy="4944744"/>
          </a:xfrm>
        </p:spPr>
        <p:txBody>
          <a:bodyPr anchor="b"/>
          <a:lstStyle>
            <a:lvl1pPr>
              <a:defRPr sz="1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19" y="7955070"/>
            <a:ext cx="19716750" cy="2600324"/>
          </a:xfrm>
        </p:spPr>
        <p:txBody>
          <a:bodyPr/>
          <a:lstStyle>
            <a:lvl1pPr marL="0" indent="0">
              <a:buNone/>
              <a:defRPr sz="4160">
                <a:solidFill>
                  <a:schemeClr val="tx1">
                    <a:tint val="82000"/>
                  </a:schemeClr>
                </a:solidFill>
              </a:defRPr>
            </a:lvl1pPr>
            <a:lvl2pPr marL="792465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2pPr>
            <a:lvl3pPr marL="158493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3pPr>
            <a:lvl4pPr marL="2377394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4pPr>
            <a:lvl5pPr marL="3169859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5pPr>
            <a:lvl6pPr marL="3962324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6pPr>
            <a:lvl7pPr marL="4754789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7pPr>
            <a:lvl8pPr marL="5547253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8pPr>
            <a:lvl9pPr marL="6339718" indent="0">
              <a:buNone/>
              <a:defRPr sz="27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8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3164417"/>
            <a:ext cx="97155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3164417"/>
            <a:ext cx="97155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7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632884"/>
            <a:ext cx="1971675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3" y="2914016"/>
            <a:ext cx="9670851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3" y="4342130"/>
            <a:ext cx="9670851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5" y="2914016"/>
            <a:ext cx="9718478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5" y="4342130"/>
            <a:ext cx="971847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3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3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0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792480"/>
            <a:ext cx="7372944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1711537"/>
            <a:ext cx="11572875" cy="8447617"/>
          </a:xfrm>
        </p:spPr>
        <p:txBody>
          <a:bodyPr/>
          <a:lstStyle>
            <a:lvl1pPr>
              <a:defRPr sz="5547"/>
            </a:lvl1pPr>
            <a:lvl2pPr>
              <a:defRPr sz="4853"/>
            </a:lvl2pPr>
            <a:lvl3pPr>
              <a:defRPr sz="4160"/>
            </a:lvl3pPr>
            <a:lvl4pPr>
              <a:defRPr sz="3467"/>
            </a:lvl4pPr>
            <a:lvl5pPr>
              <a:defRPr sz="3467"/>
            </a:lvl5pPr>
            <a:lvl6pPr>
              <a:defRPr sz="3467"/>
            </a:lvl6pPr>
            <a:lvl7pPr>
              <a:defRPr sz="3467"/>
            </a:lvl7pPr>
            <a:lvl8pPr>
              <a:defRPr sz="3467"/>
            </a:lvl8pPr>
            <a:lvl9pPr>
              <a:defRPr sz="3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3566160"/>
            <a:ext cx="7372944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1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792480"/>
            <a:ext cx="7372944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1711537"/>
            <a:ext cx="11572875" cy="8447617"/>
          </a:xfrm>
        </p:spPr>
        <p:txBody>
          <a:bodyPr anchor="t"/>
          <a:lstStyle>
            <a:lvl1pPr marL="0" indent="0">
              <a:buNone/>
              <a:defRPr sz="5547"/>
            </a:lvl1pPr>
            <a:lvl2pPr marL="792465" indent="0">
              <a:buNone/>
              <a:defRPr sz="4853"/>
            </a:lvl2pPr>
            <a:lvl3pPr marL="1584930" indent="0">
              <a:buNone/>
              <a:defRPr sz="4160"/>
            </a:lvl3pPr>
            <a:lvl4pPr marL="2377394" indent="0">
              <a:buNone/>
              <a:defRPr sz="3467"/>
            </a:lvl4pPr>
            <a:lvl5pPr marL="3169859" indent="0">
              <a:buNone/>
              <a:defRPr sz="3467"/>
            </a:lvl5pPr>
            <a:lvl6pPr marL="3962324" indent="0">
              <a:buNone/>
              <a:defRPr sz="3467"/>
            </a:lvl6pPr>
            <a:lvl7pPr marL="4754789" indent="0">
              <a:buNone/>
              <a:defRPr sz="3467"/>
            </a:lvl7pPr>
            <a:lvl8pPr marL="5547253" indent="0">
              <a:buNone/>
              <a:defRPr sz="3467"/>
            </a:lvl8pPr>
            <a:lvl9pPr marL="6339718" indent="0">
              <a:buNone/>
              <a:defRPr sz="3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3566160"/>
            <a:ext cx="7372944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2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9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7" y="632883"/>
            <a:ext cx="4929188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5" y="632883"/>
            <a:ext cx="14501813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9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632884"/>
            <a:ext cx="1971675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3164417"/>
            <a:ext cx="1971675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11017674"/>
            <a:ext cx="51435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11017674"/>
            <a:ext cx="771525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11017674"/>
            <a:ext cx="51435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6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584930" rtl="0" eaLnBrk="1" latinLnBrk="0" hangingPunct="1">
        <a:lnSpc>
          <a:spcPct val="90000"/>
        </a:lnSpc>
        <a:spcBef>
          <a:spcPct val="0"/>
        </a:spcBef>
        <a:buNone/>
        <a:defRPr sz="76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6232" indent="-396232" algn="l" defTabSz="158493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1pPr>
      <a:lvl2pPr marL="118869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2pPr>
      <a:lvl3pPr marL="1981162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77362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56609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435855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515102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94348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735950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1pPr>
      <a:lvl2pPr marL="792465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58493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37739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16985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396232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475478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547253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339718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2FFA-58F3-7BAA-B0C5-6641464C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379C36C7-3A42-843C-BB15-DA2D1B555D95}"/>
              </a:ext>
            </a:extLst>
          </p:cNvPr>
          <p:cNvSpPr/>
          <p:nvPr/>
        </p:nvSpPr>
        <p:spPr>
          <a:xfrm>
            <a:off x="11509072" y="1073799"/>
            <a:ext cx="10482932" cy="9983264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CFE71798-611C-7322-CF54-C9609536D87A}"/>
              </a:ext>
            </a:extLst>
          </p:cNvPr>
          <p:cNvSpPr/>
          <p:nvPr/>
        </p:nvSpPr>
        <p:spPr>
          <a:xfrm>
            <a:off x="1035808" y="1073799"/>
            <a:ext cx="10482932" cy="9983995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2EA1898-B225-B874-7F06-CB488156B85D}"/>
              </a:ext>
            </a:extLst>
          </p:cNvPr>
          <p:cNvGrpSpPr/>
          <p:nvPr/>
        </p:nvGrpSpPr>
        <p:grpSpPr>
          <a:xfrm>
            <a:off x="3548476" y="6032404"/>
            <a:ext cx="4992000" cy="1558308"/>
            <a:chOff x="2498104" y="1876424"/>
            <a:chExt cx="4991999" cy="1558309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5BC6354B-7946-7CA9-36FB-C74D23665038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572B4482-A14E-F660-56D2-D68A404F1C12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B8321146-BF61-93CF-CFBB-0AC87444617B}"/>
                </a:ext>
              </a:extLst>
            </p:cNvPr>
            <p:cNvCxnSpPr>
              <a:cxnSpLocks/>
              <a:stCxn id="202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Oval 204">
            <a:extLst>
              <a:ext uri="{FF2B5EF4-FFF2-40B4-BE49-F238E27FC236}">
                <a16:creationId xmlns:a16="http://schemas.microsoft.com/office/drawing/2014/main" id="{C3B2608A-B3D5-1519-0B8A-5152D655DE2C}"/>
              </a:ext>
            </a:extLst>
          </p:cNvPr>
          <p:cNvSpPr/>
          <p:nvPr/>
        </p:nvSpPr>
        <p:spPr>
          <a:xfrm>
            <a:off x="8801555" y="7334380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DEDF1D68-63E0-E920-56E9-F40BF7629912}"/>
              </a:ext>
            </a:extLst>
          </p:cNvPr>
          <p:cNvSpPr/>
          <p:nvPr/>
        </p:nvSpPr>
        <p:spPr>
          <a:xfrm>
            <a:off x="5635919" y="5768979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F12A056C-3B9A-FA1D-23B4-7B22FC25F40A}"/>
              </a:ext>
            </a:extLst>
          </p:cNvPr>
          <p:cNvCxnSpPr>
            <a:cxnSpLocks/>
          </p:cNvCxnSpPr>
          <p:nvPr/>
        </p:nvCxnSpPr>
        <p:spPr>
          <a:xfrm>
            <a:off x="1362055" y="7916692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2B28C124-ADF4-2361-2DE4-D52369E74B65}"/>
              </a:ext>
            </a:extLst>
          </p:cNvPr>
          <p:cNvSpPr/>
          <p:nvPr/>
        </p:nvSpPr>
        <p:spPr>
          <a:xfrm>
            <a:off x="4363343" y="7328706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3FC64C7A-021B-43C5-8644-9920EB2CF4BA}"/>
              </a:ext>
            </a:extLst>
          </p:cNvPr>
          <p:cNvSpPr/>
          <p:nvPr/>
        </p:nvSpPr>
        <p:spPr>
          <a:xfrm>
            <a:off x="2956610" y="7340844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ED633D2-48F3-C0BC-900F-7D2E7D4FC1DE}"/>
              </a:ext>
            </a:extLst>
          </p:cNvPr>
          <p:cNvSpPr/>
          <p:nvPr/>
        </p:nvSpPr>
        <p:spPr>
          <a:xfrm>
            <a:off x="1977138" y="7046907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4195642-5B78-90AA-B128-F44C0A597A3C}"/>
              </a:ext>
            </a:extLst>
          </p:cNvPr>
          <p:cNvGrpSpPr/>
          <p:nvPr/>
        </p:nvGrpSpPr>
        <p:grpSpPr>
          <a:xfrm>
            <a:off x="14899746" y="8752186"/>
            <a:ext cx="4992000" cy="1558307"/>
            <a:chOff x="2498104" y="1876424"/>
            <a:chExt cx="4991999" cy="1558309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74BCB1A-44E5-A5A8-AE34-7151EC16E1A2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72AA814-0E1A-3DDC-4A18-A40F5FCBA8A7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5F7046CF-A0D4-6CDA-2189-8E4653C53A36}"/>
                </a:ext>
              </a:extLst>
            </p:cNvPr>
            <p:cNvCxnSpPr>
              <a:cxnSpLocks/>
              <a:stCxn id="212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C3F5A515-15DE-123F-69BF-05583C5C144D}"/>
              </a:ext>
            </a:extLst>
          </p:cNvPr>
          <p:cNvCxnSpPr>
            <a:cxnSpLocks/>
          </p:cNvCxnSpPr>
          <p:nvPr/>
        </p:nvCxnSpPr>
        <p:spPr>
          <a:xfrm>
            <a:off x="13194648" y="10548262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>
            <a:extLst>
              <a:ext uri="{FF2B5EF4-FFF2-40B4-BE49-F238E27FC236}">
                <a16:creationId xmlns:a16="http://schemas.microsoft.com/office/drawing/2014/main" id="{CDB003B1-D389-F1B6-2B4E-9F7011627B5F}"/>
              </a:ext>
            </a:extLst>
          </p:cNvPr>
          <p:cNvSpPr/>
          <p:nvPr/>
        </p:nvSpPr>
        <p:spPr>
          <a:xfrm>
            <a:off x="19986567" y="9963802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5650EFF4-3F6C-75F6-D804-A75D521022C2}"/>
              </a:ext>
            </a:extLst>
          </p:cNvPr>
          <p:cNvSpPr/>
          <p:nvPr/>
        </p:nvSpPr>
        <p:spPr>
          <a:xfrm>
            <a:off x="13284189" y="967707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52DB6F10-E60B-F9F9-2C59-17C57E4AE50D}"/>
              </a:ext>
            </a:extLst>
          </p:cNvPr>
          <p:cNvSpPr/>
          <p:nvPr/>
        </p:nvSpPr>
        <p:spPr>
          <a:xfrm>
            <a:off x="14245934" y="9940159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7611E81F-6DDC-524F-BD01-E3578028B20F}"/>
              </a:ext>
            </a:extLst>
          </p:cNvPr>
          <p:cNvCxnSpPr>
            <a:cxnSpLocks/>
          </p:cNvCxnSpPr>
          <p:nvPr/>
        </p:nvCxnSpPr>
        <p:spPr>
          <a:xfrm>
            <a:off x="18895197" y="10187881"/>
            <a:ext cx="8409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FB45AF1-FDE3-5894-19AE-1D13A83DF1CF}"/>
              </a:ext>
            </a:extLst>
          </p:cNvPr>
          <p:cNvCxnSpPr>
            <a:cxnSpLocks/>
          </p:cNvCxnSpPr>
          <p:nvPr/>
        </p:nvCxnSpPr>
        <p:spPr>
          <a:xfrm flipH="1">
            <a:off x="18895195" y="10417896"/>
            <a:ext cx="85017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9E1A0ED1-C46F-98DD-E0E1-38CE9C17A4E5}"/>
              </a:ext>
            </a:extLst>
          </p:cNvPr>
          <p:cNvSpPr txBox="1"/>
          <p:nvPr/>
        </p:nvSpPr>
        <p:spPr>
          <a:xfrm>
            <a:off x="13248834" y="7497561"/>
            <a:ext cx="809151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High, Inefficient Action 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4A64D2A-6292-7377-E58F-48B47DF241A1}"/>
              </a:ext>
            </a:extLst>
          </p:cNvPr>
          <p:cNvSpPr/>
          <p:nvPr/>
        </p:nvSpPr>
        <p:spPr>
          <a:xfrm>
            <a:off x="5500050" y="6388679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DF11243E-B072-C9E3-216E-338985BA4A34}"/>
              </a:ext>
            </a:extLst>
          </p:cNvPr>
          <p:cNvSpPr txBox="1"/>
          <p:nvPr/>
        </p:nvSpPr>
        <p:spPr>
          <a:xfrm>
            <a:off x="2744032" y="1073078"/>
            <a:ext cx="72907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064A1E7-35B2-243F-3A52-4BC02EF1CCBE}"/>
              </a:ext>
            </a:extLst>
          </p:cNvPr>
          <p:cNvSpPr txBox="1"/>
          <p:nvPr/>
        </p:nvSpPr>
        <p:spPr>
          <a:xfrm>
            <a:off x="14927294" y="1050455"/>
            <a:ext cx="42155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886BAC6-7345-C98C-D021-7ED20ADB61EB}"/>
              </a:ext>
            </a:extLst>
          </p:cNvPr>
          <p:cNvCxnSpPr>
            <a:cxnSpLocks/>
          </p:cNvCxnSpPr>
          <p:nvPr/>
        </p:nvCxnSpPr>
        <p:spPr>
          <a:xfrm>
            <a:off x="11509065" y="1139108"/>
            <a:ext cx="0" cy="990000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E1FDFC9-FA9E-6D54-F385-5E8FAB522125}"/>
              </a:ext>
            </a:extLst>
          </p:cNvPr>
          <p:cNvGrpSpPr/>
          <p:nvPr/>
        </p:nvGrpSpPr>
        <p:grpSpPr>
          <a:xfrm>
            <a:off x="14921518" y="4006015"/>
            <a:ext cx="4992000" cy="1558307"/>
            <a:chOff x="2498104" y="1876424"/>
            <a:chExt cx="4991999" cy="1558309"/>
          </a:xfrm>
        </p:grpSpPr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3B63915-6D42-FD7A-3030-3E12F0540F4F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48712537-D585-39FD-1314-A04BA1259F8B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CA2B7C49-776A-6753-CBE6-2BB26DC22B73}"/>
                </a:ext>
              </a:extLst>
            </p:cNvPr>
            <p:cNvCxnSpPr>
              <a:cxnSpLocks/>
              <a:stCxn id="22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CCBA6A4-949B-AF3A-819F-E82C2AD7C986}"/>
              </a:ext>
            </a:extLst>
          </p:cNvPr>
          <p:cNvCxnSpPr>
            <a:cxnSpLocks/>
          </p:cNvCxnSpPr>
          <p:nvPr/>
        </p:nvCxnSpPr>
        <p:spPr>
          <a:xfrm>
            <a:off x="13216420" y="5802091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465A0CF2-6868-6DA6-EB40-31EBC3485CDE}"/>
              </a:ext>
            </a:extLst>
          </p:cNvPr>
          <p:cNvSpPr/>
          <p:nvPr/>
        </p:nvSpPr>
        <p:spPr>
          <a:xfrm>
            <a:off x="20008339" y="5217631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BD8BC197-2BAE-FA91-E2FD-A167207C0300}"/>
              </a:ext>
            </a:extLst>
          </p:cNvPr>
          <p:cNvSpPr/>
          <p:nvPr/>
        </p:nvSpPr>
        <p:spPr>
          <a:xfrm>
            <a:off x="13305961" y="4930903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3675CA7-E4C5-CB4C-ADD9-98A763DF1840}"/>
              </a:ext>
            </a:extLst>
          </p:cNvPr>
          <p:cNvSpPr/>
          <p:nvPr/>
        </p:nvSpPr>
        <p:spPr>
          <a:xfrm>
            <a:off x="14267706" y="5193988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DD0EDAA7-FBBE-59DF-BE33-6C81A32232C0}"/>
              </a:ext>
            </a:extLst>
          </p:cNvPr>
          <p:cNvCxnSpPr>
            <a:cxnSpLocks/>
          </p:cNvCxnSpPr>
          <p:nvPr/>
        </p:nvCxnSpPr>
        <p:spPr>
          <a:xfrm>
            <a:off x="18916969" y="5441710"/>
            <a:ext cx="8409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505DFD1C-584F-B8F5-2E4D-FC5317F5D9BE}"/>
              </a:ext>
            </a:extLst>
          </p:cNvPr>
          <p:cNvCxnSpPr>
            <a:cxnSpLocks/>
          </p:cNvCxnSpPr>
          <p:nvPr/>
        </p:nvCxnSpPr>
        <p:spPr>
          <a:xfrm flipH="1">
            <a:off x="18916967" y="5671725"/>
            <a:ext cx="85017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AE7BE272-3284-3A03-89ED-9A46044FE0BB}"/>
              </a:ext>
            </a:extLst>
          </p:cNvPr>
          <p:cNvSpPr txBox="1"/>
          <p:nvPr/>
        </p:nvSpPr>
        <p:spPr>
          <a:xfrm>
            <a:off x="11979265" y="2849364"/>
            <a:ext cx="10011908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Barrierless</a:t>
            </a:r>
            <a:r>
              <a:rPr lang="en-US" sz="5999" b="1">
                <a:latin typeface="Times New Roman" panose="02020603050405020304" pitchFamily="18" charset="0"/>
                <a:cs typeface="Times New Roman" panose="02020603050405020304" pitchFamily="18" charset="0"/>
              </a:rPr>
              <a:t>, Inefficient </a:t>
            </a:r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FC40981A-10DD-7A7F-9B10-7CF66753DBAC}"/>
              </a:ext>
            </a:extLst>
          </p:cNvPr>
          <p:cNvSpPr/>
          <p:nvPr/>
        </p:nvSpPr>
        <p:spPr>
          <a:xfrm>
            <a:off x="16840984" y="10013790"/>
            <a:ext cx="896323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83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13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22</cp:revision>
  <dcterms:created xsi:type="dcterms:W3CDTF">2026-06-05T22:39:22Z</dcterms:created>
  <dcterms:modified xsi:type="dcterms:W3CDTF">2026-06-22T23:36:23Z</dcterms:modified>
</cp:coreProperties>
</file>