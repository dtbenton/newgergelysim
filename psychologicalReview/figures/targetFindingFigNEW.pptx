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4"/>
  </p:sldMasterIdLst>
  <p:notesMasterIdLst>
    <p:notesMasterId r:id="rId9"/>
  </p:notesMasterIdLst>
  <p:sldIdLst>
    <p:sldId id="256" r:id="rId5"/>
    <p:sldId id="257" r:id="rId6"/>
    <p:sldId id="260" r:id="rId7"/>
    <p:sldId id="258" r:id="rId8"/>
  </p:sldIdLst>
  <p:sldSz cx="39600188" cy="215995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E6F4"/>
    <a:srgbClr val="FDDD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24" autoAdjust="0"/>
    <p:restoredTop sz="94660"/>
  </p:normalViewPr>
  <p:slideViewPr>
    <p:cSldViewPr snapToGrid="0">
      <p:cViewPr>
        <p:scale>
          <a:sx n="50" d="100"/>
          <a:sy n="50" d="100"/>
        </p:scale>
        <p:origin x="-2517" y="-10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03B432-A659-47A9-A622-F1F1FE223EE8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00075" y="1143000"/>
            <a:ext cx="5657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6B36E3-9AF0-421E-9CBA-97F4E57A36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529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00075" y="1143000"/>
            <a:ext cx="56578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B36E3-9AF0-421E-9CBA-97F4E57A36B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6131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5B245-14F1-2F78-C79B-98BB909F5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974DEF-9CCE-F2F1-D47D-20667868B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00075" y="1143000"/>
            <a:ext cx="565785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52FEEC-9F0A-340D-547F-0A890C4BE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CDA09-D16D-D8F3-E77C-A0A67B4E5A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B36E3-9AF0-421E-9CBA-97F4E57A36B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66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44F6B-956D-5BAA-B0C2-CD55DB35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0223AD-FC95-65B8-A2FA-DD7ADEF4C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00075" y="1143000"/>
            <a:ext cx="565785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5016EA-271D-92B6-D5DA-422F4DA5D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59783-0ADE-E09C-E6D0-63B52126B2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B36E3-9AF0-421E-9CBA-97F4E57A36B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8003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50024" y="3534924"/>
            <a:ext cx="29700141" cy="7519835"/>
          </a:xfrm>
        </p:spPr>
        <p:txBody>
          <a:bodyPr anchor="b"/>
          <a:lstStyle>
            <a:lvl1pPr algn="ctr">
              <a:defRPr sz="1889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50024" y="11344752"/>
            <a:ext cx="29700141" cy="5214884"/>
          </a:xfrm>
        </p:spPr>
        <p:txBody>
          <a:bodyPr/>
          <a:lstStyle>
            <a:lvl1pPr marL="0" indent="0" algn="ctr">
              <a:buNone/>
              <a:defRPr sz="7559"/>
            </a:lvl1pPr>
            <a:lvl2pPr marL="1439951" indent="0" algn="ctr">
              <a:buNone/>
              <a:defRPr sz="6299"/>
            </a:lvl2pPr>
            <a:lvl3pPr marL="2879903" indent="0" algn="ctr">
              <a:buNone/>
              <a:defRPr sz="5669"/>
            </a:lvl3pPr>
            <a:lvl4pPr marL="4319854" indent="0" algn="ctr">
              <a:buNone/>
              <a:defRPr sz="5039"/>
            </a:lvl4pPr>
            <a:lvl5pPr marL="5759806" indent="0" algn="ctr">
              <a:buNone/>
              <a:defRPr sz="5039"/>
            </a:lvl5pPr>
            <a:lvl6pPr marL="7199757" indent="0" algn="ctr">
              <a:buNone/>
              <a:defRPr sz="5039"/>
            </a:lvl6pPr>
            <a:lvl7pPr marL="8639708" indent="0" algn="ctr">
              <a:buNone/>
              <a:defRPr sz="5039"/>
            </a:lvl7pPr>
            <a:lvl8pPr marL="10079660" indent="0" algn="ctr">
              <a:buNone/>
              <a:defRPr sz="5039"/>
            </a:lvl8pPr>
            <a:lvl9pPr marL="11519611" indent="0" algn="ctr">
              <a:buNone/>
              <a:defRPr sz="503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31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210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01888" y="5384885"/>
            <a:ext cx="34155162" cy="8984801"/>
          </a:xfrm>
        </p:spPr>
        <p:txBody>
          <a:bodyPr anchor="b"/>
          <a:lstStyle>
            <a:lvl1pPr>
              <a:defRPr sz="1889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01888" y="14454685"/>
            <a:ext cx="34155162" cy="4724895"/>
          </a:xfrm>
        </p:spPr>
        <p:txBody>
          <a:bodyPr/>
          <a:lstStyle>
            <a:lvl1pPr marL="0" indent="0">
              <a:buNone/>
              <a:defRPr sz="7559">
                <a:solidFill>
                  <a:schemeClr val="tx1">
                    <a:tint val="82000"/>
                  </a:schemeClr>
                </a:solidFill>
              </a:defRPr>
            </a:lvl1pPr>
            <a:lvl2pPr marL="1439951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2pPr>
            <a:lvl3pPr marL="2879903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3pPr>
            <a:lvl4pPr marL="4319854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4pPr>
            <a:lvl5pPr marL="5759806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5pPr>
            <a:lvl6pPr marL="7199757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6pPr>
            <a:lvl7pPr marL="8639708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7pPr>
            <a:lvl8pPr marL="10079660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8pPr>
            <a:lvl9pPr marL="11519611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638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722513" y="5749874"/>
            <a:ext cx="16830080" cy="13704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047595" y="5749874"/>
            <a:ext cx="16830080" cy="13704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478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7671" y="1149976"/>
            <a:ext cx="34155162" cy="417491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27673" y="5294885"/>
            <a:ext cx="16752734" cy="2594941"/>
          </a:xfrm>
        </p:spPr>
        <p:txBody>
          <a:bodyPr anchor="b"/>
          <a:lstStyle>
            <a:lvl1pPr marL="0" indent="0">
              <a:buNone/>
              <a:defRPr sz="7559" b="1"/>
            </a:lvl1pPr>
            <a:lvl2pPr marL="1439951" indent="0">
              <a:buNone/>
              <a:defRPr sz="6299" b="1"/>
            </a:lvl2pPr>
            <a:lvl3pPr marL="2879903" indent="0">
              <a:buNone/>
              <a:defRPr sz="5669" b="1"/>
            </a:lvl3pPr>
            <a:lvl4pPr marL="4319854" indent="0">
              <a:buNone/>
              <a:defRPr sz="5039" b="1"/>
            </a:lvl4pPr>
            <a:lvl5pPr marL="5759806" indent="0">
              <a:buNone/>
              <a:defRPr sz="5039" b="1"/>
            </a:lvl5pPr>
            <a:lvl6pPr marL="7199757" indent="0">
              <a:buNone/>
              <a:defRPr sz="5039" b="1"/>
            </a:lvl6pPr>
            <a:lvl7pPr marL="8639708" indent="0">
              <a:buNone/>
              <a:defRPr sz="5039" b="1"/>
            </a:lvl7pPr>
            <a:lvl8pPr marL="10079660" indent="0">
              <a:buNone/>
              <a:defRPr sz="5039" b="1"/>
            </a:lvl8pPr>
            <a:lvl9pPr marL="11519611" indent="0">
              <a:buNone/>
              <a:defRPr sz="503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27673" y="7889827"/>
            <a:ext cx="16752734" cy="116047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047595" y="5294885"/>
            <a:ext cx="16835238" cy="2594941"/>
          </a:xfrm>
        </p:spPr>
        <p:txBody>
          <a:bodyPr anchor="b"/>
          <a:lstStyle>
            <a:lvl1pPr marL="0" indent="0">
              <a:buNone/>
              <a:defRPr sz="7559" b="1"/>
            </a:lvl1pPr>
            <a:lvl2pPr marL="1439951" indent="0">
              <a:buNone/>
              <a:defRPr sz="6299" b="1"/>
            </a:lvl2pPr>
            <a:lvl3pPr marL="2879903" indent="0">
              <a:buNone/>
              <a:defRPr sz="5669" b="1"/>
            </a:lvl3pPr>
            <a:lvl4pPr marL="4319854" indent="0">
              <a:buNone/>
              <a:defRPr sz="5039" b="1"/>
            </a:lvl4pPr>
            <a:lvl5pPr marL="5759806" indent="0">
              <a:buNone/>
              <a:defRPr sz="5039" b="1"/>
            </a:lvl5pPr>
            <a:lvl6pPr marL="7199757" indent="0">
              <a:buNone/>
              <a:defRPr sz="5039" b="1"/>
            </a:lvl6pPr>
            <a:lvl7pPr marL="8639708" indent="0">
              <a:buNone/>
              <a:defRPr sz="5039" b="1"/>
            </a:lvl7pPr>
            <a:lvl8pPr marL="10079660" indent="0">
              <a:buNone/>
              <a:defRPr sz="5039" b="1"/>
            </a:lvl8pPr>
            <a:lvl9pPr marL="11519611" indent="0">
              <a:buNone/>
              <a:defRPr sz="503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047595" y="7889827"/>
            <a:ext cx="16835238" cy="116047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103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655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948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7673" y="1439968"/>
            <a:ext cx="12772090" cy="5039889"/>
          </a:xfrm>
        </p:spPr>
        <p:txBody>
          <a:bodyPr anchor="b"/>
          <a:lstStyle>
            <a:lvl1pPr>
              <a:defRPr sz="100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835238" y="3109933"/>
            <a:ext cx="20047595" cy="15349662"/>
          </a:xfrm>
        </p:spPr>
        <p:txBody>
          <a:bodyPr/>
          <a:lstStyle>
            <a:lvl1pPr>
              <a:defRPr sz="10078"/>
            </a:lvl1pPr>
            <a:lvl2pPr>
              <a:defRPr sz="8819"/>
            </a:lvl2pPr>
            <a:lvl3pPr>
              <a:defRPr sz="7559"/>
            </a:lvl3pPr>
            <a:lvl4pPr>
              <a:defRPr sz="6299"/>
            </a:lvl4pPr>
            <a:lvl5pPr>
              <a:defRPr sz="6299"/>
            </a:lvl5pPr>
            <a:lvl6pPr>
              <a:defRPr sz="6299"/>
            </a:lvl6pPr>
            <a:lvl7pPr>
              <a:defRPr sz="6299"/>
            </a:lvl7pPr>
            <a:lvl8pPr>
              <a:defRPr sz="6299"/>
            </a:lvl8pPr>
            <a:lvl9pPr>
              <a:defRPr sz="62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27673" y="6479857"/>
            <a:ext cx="12772090" cy="12004738"/>
          </a:xfrm>
        </p:spPr>
        <p:txBody>
          <a:bodyPr/>
          <a:lstStyle>
            <a:lvl1pPr marL="0" indent="0">
              <a:buNone/>
              <a:defRPr sz="5039"/>
            </a:lvl1pPr>
            <a:lvl2pPr marL="1439951" indent="0">
              <a:buNone/>
              <a:defRPr sz="4409"/>
            </a:lvl2pPr>
            <a:lvl3pPr marL="2879903" indent="0">
              <a:buNone/>
              <a:defRPr sz="3779"/>
            </a:lvl3pPr>
            <a:lvl4pPr marL="4319854" indent="0">
              <a:buNone/>
              <a:defRPr sz="3150"/>
            </a:lvl4pPr>
            <a:lvl5pPr marL="5759806" indent="0">
              <a:buNone/>
              <a:defRPr sz="3150"/>
            </a:lvl5pPr>
            <a:lvl6pPr marL="7199757" indent="0">
              <a:buNone/>
              <a:defRPr sz="3150"/>
            </a:lvl6pPr>
            <a:lvl7pPr marL="8639708" indent="0">
              <a:buNone/>
              <a:defRPr sz="3150"/>
            </a:lvl7pPr>
            <a:lvl8pPr marL="10079660" indent="0">
              <a:buNone/>
              <a:defRPr sz="3150"/>
            </a:lvl8pPr>
            <a:lvl9pPr marL="11519611" indent="0">
              <a:buNone/>
              <a:defRPr sz="3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729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7673" y="1439968"/>
            <a:ext cx="12772090" cy="5039889"/>
          </a:xfrm>
        </p:spPr>
        <p:txBody>
          <a:bodyPr anchor="b"/>
          <a:lstStyle>
            <a:lvl1pPr>
              <a:defRPr sz="100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6835238" y="3109933"/>
            <a:ext cx="20047595" cy="15349662"/>
          </a:xfrm>
        </p:spPr>
        <p:txBody>
          <a:bodyPr anchor="t"/>
          <a:lstStyle>
            <a:lvl1pPr marL="0" indent="0">
              <a:buNone/>
              <a:defRPr sz="10078"/>
            </a:lvl1pPr>
            <a:lvl2pPr marL="1439951" indent="0">
              <a:buNone/>
              <a:defRPr sz="8819"/>
            </a:lvl2pPr>
            <a:lvl3pPr marL="2879903" indent="0">
              <a:buNone/>
              <a:defRPr sz="7559"/>
            </a:lvl3pPr>
            <a:lvl4pPr marL="4319854" indent="0">
              <a:buNone/>
              <a:defRPr sz="6299"/>
            </a:lvl4pPr>
            <a:lvl5pPr marL="5759806" indent="0">
              <a:buNone/>
              <a:defRPr sz="6299"/>
            </a:lvl5pPr>
            <a:lvl6pPr marL="7199757" indent="0">
              <a:buNone/>
              <a:defRPr sz="6299"/>
            </a:lvl6pPr>
            <a:lvl7pPr marL="8639708" indent="0">
              <a:buNone/>
              <a:defRPr sz="6299"/>
            </a:lvl7pPr>
            <a:lvl8pPr marL="10079660" indent="0">
              <a:buNone/>
              <a:defRPr sz="6299"/>
            </a:lvl8pPr>
            <a:lvl9pPr marL="11519611" indent="0">
              <a:buNone/>
              <a:defRPr sz="629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27673" y="6479857"/>
            <a:ext cx="12772090" cy="12004738"/>
          </a:xfrm>
        </p:spPr>
        <p:txBody>
          <a:bodyPr/>
          <a:lstStyle>
            <a:lvl1pPr marL="0" indent="0">
              <a:buNone/>
              <a:defRPr sz="5039"/>
            </a:lvl1pPr>
            <a:lvl2pPr marL="1439951" indent="0">
              <a:buNone/>
              <a:defRPr sz="4409"/>
            </a:lvl2pPr>
            <a:lvl3pPr marL="2879903" indent="0">
              <a:buNone/>
              <a:defRPr sz="3779"/>
            </a:lvl3pPr>
            <a:lvl4pPr marL="4319854" indent="0">
              <a:buNone/>
              <a:defRPr sz="3150"/>
            </a:lvl4pPr>
            <a:lvl5pPr marL="5759806" indent="0">
              <a:buNone/>
              <a:defRPr sz="3150"/>
            </a:lvl5pPr>
            <a:lvl6pPr marL="7199757" indent="0">
              <a:buNone/>
              <a:defRPr sz="3150"/>
            </a:lvl6pPr>
            <a:lvl7pPr marL="8639708" indent="0">
              <a:buNone/>
              <a:defRPr sz="3150"/>
            </a:lvl7pPr>
            <a:lvl8pPr marL="10079660" indent="0">
              <a:buNone/>
              <a:defRPr sz="3150"/>
            </a:lvl8pPr>
            <a:lvl9pPr marL="11519611" indent="0">
              <a:buNone/>
              <a:defRPr sz="3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737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121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8338884" y="1149975"/>
            <a:ext cx="8538791" cy="1830459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722513" y="1149975"/>
            <a:ext cx="25121369" cy="18304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974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22513" y="1149976"/>
            <a:ext cx="34155162" cy="4174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22513" y="5749874"/>
            <a:ext cx="34155162" cy="13704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22513" y="20019561"/>
            <a:ext cx="8910042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7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117563" y="20019561"/>
            <a:ext cx="13365063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7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7967633" y="20019561"/>
            <a:ext cx="8910042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7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996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2879903" rtl="0" eaLnBrk="1" latinLnBrk="0" hangingPunct="1">
        <a:lnSpc>
          <a:spcPct val="90000"/>
        </a:lnSpc>
        <a:spcBef>
          <a:spcPct val="0"/>
        </a:spcBef>
        <a:buNone/>
        <a:defRPr sz="138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9976" indent="-719976" algn="l" defTabSz="2879903" rtl="0" eaLnBrk="1" latinLnBrk="0" hangingPunct="1">
        <a:lnSpc>
          <a:spcPct val="90000"/>
        </a:lnSpc>
        <a:spcBef>
          <a:spcPts val="3150"/>
        </a:spcBef>
        <a:buFont typeface="Arial" panose="020B0604020202020204" pitchFamily="34" charset="0"/>
        <a:buChar char="•"/>
        <a:defRPr sz="8819" kern="1200">
          <a:solidFill>
            <a:schemeClr val="tx1"/>
          </a:solidFill>
          <a:latin typeface="+mn-lt"/>
          <a:ea typeface="+mn-ea"/>
          <a:cs typeface="+mn-cs"/>
        </a:defRPr>
      </a:lvl1pPr>
      <a:lvl2pPr marL="2159927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2pPr>
      <a:lvl3pPr marL="3599879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6299" kern="1200">
          <a:solidFill>
            <a:schemeClr val="tx1"/>
          </a:solidFill>
          <a:latin typeface="+mn-lt"/>
          <a:ea typeface="+mn-ea"/>
          <a:cs typeface="+mn-cs"/>
        </a:defRPr>
      </a:lvl3pPr>
      <a:lvl4pPr marL="5039830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4pPr>
      <a:lvl5pPr marL="6479781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5pPr>
      <a:lvl6pPr marL="7919733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6pPr>
      <a:lvl7pPr marL="9359684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7pPr>
      <a:lvl8pPr marL="10799636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8pPr>
      <a:lvl9pPr marL="12239587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1pPr>
      <a:lvl2pPr marL="1439951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2pPr>
      <a:lvl3pPr marL="2879903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3pPr>
      <a:lvl4pPr marL="4319854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4pPr>
      <a:lvl5pPr marL="5759806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5pPr>
      <a:lvl6pPr marL="7199757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6pPr>
      <a:lvl7pPr marL="8639708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7pPr>
      <a:lvl8pPr marL="10079660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8pPr>
      <a:lvl9pPr marL="11519611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sv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CDCCBE4-51F8-A1F8-3099-C4A02748D5BD}"/>
              </a:ext>
            </a:extLst>
          </p:cNvPr>
          <p:cNvSpPr/>
          <p:nvPr/>
        </p:nvSpPr>
        <p:spPr>
          <a:xfrm>
            <a:off x="7228748" y="2318662"/>
            <a:ext cx="10482932" cy="15120257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D7E130-D53E-3CF5-7C05-D2D3C9FB0D6D}"/>
              </a:ext>
            </a:extLst>
          </p:cNvPr>
          <p:cNvSpPr/>
          <p:nvPr/>
        </p:nvSpPr>
        <p:spPr>
          <a:xfrm>
            <a:off x="-3244510" y="2318658"/>
            <a:ext cx="10482932" cy="15120257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6449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7AECEAA-D299-2AA3-72E0-A756F1895BCA}"/>
              </a:ext>
            </a:extLst>
          </p:cNvPr>
          <p:cNvCxnSpPr>
            <a:cxnSpLocks/>
          </p:cNvCxnSpPr>
          <p:nvPr/>
        </p:nvCxnSpPr>
        <p:spPr>
          <a:xfrm>
            <a:off x="4930510" y="739314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BCA2DEEC-F802-6F55-E0DC-F71A258EB7CA}"/>
              </a:ext>
            </a:extLst>
          </p:cNvPr>
          <p:cNvSpPr/>
          <p:nvPr/>
        </p:nvSpPr>
        <p:spPr>
          <a:xfrm>
            <a:off x="10048121" y="6436898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E6140C3-9A96-FFE5-38EC-DF18DB32FF8E}"/>
              </a:ext>
            </a:extLst>
          </p:cNvPr>
          <p:cNvCxnSpPr>
            <a:cxnSpLocks/>
          </p:cNvCxnSpPr>
          <p:nvPr/>
        </p:nvCxnSpPr>
        <p:spPr>
          <a:xfrm>
            <a:off x="8795012" y="7176100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F7F529A3-A53F-4F6E-5C17-69EC27DDC49B}"/>
              </a:ext>
            </a:extLst>
          </p:cNvPr>
          <p:cNvSpPr/>
          <p:nvPr/>
        </p:nvSpPr>
        <p:spPr>
          <a:xfrm>
            <a:off x="9600582" y="7212690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154E737-58B0-11B1-A1A2-A92B9B0E8CB8}"/>
              </a:ext>
            </a:extLst>
          </p:cNvPr>
          <p:cNvSpPr/>
          <p:nvPr/>
        </p:nvSpPr>
        <p:spPr>
          <a:xfrm>
            <a:off x="5064593" y="6914628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C2A4D49-0B42-DDA5-8771-6638C8D07EF3}"/>
              </a:ext>
            </a:extLst>
          </p:cNvPr>
          <p:cNvSpPr/>
          <p:nvPr/>
        </p:nvSpPr>
        <p:spPr>
          <a:xfrm>
            <a:off x="9500385" y="70213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461D11D-8526-AD67-4049-20DF580D67B6}"/>
              </a:ext>
            </a:extLst>
          </p:cNvPr>
          <p:cNvCxnSpPr>
            <a:cxnSpLocks/>
          </p:cNvCxnSpPr>
          <p:nvPr/>
        </p:nvCxnSpPr>
        <p:spPr>
          <a:xfrm flipV="1">
            <a:off x="9668683" y="702529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D8E7A39-442A-2B10-169D-8A34CB19FF0E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9532602" y="7105208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DB1ED9C-5D6D-43FC-24ED-161A34DD2E26}"/>
              </a:ext>
            </a:extLst>
          </p:cNvPr>
          <p:cNvCxnSpPr>
            <a:cxnSpLocks/>
          </p:cNvCxnSpPr>
          <p:nvPr/>
        </p:nvCxnSpPr>
        <p:spPr>
          <a:xfrm rot="1200000" flipV="1">
            <a:off x="9773378" y="7070085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BF2B73F-CE13-6971-D877-E2D07B496034}"/>
              </a:ext>
            </a:extLst>
          </p:cNvPr>
          <p:cNvSpPr/>
          <p:nvPr/>
        </p:nvSpPr>
        <p:spPr>
          <a:xfrm>
            <a:off x="8312564" y="70213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BA64203D-5EC9-04F0-43AB-E0CA50F0600C}"/>
              </a:ext>
            </a:extLst>
          </p:cNvPr>
          <p:cNvSpPr/>
          <p:nvPr/>
        </p:nvSpPr>
        <p:spPr>
          <a:xfrm>
            <a:off x="4926703" y="6653859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4F12BAF-4185-E558-485C-E502D495B28A}"/>
              </a:ext>
            </a:extLst>
          </p:cNvPr>
          <p:cNvCxnSpPr>
            <a:cxnSpLocks/>
          </p:cNvCxnSpPr>
          <p:nvPr/>
        </p:nvCxnSpPr>
        <p:spPr>
          <a:xfrm flipH="1" flipV="1">
            <a:off x="5280449" y="6669767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D065686-8DFF-EF5A-F119-C9C716EA70C0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5528485" y="6793233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9035F2C-6C23-B5C6-0D69-6FB5A0397D71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5062386" y="6801184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C65B5D6-C897-F350-1EDB-D9BBF67D7B72}"/>
              </a:ext>
            </a:extLst>
          </p:cNvPr>
          <p:cNvCxnSpPr>
            <a:cxnSpLocks/>
          </p:cNvCxnSpPr>
          <p:nvPr/>
        </p:nvCxnSpPr>
        <p:spPr>
          <a:xfrm>
            <a:off x="4926705" y="919461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7B7D6628-3EDF-628E-B420-BBE027E85454}"/>
              </a:ext>
            </a:extLst>
          </p:cNvPr>
          <p:cNvSpPr/>
          <p:nvPr/>
        </p:nvSpPr>
        <p:spPr>
          <a:xfrm>
            <a:off x="10044313" y="8238361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5CBE8CE8-5A25-FDC1-D251-EE1E9898B5E2}"/>
              </a:ext>
            </a:extLst>
          </p:cNvPr>
          <p:cNvSpPr/>
          <p:nvPr/>
        </p:nvSpPr>
        <p:spPr>
          <a:xfrm>
            <a:off x="6709182" y="8007774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6E79C62-5369-D850-02A8-09A5B267E020}"/>
              </a:ext>
            </a:extLst>
          </p:cNvPr>
          <p:cNvCxnSpPr>
            <a:cxnSpLocks/>
          </p:cNvCxnSpPr>
          <p:nvPr/>
        </p:nvCxnSpPr>
        <p:spPr>
          <a:xfrm>
            <a:off x="8496134" y="897756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21C2573-4427-8DA0-59B6-E9F4B26B15B6}"/>
              </a:ext>
            </a:extLst>
          </p:cNvPr>
          <p:cNvCxnSpPr>
            <a:cxnSpLocks/>
          </p:cNvCxnSpPr>
          <p:nvPr/>
        </p:nvCxnSpPr>
        <p:spPr>
          <a:xfrm>
            <a:off x="8795010" y="888240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A0A9CC8-596B-C315-256F-CDA583D12442}"/>
              </a:ext>
            </a:extLst>
          </p:cNvPr>
          <p:cNvCxnSpPr>
            <a:cxnSpLocks/>
          </p:cNvCxnSpPr>
          <p:nvPr/>
        </p:nvCxnSpPr>
        <p:spPr>
          <a:xfrm rot="10800000">
            <a:off x="8795010" y="905941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EBFA3E5-B7A5-050A-9188-1EC83AE0AD93}"/>
              </a:ext>
            </a:extLst>
          </p:cNvPr>
          <p:cNvCxnSpPr>
            <a:cxnSpLocks/>
            <a:stCxn id="47" idx="0"/>
          </p:cNvCxnSpPr>
          <p:nvPr/>
        </p:nvCxnSpPr>
        <p:spPr>
          <a:xfrm flipH="1" flipV="1">
            <a:off x="6131329" y="8977584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1608BD06-3A3F-EF19-0E82-24F5626CC030}"/>
              </a:ext>
            </a:extLst>
          </p:cNvPr>
          <p:cNvSpPr/>
          <p:nvPr/>
        </p:nvSpPr>
        <p:spPr>
          <a:xfrm>
            <a:off x="9496578" y="882278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5A2D62-A3B5-31A7-37D5-540752ABEB32}"/>
              </a:ext>
            </a:extLst>
          </p:cNvPr>
          <p:cNvSpPr/>
          <p:nvPr/>
        </p:nvSpPr>
        <p:spPr>
          <a:xfrm>
            <a:off x="8308759" y="88227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FF5BA909-3FAF-EEC1-1A56-D0B80923A0BF}"/>
              </a:ext>
            </a:extLst>
          </p:cNvPr>
          <p:cNvSpPr/>
          <p:nvPr/>
        </p:nvSpPr>
        <p:spPr>
          <a:xfrm>
            <a:off x="5765276" y="88227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3EA0F32-4727-4738-3032-CD06D3FC5F58}"/>
              </a:ext>
            </a:extLst>
          </p:cNvPr>
          <p:cNvSpPr/>
          <p:nvPr/>
        </p:nvSpPr>
        <p:spPr>
          <a:xfrm>
            <a:off x="4922897" y="845531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610236EF-0218-9603-D098-A65AA623B3D6}"/>
              </a:ext>
            </a:extLst>
          </p:cNvPr>
          <p:cNvCxnSpPr>
            <a:cxnSpLocks/>
          </p:cNvCxnSpPr>
          <p:nvPr/>
        </p:nvCxnSpPr>
        <p:spPr>
          <a:xfrm>
            <a:off x="-882326" y="739314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05B2E6A4-9004-149C-3858-7D95375C44DB}"/>
              </a:ext>
            </a:extLst>
          </p:cNvPr>
          <p:cNvSpPr/>
          <p:nvPr/>
        </p:nvSpPr>
        <p:spPr>
          <a:xfrm>
            <a:off x="1619654" y="6436896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068966E-740A-56E2-DD5F-C36FDA3DFF3C}"/>
              </a:ext>
            </a:extLst>
          </p:cNvPr>
          <p:cNvCxnSpPr>
            <a:cxnSpLocks/>
          </p:cNvCxnSpPr>
          <p:nvPr/>
        </p:nvCxnSpPr>
        <p:spPr>
          <a:xfrm>
            <a:off x="2982183" y="7176100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3CD01706-6939-1088-CF3A-A2AC45B85E7A}"/>
              </a:ext>
            </a:extLst>
          </p:cNvPr>
          <p:cNvSpPr/>
          <p:nvPr/>
        </p:nvSpPr>
        <p:spPr>
          <a:xfrm>
            <a:off x="3787740" y="7212690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201F174A-8EE9-A315-9F39-BB5D2DC31C90}"/>
              </a:ext>
            </a:extLst>
          </p:cNvPr>
          <p:cNvSpPr/>
          <p:nvPr/>
        </p:nvSpPr>
        <p:spPr>
          <a:xfrm>
            <a:off x="-748235" y="6914628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EFE43E12-90A0-58FA-F757-45677565F50C}"/>
              </a:ext>
            </a:extLst>
          </p:cNvPr>
          <p:cNvSpPr/>
          <p:nvPr/>
        </p:nvSpPr>
        <p:spPr>
          <a:xfrm>
            <a:off x="3687548" y="70213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8E1BF94F-28EA-6AB2-6D04-DE55BA8E783F}"/>
              </a:ext>
            </a:extLst>
          </p:cNvPr>
          <p:cNvCxnSpPr>
            <a:cxnSpLocks/>
          </p:cNvCxnSpPr>
          <p:nvPr/>
        </p:nvCxnSpPr>
        <p:spPr>
          <a:xfrm flipV="1">
            <a:off x="3855843" y="702529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F225C6D4-64C1-12C7-4198-C627FBBE4092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3719764" y="7105208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512E185-10EB-7E77-3B37-0B76ACEA57C4}"/>
              </a:ext>
            </a:extLst>
          </p:cNvPr>
          <p:cNvCxnSpPr>
            <a:cxnSpLocks/>
          </p:cNvCxnSpPr>
          <p:nvPr/>
        </p:nvCxnSpPr>
        <p:spPr>
          <a:xfrm rot="1200000" flipV="1">
            <a:off x="3960540" y="7070085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5DB42F32-4ADB-7DD7-15E6-79E8C41A3B92}"/>
              </a:ext>
            </a:extLst>
          </p:cNvPr>
          <p:cNvSpPr/>
          <p:nvPr/>
        </p:nvSpPr>
        <p:spPr>
          <a:xfrm>
            <a:off x="2499723" y="70213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EB2D48DB-9299-21CB-A0A7-A4ACAD24E892}"/>
              </a:ext>
            </a:extLst>
          </p:cNvPr>
          <p:cNvSpPr/>
          <p:nvPr/>
        </p:nvSpPr>
        <p:spPr>
          <a:xfrm>
            <a:off x="-886133" y="6653859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8AD168F-DFA9-AFBB-9661-709361AF04D5}"/>
              </a:ext>
            </a:extLst>
          </p:cNvPr>
          <p:cNvCxnSpPr>
            <a:cxnSpLocks/>
          </p:cNvCxnSpPr>
          <p:nvPr/>
        </p:nvCxnSpPr>
        <p:spPr>
          <a:xfrm flipH="1" flipV="1">
            <a:off x="-532394" y="6669767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C511BA6-6A03-C964-81D8-5FC927DD096C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-284342" y="6793231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980A1E94-76A9-3C5E-165B-5338DE275A47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-750457" y="6801184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1DA6CE6-A6DF-1536-B78D-1C8663906CD2}"/>
              </a:ext>
            </a:extLst>
          </p:cNvPr>
          <p:cNvCxnSpPr>
            <a:cxnSpLocks/>
          </p:cNvCxnSpPr>
          <p:nvPr/>
        </p:nvCxnSpPr>
        <p:spPr>
          <a:xfrm>
            <a:off x="-886132" y="919461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B9F528E5-6751-86E9-2F22-CE760371FA96}"/>
              </a:ext>
            </a:extLst>
          </p:cNvPr>
          <p:cNvSpPr/>
          <p:nvPr/>
        </p:nvSpPr>
        <p:spPr>
          <a:xfrm>
            <a:off x="1615848" y="823835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5A4FC2DB-D1F5-8BD9-952C-03FDC5CCD312}"/>
              </a:ext>
            </a:extLst>
          </p:cNvPr>
          <p:cNvSpPr/>
          <p:nvPr/>
        </p:nvSpPr>
        <p:spPr>
          <a:xfrm>
            <a:off x="896339" y="8007772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026A6E54-C179-F228-27EF-DFF4DD9FCABC}"/>
              </a:ext>
            </a:extLst>
          </p:cNvPr>
          <p:cNvCxnSpPr>
            <a:cxnSpLocks/>
          </p:cNvCxnSpPr>
          <p:nvPr/>
        </p:nvCxnSpPr>
        <p:spPr>
          <a:xfrm>
            <a:off x="2683292" y="897756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670311EE-8E02-B76F-FD6F-EBF32B925692}"/>
              </a:ext>
            </a:extLst>
          </p:cNvPr>
          <p:cNvCxnSpPr>
            <a:cxnSpLocks/>
          </p:cNvCxnSpPr>
          <p:nvPr/>
        </p:nvCxnSpPr>
        <p:spPr>
          <a:xfrm>
            <a:off x="2982174" y="888240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68B2D73D-A907-80DF-CFD3-B3FC8C42A256}"/>
              </a:ext>
            </a:extLst>
          </p:cNvPr>
          <p:cNvCxnSpPr>
            <a:cxnSpLocks/>
          </p:cNvCxnSpPr>
          <p:nvPr/>
        </p:nvCxnSpPr>
        <p:spPr>
          <a:xfrm rot="10800000">
            <a:off x="2982174" y="905941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FB0377E-A0AA-522D-1724-513C2C57B22C}"/>
              </a:ext>
            </a:extLst>
          </p:cNvPr>
          <p:cNvCxnSpPr>
            <a:cxnSpLocks/>
            <a:stCxn id="101" idx="0"/>
          </p:cNvCxnSpPr>
          <p:nvPr/>
        </p:nvCxnSpPr>
        <p:spPr>
          <a:xfrm flipH="1" flipV="1">
            <a:off x="318486" y="8977582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75332DAF-A584-A78B-DBF0-8F5597920C90}"/>
              </a:ext>
            </a:extLst>
          </p:cNvPr>
          <p:cNvSpPr/>
          <p:nvPr/>
        </p:nvSpPr>
        <p:spPr>
          <a:xfrm>
            <a:off x="3683741" y="882278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5A581177-D5E1-E13E-F30F-729A02F83DF6}"/>
              </a:ext>
            </a:extLst>
          </p:cNvPr>
          <p:cNvSpPr/>
          <p:nvPr/>
        </p:nvSpPr>
        <p:spPr>
          <a:xfrm>
            <a:off x="2495916" y="88227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57C0AE97-0A18-6241-7E2C-0288DE87B626}"/>
              </a:ext>
            </a:extLst>
          </p:cNvPr>
          <p:cNvSpPr/>
          <p:nvPr/>
        </p:nvSpPr>
        <p:spPr>
          <a:xfrm>
            <a:off x="-47566" y="88227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80C1FD9B-217B-9075-FD4A-E69DA83B1387}"/>
              </a:ext>
            </a:extLst>
          </p:cNvPr>
          <p:cNvSpPr/>
          <p:nvPr/>
        </p:nvSpPr>
        <p:spPr>
          <a:xfrm>
            <a:off x="-889937" y="845531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7E76B13C-ACCF-A949-5BD8-8990B1E99D4D}"/>
              </a:ext>
            </a:extLst>
          </p:cNvPr>
          <p:cNvCxnSpPr>
            <a:cxnSpLocks/>
          </p:cNvCxnSpPr>
          <p:nvPr/>
        </p:nvCxnSpPr>
        <p:spPr>
          <a:xfrm>
            <a:off x="-872362" y="1310112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CD5A0544-1A44-364C-C315-50AFBAC10AE9}"/>
              </a:ext>
            </a:extLst>
          </p:cNvPr>
          <p:cNvSpPr/>
          <p:nvPr/>
        </p:nvSpPr>
        <p:spPr>
          <a:xfrm>
            <a:off x="910110" y="11914279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659367E-0BC2-DB43-8FD1-533B2F94F1B3}"/>
              </a:ext>
            </a:extLst>
          </p:cNvPr>
          <p:cNvCxnSpPr>
            <a:cxnSpLocks/>
          </p:cNvCxnSpPr>
          <p:nvPr/>
        </p:nvCxnSpPr>
        <p:spPr>
          <a:xfrm>
            <a:off x="2697063" y="1288406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0FE3F9C-DFFC-4D0D-1673-AD480D3E81E1}"/>
              </a:ext>
            </a:extLst>
          </p:cNvPr>
          <p:cNvCxnSpPr>
            <a:cxnSpLocks/>
          </p:cNvCxnSpPr>
          <p:nvPr/>
        </p:nvCxnSpPr>
        <p:spPr>
          <a:xfrm>
            <a:off x="2995943" y="1278891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A7594382-C5D4-C9B1-3BCF-BE0DA3AD55BF}"/>
              </a:ext>
            </a:extLst>
          </p:cNvPr>
          <p:cNvCxnSpPr>
            <a:cxnSpLocks/>
          </p:cNvCxnSpPr>
          <p:nvPr/>
        </p:nvCxnSpPr>
        <p:spPr>
          <a:xfrm rot="10800000">
            <a:off x="2995943" y="1296591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F13F1D-7404-A974-1260-727042E80EE5}"/>
              </a:ext>
            </a:extLst>
          </p:cNvPr>
          <p:cNvCxnSpPr>
            <a:cxnSpLocks/>
            <a:stCxn id="112" idx="0"/>
          </p:cNvCxnSpPr>
          <p:nvPr/>
        </p:nvCxnSpPr>
        <p:spPr>
          <a:xfrm flipH="1" flipV="1">
            <a:off x="332258" y="12884088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>
            <a:extLst>
              <a:ext uri="{FF2B5EF4-FFF2-40B4-BE49-F238E27FC236}">
                <a16:creationId xmlns:a16="http://schemas.microsoft.com/office/drawing/2014/main" id="{D583EBC0-221F-3AB9-5444-FB1972C13128}"/>
              </a:ext>
            </a:extLst>
          </p:cNvPr>
          <p:cNvSpPr/>
          <p:nvPr/>
        </p:nvSpPr>
        <p:spPr>
          <a:xfrm>
            <a:off x="3697514" y="1272928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5024483F-B313-0DA3-9973-2487225BD912}"/>
              </a:ext>
            </a:extLst>
          </p:cNvPr>
          <p:cNvSpPr/>
          <p:nvPr/>
        </p:nvSpPr>
        <p:spPr>
          <a:xfrm>
            <a:off x="-33794" y="1272928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97378F1D-FC0A-6127-F99A-45D2A7C73596}"/>
              </a:ext>
            </a:extLst>
          </p:cNvPr>
          <p:cNvSpPr/>
          <p:nvPr/>
        </p:nvSpPr>
        <p:spPr>
          <a:xfrm>
            <a:off x="-876166" y="1236182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63FC03D-CB51-448E-C480-23EC2145EBB6}"/>
              </a:ext>
            </a:extLst>
          </p:cNvPr>
          <p:cNvCxnSpPr>
            <a:cxnSpLocks/>
          </p:cNvCxnSpPr>
          <p:nvPr/>
        </p:nvCxnSpPr>
        <p:spPr>
          <a:xfrm>
            <a:off x="-872362" y="1111095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Oval 126">
            <a:extLst>
              <a:ext uri="{FF2B5EF4-FFF2-40B4-BE49-F238E27FC236}">
                <a16:creationId xmlns:a16="http://schemas.microsoft.com/office/drawing/2014/main" id="{D1430A90-AC5E-7A52-E62F-6834F53768D0}"/>
              </a:ext>
            </a:extLst>
          </p:cNvPr>
          <p:cNvSpPr/>
          <p:nvPr/>
        </p:nvSpPr>
        <p:spPr>
          <a:xfrm>
            <a:off x="3697514" y="1073911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B8D6B9ED-2DEB-BF31-4CC6-123BED45A954}"/>
              </a:ext>
            </a:extLst>
          </p:cNvPr>
          <p:cNvSpPr/>
          <p:nvPr/>
        </p:nvSpPr>
        <p:spPr>
          <a:xfrm>
            <a:off x="-33794" y="1073911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D3093D28-F6BE-444A-2925-10DDB67709A4}"/>
              </a:ext>
            </a:extLst>
          </p:cNvPr>
          <p:cNvSpPr/>
          <p:nvPr/>
        </p:nvSpPr>
        <p:spPr>
          <a:xfrm>
            <a:off x="-876166" y="10371662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94074212-E083-C79C-BF3F-8483EA55AF91}"/>
              </a:ext>
            </a:extLst>
          </p:cNvPr>
          <p:cNvCxnSpPr>
            <a:cxnSpLocks/>
          </p:cNvCxnSpPr>
          <p:nvPr/>
        </p:nvCxnSpPr>
        <p:spPr>
          <a:xfrm flipH="1">
            <a:off x="444881" y="10916954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910A694-0452-D890-2298-46E93A3FA6E6}"/>
              </a:ext>
            </a:extLst>
          </p:cNvPr>
          <p:cNvSpPr txBox="1"/>
          <p:nvPr/>
        </p:nvSpPr>
        <p:spPr>
          <a:xfrm>
            <a:off x="-533362" y="3826748"/>
            <a:ext cx="51283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Condition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B3B3412-5331-59CE-2C13-AFEA26D1924A}"/>
              </a:ext>
            </a:extLst>
          </p:cNvPr>
          <p:cNvSpPr txBox="1"/>
          <p:nvPr/>
        </p:nvSpPr>
        <p:spPr>
          <a:xfrm>
            <a:off x="5415276" y="3823114"/>
            <a:ext cx="39324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Condition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268A1A-8883-D15F-EB50-0E4CEED89FE8}"/>
              </a:ext>
            </a:extLst>
          </p:cNvPr>
          <p:cNvSpPr txBox="1"/>
          <p:nvPr/>
        </p:nvSpPr>
        <p:spPr>
          <a:xfrm>
            <a:off x="-615346" y="4385201"/>
            <a:ext cx="54847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038E604-13BB-CDAB-4266-50D9A6AB224B}"/>
              </a:ext>
            </a:extLst>
          </p:cNvPr>
          <p:cNvSpPr txBox="1"/>
          <p:nvPr/>
        </p:nvSpPr>
        <p:spPr>
          <a:xfrm>
            <a:off x="5046776" y="4380421"/>
            <a:ext cx="59977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 Event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D44FB4-E070-8EC4-5821-BF1A141D571D}"/>
              </a:ext>
            </a:extLst>
          </p:cNvPr>
          <p:cNvSpPr txBox="1"/>
          <p:nvPr/>
        </p:nvSpPr>
        <p:spPr>
          <a:xfrm>
            <a:off x="13549351" y="1753380"/>
            <a:ext cx="99502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Paradigms Underlying the Five Target Findings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3F888E5-1EEF-20D6-EDBB-ADA88381C5C8}"/>
              </a:ext>
            </a:extLst>
          </p:cNvPr>
          <p:cNvSpPr txBox="1"/>
          <p:nvPr/>
        </p:nvSpPr>
        <p:spPr>
          <a:xfrm>
            <a:off x="-217014" y="2626331"/>
            <a:ext cx="1002159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1: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Longer Looking to Inefficient Actions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D057A84-EBBF-6876-48ED-6A6536F54FEE}"/>
              </a:ext>
            </a:extLst>
          </p:cNvPr>
          <p:cNvCxnSpPr>
            <a:cxnSpLocks/>
          </p:cNvCxnSpPr>
          <p:nvPr/>
        </p:nvCxnSpPr>
        <p:spPr>
          <a:xfrm>
            <a:off x="17541391" y="745160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2FDE2742-B6C5-9A39-3F9E-D44979502174}"/>
              </a:ext>
            </a:extLst>
          </p:cNvPr>
          <p:cNvSpPr/>
          <p:nvPr/>
        </p:nvSpPr>
        <p:spPr>
          <a:xfrm>
            <a:off x="22658999" y="649534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3121D8D-F09F-F643-AA03-F0DA7F7F322D}"/>
              </a:ext>
            </a:extLst>
          </p:cNvPr>
          <p:cNvCxnSpPr>
            <a:cxnSpLocks/>
          </p:cNvCxnSpPr>
          <p:nvPr/>
        </p:nvCxnSpPr>
        <p:spPr>
          <a:xfrm>
            <a:off x="21405898" y="7234545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34D586E-5209-2693-2BAF-8D1D12A86A88}"/>
              </a:ext>
            </a:extLst>
          </p:cNvPr>
          <p:cNvSpPr/>
          <p:nvPr/>
        </p:nvSpPr>
        <p:spPr>
          <a:xfrm>
            <a:off x="20923443" y="707977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642AA98-8D33-0C5A-2CA5-1FE42C01FC58}"/>
              </a:ext>
            </a:extLst>
          </p:cNvPr>
          <p:cNvCxnSpPr>
            <a:cxnSpLocks/>
          </p:cNvCxnSpPr>
          <p:nvPr/>
        </p:nvCxnSpPr>
        <p:spPr>
          <a:xfrm>
            <a:off x="17537585" y="925306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31404B3A-DB6E-0421-F38B-A2EB03C58D9A}"/>
              </a:ext>
            </a:extLst>
          </p:cNvPr>
          <p:cNvSpPr/>
          <p:nvPr/>
        </p:nvSpPr>
        <p:spPr>
          <a:xfrm>
            <a:off x="22655192" y="8296808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74482F6E-0F53-C081-6951-EEE33FC970A1}"/>
              </a:ext>
            </a:extLst>
          </p:cNvPr>
          <p:cNvSpPr/>
          <p:nvPr/>
        </p:nvSpPr>
        <p:spPr>
          <a:xfrm>
            <a:off x="19320061" y="806622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0BDA6E0-10FB-6414-36BE-D82949F5E963}"/>
              </a:ext>
            </a:extLst>
          </p:cNvPr>
          <p:cNvCxnSpPr>
            <a:cxnSpLocks/>
          </p:cNvCxnSpPr>
          <p:nvPr/>
        </p:nvCxnSpPr>
        <p:spPr>
          <a:xfrm>
            <a:off x="21107012" y="903600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2171ED95-20C8-7ECA-23E9-01A724B703B6}"/>
              </a:ext>
            </a:extLst>
          </p:cNvPr>
          <p:cNvCxnSpPr>
            <a:cxnSpLocks/>
            <a:stCxn id="82" idx="0"/>
          </p:cNvCxnSpPr>
          <p:nvPr/>
        </p:nvCxnSpPr>
        <p:spPr>
          <a:xfrm flipH="1" flipV="1">
            <a:off x="18742207" y="9036030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B8F70C28-B29B-41A1-6C1F-90BA9AB3DBC5}"/>
              </a:ext>
            </a:extLst>
          </p:cNvPr>
          <p:cNvSpPr/>
          <p:nvPr/>
        </p:nvSpPr>
        <p:spPr>
          <a:xfrm>
            <a:off x="22107456" y="888122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F70F9A9C-059F-B6FC-CD39-0BD4F41F7743}"/>
              </a:ext>
            </a:extLst>
          </p:cNvPr>
          <p:cNvSpPr/>
          <p:nvPr/>
        </p:nvSpPr>
        <p:spPr>
          <a:xfrm>
            <a:off x="20919636" y="888122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D52F7FA9-3ADC-6D14-5100-405A14C04959}"/>
              </a:ext>
            </a:extLst>
          </p:cNvPr>
          <p:cNvSpPr/>
          <p:nvPr/>
        </p:nvSpPr>
        <p:spPr>
          <a:xfrm>
            <a:off x="18376154" y="888122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F5F86ED4-7FD5-5BE7-7450-CBEEC772F97B}"/>
              </a:ext>
            </a:extLst>
          </p:cNvPr>
          <p:cNvSpPr/>
          <p:nvPr/>
        </p:nvSpPr>
        <p:spPr>
          <a:xfrm>
            <a:off x="17533776" y="851377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116D10A9-35DC-56A0-E794-95700D8E4D08}"/>
              </a:ext>
            </a:extLst>
          </p:cNvPr>
          <p:cNvCxnSpPr>
            <a:cxnSpLocks/>
          </p:cNvCxnSpPr>
          <p:nvPr/>
        </p:nvCxnSpPr>
        <p:spPr>
          <a:xfrm>
            <a:off x="11728556" y="745160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AB85B92-4BDD-9D0F-306E-E36314C89391}"/>
              </a:ext>
            </a:extLst>
          </p:cNvPr>
          <p:cNvSpPr/>
          <p:nvPr/>
        </p:nvSpPr>
        <p:spPr>
          <a:xfrm>
            <a:off x="14230535" y="649534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84F934BA-4C2A-6C16-AD42-685C31B452E5}"/>
              </a:ext>
            </a:extLst>
          </p:cNvPr>
          <p:cNvCxnSpPr>
            <a:cxnSpLocks/>
          </p:cNvCxnSpPr>
          <p:nvPr/>
        </p:nvCxnSpPr>
        <p:spPr>
          <a:xfrm>
            <a:off x="15593055" y="7234545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Oval 138">
            <a:extLst>
              <a:ext uri="{FF2B5EF4-FFF2-40B4-BE49-F238E27FC236}">
                <a16:creationId xmlns:a16="http://schemas.microsoft.com/office/drawing/2014/main" id="{E7305ACB-27DF-6560-0EB7-073F0CFACB8D}"/>
              </a:ext>
            </a:extLst>
          </p:cNvPr>
          <p:cNvSpPr/>
          <p:nvPr/>
        </p:nvSpPr>
        <p:spPr>
          <a:xfrm>
            <a:off x="15110609" y="707977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984A4B3B-1708-C3DC-7334-5C25372C76D7}"/>
              </a:ext>
            </a:extLst>
          </p:cNvPr>
          <p:cNvCxnSpPr>
            <a:cxnSpLocks/>
          </p:cNvCxnSpPr>
          <p:nvPr/>
        </p:nvCxnSpPr>
        <p:spPr>
          <a:xfrm>
            <a:off x="11724749" y="925306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Rectangle 144">
            <a:extLst>
              <a:ext uri="{FF2B5EF4-FFF2-40B4-BE49-F238E27FC236}">
                <a16:creationId xmlns:a16="http://schemas.microsoft.com/office/drawing/2014/main" id="{1E7F1A34-F3E4-C58D-3654-E059DEF03945}"/>
              </a:ext>
            </a:extLst>
          </p:cNvPr>
          <p:cNvSpPr/>
          <p:nvPr/>
        </p:nvSpPr>
        <p:spPr>
          <a:xfrm>
            <a:off x="14226737" y="8296808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1B8919A6-5529-70C3-B922-74FEDE71F3EB}"/>
              </a:ext>
            </a:extLst>
          </p:cNvPr>
          <p:cNvSpPr/>
          <p:nvPr/>
        </p:nvSpPr>
        <p:spPr>
          <a:xfrm>
            <a:off x="13507220" y="806622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99BEC867-5264-6458-A26D-F7765D22D509}"/>
              </a:ext>
            </a:extLst>
          </p:cNvPr>
          <p:cNvCxnSpPr>
            <a:cxnSpLocks/>
          </p:cNvCxnSpPr>
          <p:nvPr/>
        </p:nvCxnSpPr>
        <p:spPr>
          <a:xfrm>
            <a:off x="15294171" y="903600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4A524302-0595-9245-091E-9C009C7151CA}"/>
              </a:ext>
            </a:extLst>
          </p:cNvPr>
          <p:cNvCxnSpPr>
            <a:cxnSpLocks/>
            <a:stCxn id="146" idx="0"/>
          </p:cNvCxnSpPr>
          <p:nvPr/>
        </p:nvCxnSpPr>
        <p:spPr>
          <a:xfrm flipH="1" flipV="1">
            <a:off x="12929365" y="9036030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>
            <a:extLst>
              <a:ext uri="{FF2B5EF4-FFF2-40B4-BE49-F238E27FC236}">
                <a16:creationId xmlns:a16="http://schemas.microsoft.com/office/drawing/2014/main" id="{3CECB18C-C12A-327B-88BA-64AC20DEC2CF}"/>
              </a:ext>
            </a:extLst>
          </p:cNvPr>
          <p:cNvSpPr/>
          <p:nvPr/>
        </p:nvSpPr>
        <p:spPr>
          <a:xfrm>
            <a:off x="16294620" y="888122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769C8F7E-8F67-2DD8-AF9F-649B91A73EA1}"/>
              </a:ext>
            </a:extLst>
          </p:cNvPr>
          <p:cNvSpPr/>
          <p:nvPr/>
        </p:nvSpPr>
        <p:spPr>
          <a:xfrm>
            <a:off x="15106803" y="888122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10237503-8A35-54A6-5208-B8A9CA7C2EDC}"/>
              </a:ext>
            </a:extLst>
          </p:cNvPr>
          <p:cNvSpPr/>
          <p:nvPr/>
        </p:nvSpPr>
        <p:spPr>
          <a:xfrm>
            <a:off x="12563313" y="888122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33B0DE4C-F494-707C-5A7D-A8C7072DE63B}"/>
              </a:ext>
            </a:extLst>
          </p:cNvPr>
          <p:cNvSpPr/>
          <p:nvPr/>
        </p:nvSpPr>
        <p:spPr>
          <a:xfrm>
            <a:off x="11720940" y="851377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7A06A7FE-840A-3844-BCAF-7090CABE0F96}"/>
              </a:ext>
            </a:extLst>
          </p:cNvPr>
          <p:cNvCxnSpPr>
            <a:cxnSpLocks/>
          </p:cNvCxnSpPr>
          <p:nvPr/>
        </p:nvCxnSpPr>
        <p:spPr>
          <a:xfrm>
            <a:off x="11756715" y="1344569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4026DCB8-EC68-B67C-0518-F42E1BB8884B}"/>
              </a:ext>
            </a:extLst>
          </p:cNvPr>
          <p:cNvSpPr/>
          <p:nvPr/>
        </p:nvSpPr>
        <p:spPr>
          <a:xfrm>
            <a:off x="13539185" y="12258852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8C54331E-8987-DBC6-A569-6D0A90D88F37}"/>
              </a:ext>
            </a:extLst>
          </p:cNvPr>
          <p:cNvCxnSpPr>
            <a:cxnSpLocks/>
          </p:cNvCxnSpPr>
          <p:nvPr/>
        </p:nvCxnSpPr>
        <p:spPr>
          <a:xfrm>
            <a:off x="15326143" y="13228641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A43AF2D1-EFB3-7EDC-6B8B-0735E30FF4EF}"/>
              </a:ext>
            </a:extLst>
          </p:cNvPr>
          <p:cNvCxnSpPr>
            <a:cxnSpLocks/>
            <a:stCxn id="156" idx="0"/>
          </p:cNvCxnSpPr>
          <p:nvPr/>
        </p:nvCxnSpPr>
        <p:spPr>
          <a:xfrm flipH="1" flipV="1">
            <a:off x="12961330" y="13228663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1FE3C393-85E0-3C59-08D3-5D98E7358BC6}"/>
              </a:ext>
            </a:extLst>
          </p:cNvPr>
          <p:cNvSpPr/>
          <p:nvPr/>
        </p:nvSpPr>
        <p:spPr>
          <a:xfrm>
            <a:off x="16326585" y="1307386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FC016609-4C7D-AF10-C7D3-B83BEFE55A3F}"/>
              </a:ext>
            </a:extLst>
          </p:cNvPr>
          <p:cNvSpPr/>
          <p:nvPr/>
        </p:nvSpPr>
        <p:spPr>
          <a:xfrm>
            <a:off x="12595285" y="1307386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1DB8F56C-FD2B-5D5C-6FC7-2FF707EFA41D}"/>
              </a:ext>
            </a:extLst>
          </p:cNvPr>
          <p:cNvSpPr/>
          <p:nvPr/>
        </p:nvSpPr>
        <p:spPr>
          <a:xfrm>
            <a:off x="11752906" y="12706402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8F7C610B-B81B-CA11-8BBD-DD57CF62F6EB}"/>
              </a:ext>
            </a:extLst>
          </p:cNvPr>
          <p:cNvCxnSpPr>
            <a:cxnSpLocks/>
          </p:cNvCxnSpPr>
          <p:nvPr/>
        </p:nvCxnSpPr>
        <p:spPr>
          <a:xfrm>
            <a:off x="11756715" y="1145552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Oval 164">
            <a:extLst>
              <a:ext uri="{FF2B5EF4-FFF2-40B4-BE49-F238E27FC236}">
                <a16:creationId xmlns:a16="http://schemas.microsoft.com/office/drawing/2014/main" id="{8471D9F7-5D86-5AD3-D099-607449EB1356}"/>
              </a:ext>
            </a:extLst>
          </p:cNvPr>
          <p:cNvSpPr/>
          <p:nvPr/>
        </p:nvSpPr>
        <p:spPr>
          <a:xfrm>
            <a:off x="16326585" y="1108369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90CDC45A-97E9-2447-5CFA-B368F9D51DD2}"/>
              </a:ext>
            </a:extLst>
          </p:cNvPr>
          <p:cNvSpPr/>
          <p:nvPr/>
        </p:nvSpPr>
        <p:spPr>
          <a:xfrm>
            <a:off x="12595285" y="1108369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63C1A847-630B-71FC-78E2-A4469E9B7421}"/>
              </a:ext>
            </a:extLst>
          </p:cNvPr>
          <p:cNvSpPr/>
          <p:nvPr/>
        </p:nvSpPr>
        <p:spPr>
          <a:xfrm>
            <a:off x="11752906" y="1071623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B5965827-A1C8-F497-20CB-31EE5C01720B}"/>
              </a:ext>
            </a:extLst>
          </p:cNvPr>
          <p:cNvCxnSpPr>
            <a:cxnSpLocks/>
          </p:cNvCxnSpPr>
          <p:nvPr/>
        </p:nvCxnSpPr>
        <p:spPr>
          <a:xfrm flipH="1">
            <a:off x="13073963" y="11261532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5C57FC76-4C56-B395-9A70-A17ED64DBE25}"/>
              </a:ext>
            </a:extLst>
          </p:cNvPr>
          <p:cNvSpPr/>
          <p:nvPr/>
        </p:nvSpPr>
        <p:spPr>
          <a:xfrm>
            <a:off x="11730767" y="670754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7D6B9FDE-6728-BE52-F5C4-EBB504B6BCFE}"/>
              </a:ext>
            </a:extLst>
          </p:cNvPr>
          <p:cNvSpPr/>
          <p:nvPr/>
        </p:nvSpPr>
        <p:spPr>
          <a:xfrm>
            <a:off x="16288733" y="7093370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51C0A518-ED61-0D61-B937-623796D116B0}"/>
              </a:ext>
            </a:extLst>
          </p:cNvPr>
          <p:cNvSpPr/>
          <p:nvPr/>
        </p:nvSpPr>
        <p:spPr>
          <a:xfrm>
            <a:off x="17541389" y="670368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A3C74038-C822-5C54-F0BB-506964A2DBB1}"/>
              </a:ext>
            </a:extLst>
          </p:cNvPr>
          <p:cNvSpPr/>
          <p:nvPr/>
        </p:nvSpPr>
        <p:spPr>
          <a:xfrm>
            <a:off x="22106815" y="708447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4A5A051-25A0-D77D-6EF4-06DA594466AF}"/>
              </a:ext>
            </a:extLst>
          </p:cNvPr>
          <p:cNvSpPr txBox="1"/>
          <p:nvPr/>
        </p:nvSpPr>
        <p:spPr>
          <a:xfrm>
            <a:off x="14726147" y="2689993"/>
            <a:ext cx="72945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2: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Animacy Cues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E608B37A-AB0F-DF34-53AA-D59C64255135}"/>
              </a:ext>
            </a:extLst>
          </p:cNvPr>
          <p:cNvSpPr txBox="1"/>
          <p:nvPr/>
        </p:nvSpPr>
        <p:spPr>
          <a:xfrm>
            <a:off x="11921715" y="3953386"/>
            <a:ext cx="51283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Condition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B7C8AC0D-635F-2D73-C2EF-A03B8A77A2B5}"/>
              </a:ext>
            </a:extLst>
          </p:cNvPr>
          <p:cNvSpPr txBox="1"/>
          <p:nvPr/>
        </p:nvSpPr>
        <p:spPr>
          <a:xfrm>
            <a:off x="17870343" y="3949753"/>
            <a:ext cx="39324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Condition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9D5E120D-3726-7D5B-D1F9-A644F9D19FDD}"/>
              </a:ext>
            </a:extLst>
          </p:cNvPr>
          <p:cNvSpPr txBox="1"/>
          <p:nvPr/>
        </p:nvSpPr>
        <p:spPr>
          <a:xfrm>
            <a:off x="11839724" y="4511839"/>
            <a:ext cx="54847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FC1308B3-B63A-B7FB-CBF5-BE98EBFCD3B5}"/>
              </a:ext>
            </a:extLst>
          </p:cNvPr>
          <p:cNvSpPr txBox="1"/>
          <p:nvPr/>
        </p:nvSpPr>
        <p:spPr>
          <a:xfrm>
            <a:off x="17501842" y="4507054"/>
            <a:ext cx="59977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 Event</a:t>
            </a:r>
          </a:p>
        </p:txBody>
      </p: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D500EDAB-20EB-623B-9615-C0A88412BF94}"/>
              </a:ext>
            </a:extLst>
          </p:cNvPr>
          <p:cNvCxnSpPr>
            <a:cxnSpLocks/>
          </p:cNvCxnSpPr>
          <p:nvPr/>
        </p:nvCxnSpPr>
        <p:spPr>
          <a:xfrm>
            <a:off x="25925972" y="7212738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2CFFE259-D7A7-0E08-44EE-C73302E15FC0}"/>
              </a:ext>
            </a:extLst>
          </p:cNvPr>
          <p:cNvSpPr/>
          <p:nvPr/>
        </p:nvSpPr>
        <p:spPr>
          <a:xfrm>
            <a:off x="28427952" y="6256486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6E04EBCD-699D-8392-960D-B7A753B1D5F4}"/>
              </a:ext>
            </a:extLst>
          </p:cNvPr>
          <p:cNvSpPr/>
          <p:nvPr/>
        </p:nvSpPr>
        <p:spPr>
          <a:xfrm>
            <a:off x="30596035" y="7032278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CF82B92B-39F1-5448-E7F8-559F895ACAE8}"/>
              </a:ext>
            </a:extLst>
          </p:cNvPr>
          <p:cNvSpPr/>
          <p:nvPr/>
        </p:nvSpPr>
        <p:spPr>
          <a:xfrm>
            <a:off x="26060053" y="6734216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1EF6AB17-361E-7AA7-DF6F-6168873DA6D7}"/>
              </a:ext>
            </a:extLst>
          </p:cNvPr>
          <p:cNvSpPr/>
          <p:nvPr/>
        </p:nvSpPr>
        <p:spPr>
          <a:xfrm>
            <a:off x="30495837" y="684090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27943083-D881-9DCF-D498-C389DC036A71}"/>
              </a:ext>
            </a:extLst>
          </p:cNvPr>
          <p:cNvCxnSpPr>
            <a:cxnSpLocks/>
          </p:cNvCxnSpPr>
          <p:nvPr/>
        </p:nvCxnSpPr>
        <p:spPr>
          <a:xfrm flipV="1">
            <a:off x="30664138" y="6844881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3CC0A23B-C51E-5734-89B0-E3C00659CC6B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30528062" y="6924797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3D02CE3C-977A-46E5-F397-198859976C17}"/>
              </a:ext>
            </a:extLst>
          </p:cNvPr>
          <p:cNvCxnSpPr>
            <a:cxnSpLocks/>
          </p:cNvCxnSpPr>
          <p:nvPr/>
        </p:nvCxnSpPr>
        <p:spPr>
          <a:xfrm rot="1200000" flipV="1">
            <a:off x="30768837" y="688967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Oval 214">
            <a:extLst>
              <a:ext uri="{FF2B5EF4-FFF2-40B4-BE49-F238E27FC236}">
                <a16:creationId xmlns:a16="http://schemas.microsoft.com/office/drawing/2014/main" id="{A89389D6-9810-EFB9-B651-612087672A21}"/>
              </a:ext>
            </a:extLst>
          </p:cNvPr>
          <p:cNvSpPr/>
          <p:nvPr/>
        </p:nvSpPr>
        <p:spPr>
          <a:xfrm>
            <a:off x="25922156" y="6473447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4BE19EC9-4FD4-2C79-7686-3D20674F28C8}"/>
              </a:ext>
            </a:extLst>
          </p:cNvPr>
          <p:cNvCxnSpPr>
            <a:cxnSpLocks/>
          </p:cNvCxnSpPr>
          <p:nvPr/>
        </p:nvCxnSpPr>
        <p:spPr>
          <a:xfrm flipH="1" flipV="1">
            <a:off x="26275909" y="6489351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28BB2CC7-50E6-5484-E184-D4B65DE87292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26523938" y="6612821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8B5819E2-FDDC-5617-74CA-D9D1E6D7C877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26057840" y="6620774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4812C859-6E1A-2FBE-8F72-2DE635CC45ED}"/>
              </a:ext>
            </a:extLst>
          </p:cNvPr>
          <p:cNvCxnSpPr>
            <a:cxnSpLocks/>
          </p:cNvCxnSpPr>
          <p:nvPr/>
        </p:nvCxnSpPr>
        <p:spPr>
          <a:xfrm>
            <a:off x="25922166" y="9014197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5655F57-1A7B-9A9B-26BD-17B9DC1FCAE8}"/>
              </a:ext>
            </a:extLst>
          </p:cNvPr>
          <p:cNvSpPr/>
          <p:nvPr/>
        </p:nvSpPr>
        <p:spPr>
          <a:xfrm>
            <a:off x="28424144" y="8057951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D4ACBE29-9A04-8131-6000-E09686D5350B}"/>
              </a:ext>
            </a:extLst>
          </p:cNvPr>
          <p:cNvSpPr/>
          <p:nvPr/>
        </p:nvSpPr>
        <p:spPr>
          <a:xfrm>
            <a:off x="27704635" y="7827358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D6303159-4618-F529-67BF-C5AF3FF381A8}"/>
              </a:ext>
            </a:extLst>
          </p:cNvPr>
          <p:cNvCxnSpPr>
            <a:cxnSpLocks/>
          </p:cNvCxnSpPr>
          <p:nvPr/>
        </p:nvCxnSpPr>
        <p:spPr>
          <a:xfrm>
            <a:off x="29491587" y="8797147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D259C0C2-D842-78C4-0703-79A50625BC95}"/>
              </a:ext>
            </a:extLst>
          </p:cNvPr>
          <p:cNvCxnSpPr>
            <a:cxnSpLocks/>
            <a:stCxn id="221" idx="0"/>
          </p:cNvCxnSpPr>
          <p:nvPr/>
        </p:nvCxnSpPr>
        <p:spPr>
          <a:xfrm flipH="1" flipV="1">
            <a:off x="27126782" y="8797167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Oval 225">
            <a:extLst>
              <a:ext uri="{FF2B5EF4-FFF2-40B4-BE49-F238E27FC236}">
                <a16:creationId xmlns:a16="http://schemas.microsoft.com/office/drawing/2014/main" id="{9C8A02C1-B573-6D84-EB1E-1EA07A6ECC90}"/>
              </a:ext>
            </a:extLst>
          </p:cNvPr>
          <p:cNvSpPr/>
          <p:nvPr/>
        </p:nvSpPr>
        <p:spPr>
          <a:xfrm>
            <a:off x="30492037" y="864237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00689EA5-EA43-F51B-C9D2-BF0EB6F5F4EF}"/>
              </a:ext>
            </a:extLst>
          </p:cNvPr>
          <p:cNvSpPr/>
          <p:nvPr/>
        </p:nvSpPr>
        <p:spPr>
          <a:xfrm>
            <a:off x="26760729" y="864237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Oval 228">
            <a:extLst>
              <a:ext uri="{FF2B5EF4-FFF2-40B4-BE49-F238E27FC236}">
                <a16:creationId xmlns:a16="http://schemas.microsoft.com/office/drawing/2014/main" id="{799B08F5-A478-D8EF-25E3-C2439E38459A}"/>
              </a:ext>
            </a:extLst>
          </p:cNvPr>
          <p:cNvSpPr/>
          <p:nvPr/>
        </p:nvSpPr>
        <p:spPr>
          <a:xfrm>
            <a:off x="25918350" y="827490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CAD6A43D-66A2-9B71-320A-F4E33B893D92}"/>
              </a:ext>
            </a:extLst>
          </p:cNvPr>
          <p:cNvCxnSpPr>
            <a:cxnSpLocks/>
          </p:cNvCxnSpPr>
          <p:nvPr/>
        </p:nvCxnSpPr>
        <p:spPr>
          <a:xfrm>
            <a:off x="25886246" y="1314144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1" name="Freeform: Shape 230">
            <a:extLst>
              <a:ext uri="{FF2B5EF4-FFF2-40B4-BE49-F238E27FC236}">
                <a16:creationId xmlns:a16="http://schemas.microsoft.com/office/drawing/2014/main" id="{DB2C6254-0196-2173-3837-7AD57BE9C615}"/>
              </a:ext>
            </a:extLst>
          </p:cNvPr>
          <p:cNvSpPr/>
          <p:nvPr/>
        </p:nvSpPr>
        <p:spPr>
          <a:xfrm>
            <a:off x="27668717" y="1195460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8C2993B2-8633-2ADB-A4E7-B5761E12466C}"/>
              </a:ext>
            </a:extLst>
          </p:cNvPr>
          <p:cNvCxnSpPr>
            <a:cxnSpLocks/>
          </p:cNvCxnSpPr>
          <p:nvPr/>
        </p:nvCxnSpPr>
        <p:spPr>
          <a:xfrm>
            <a:off x="29455668" y="12924390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C6A67D0E-5C99-CC30-2206-68E2AEA8A7A7}"/>
              </a:ext>
            </a:extLst>
          </p:cNvPr>
          <p:cNvCxnSpPr>
            <a:cxnSpLocks/>
            <a:stCxn id="231" idx="0"/>
          </p:cNvCxnSpPr>
          <p:nvPr/>
        </p:nvCxnSpPr>
        <p:spPr>
          <a:xfrm flipH="1" flipV="1">
            <a:off x="27090862" y="1292440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Oval 235">
            <a:extLst>
              <a:ext uri="{FF2B5EF4-FFF2-40B4-BE49-F238E27FC236}">
                <a16:creationId xmlns:a16="http://schemas.microsoft.com/office/drawing/2014/main" id="{E16C909A-7707-2937-379A-9D1F6D2B6E21}"/>
              </a:ext>
            </a:extLst>
          </p:cNvPr>
          <p:cNvSpPr/>
          <p:nvPr/>
        </p:nvSpPr>
        <p:spPr>
          <a:xfrm>
            <a:off x="30456117" y="1276961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009F71B0-9987-904F-247E-86D029952399}"/>
              </a:ext>
            </a:extLst>
          </p:cNvPr>
          <p:cNvSpPr/>
          <p:nvPr/>
        </p:nvSpPr>
        <p:spPr>
          <a:xfrm>
            <a:off x="26724809" y="1276960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8BA67200-D3A5-A785-D597-99DC3D187643}"/>
              </a:ext>
            </a:extLst>
          </p:cNvPr>
          <p:cNvSpPr/>
          <p:nvPr/>
        </p:nvSpPr>
        <p:spPr>
          <a:xfrm>
            <a:off x="25882437" y="1240214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01C9AA31-F098-6060-2068-6DBADAD43911}"/>
              </a:ext>
            </a:extLst>
          </p:cNvPr>
          <p:cNvSpPr/>
          <p:nvPr/>
        </p:nvSpPr>
        <p:spPr>
          <a:xfrm>
            <a:off x="27941061" y="8032282"/>
            <a:ext cx="1338190" cy="98582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DB9B4F4C-9744-1BD0-7679-30D20973A7C5}"/>
              </a:ext>
            </a:extLst>
          </p:cNvPr>
          <p:cNvSpPr txBox="1"/>
          <p:nvPr/>
        </p:nvSpPr>
        <p:spPr>
          <a:xfrm>
            <a:off x="24598962" y="4026472"/>
            <a:ext cx="66575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Constraints Condition</a:t>
            </a: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522BD94B-5183-E5D4-F4BC-3FD5EA6501D6}"/>
              </a:ext>
            </a:extLst>
          </p:cNvPr>
          <p:cNvCxnSpPr>
            <a:cxnSpLocks/>
          </p:cNvCxnSpPr>
          <p:nvPr/>
        </p:nvCxnSpPr>
        <p:spPr>
          <a:xfrm>
            <a:off x="25879619" y="1128878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9" name="Freeform: Shape 248">
            <a:extLst>
              <a:ext uri="{FF2B5EF4-FFF2-40B4-BE49-F238E27FC236}">
                <a16:creationId xmlns:a16="http://schemas.microsoft.com/office/drawing/2014/main" id="{A2992998-511F-A7BE-87F4-6CFA3951E5A3}"/>
              </a:ext>
            </a:extLst>
          </p:cNvPr>
          <p:cNvSpPr/>
          <p:nvPr/>
        </p:nvSpPr>
        <p:spPr>
          <a:xfrm>
            <a:off x="27662089" y="10101950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A8AB2FC-7290-E7DC-A446-B33F3B3FC817}"/>
              </a:ext>
            </a:extLst>
          </p:cNvPr>
          <p:cNvCxnSpPr>
            <a:cxnSpLocks/>
          </p:cNvCxnSpPr>
          <p:nvPr/>
        </p:nvCxnSpPr>
        <p:spPr>
          <a:xfrm>
            <a:off x="29449040" y="1107173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Arrow Connector 252">
            <a:extLst>
              <a:ext uri="{FF2B5EF4-FFF2-40B4-BE49-F238E27FC236}">
                <a16:creationId xmlns:a16="http://schemas.microsoft.com/office/drawing/2014/main" id="{8857C0A4-6430-C235-D96B-C0DE3820771A}"/>
              </a:ext>
            </a:extLst>
          </p:cNvPr>
          <p:cNvCxnSpPr>
            <a:cxnSpLocks/>
            <a:stCxn id="249" idx="0"/>
          </p:cNvCxnSpPr>
          <p:nvPr/>
        </p:nvCxnSpPr>
        <p:spPr>
          <a:xfrm flipH="1" flipV="1">
            <a:off x="27084235" y="1107175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Oval 253">
            <a:extLst>
              <a:ext uri="{FF2B5EF4-FFF2-40B4-BE49-F238E27FC236}">
                <a16:creationId xmlns:a16="http://schemas.microsoft.com/office/drawing/2014/main" id="{9B9434D8-1EE7-8E08-9671-49095A94AF0F}"/>
              </a:ext>
            </a:extLst>
          </p:cNvPr>
          <p:cNvSpPr/>
          <p:nvPr/>
        </p:nvSpPr>
        <p:spPr>
          <a:xfrm>
            <a:off x="30449490" y="1091695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138BD3E6-FE51-3E67-4710-8B42747499B9}"/>
              </a:ext>
            </a:extLst>
          </p:cNvPr>
          <p:cNvSpPr/>
          <p:nvPr/>
        </p:nvSpPr>
        <p:spPr>
          <a:xfrm>
            <a:off x="26718183" y="1091695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C1724B39-B735-0D49-E3D0-81F8C6BF8F17}"/>
              </a:ext>
            </a:extLst>
          </p:cNvPr>
          <p:cNvSpPr/>
          <p:nvPr/>
        </p:nvSpPr>
        <p:spPr>
          <a:xfrm>
            <a:off x="25875810" y="1054949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8562B3F2-9AC5-C9BD-292B-3D3430AADFFF}"/>
              </a:ext>
            </a:extLst>
          </p:cNvPr>
          <p:cNvSpPr/>
          <p:nvPr/>
        </p:nvSpPr>
        <p:spPr>
          <a:xfrm>
            <a:off x="28381026" y="10348470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90F37305-2B9C-90A6-032C-A4B409220866}"/>
              </a:ext>
            </a:extLst>
          </p:cNvPr>
          <p:cNvCxnSpPr>
            <a:cxnSpLocks/>
          </p:cNvCxnSpPr>
          <p:nvPr/>
        </p:nvCxnSpPr>
        <p:spPr>
          <a:xfrm>
            <a:off x="32682284" y="7273659"/>
            <a:ext cx="68005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9" name="Rectangle 258">
            <a:extLst>
              <a:ext uri="{FF2B5EF4-FFF2-40B4-BE49-F238E27FC236}">
                <a16:creationId xmlns:a16="http://schemas.microsoft.com/office/drawing/2014/main" id="{CCE06B3C-D811-27C5-2D5C-B6D59E1C7236}"/>
              </a:ext>
            </a:extLst>
          </p:cNvPr>
          <p:cNvSpPr/>
          <p:nvPr/>
        </p:nvSpPr>
        <p:spPr>
          <a:xfrm>
            <a:off x="36383110" y="6317404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6297FA99-FEE3-A979-EB86-E99E6E6F27F5}"/>
              </a:ext>
            </a:extLst>
          </p:cNvPr>
          <p:cNvSpPr/>
          <p:nvPr/>
        </p:nvSpPr>
        <p:spPr>
          <a:xfrm>
            <a:off x="38551190" y="7093184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A56B9055-B817-E7E4-FB4B-8128B3F214DA}"/>
              </a:ext>
            </a:extLst>
          </p:cNvPr>
          <p:cNvSpPr/>
          <p:nvPr/>
        </p:nvSpPr>
        <p:spPr>
          <a:xfrm>
            <a:off x="32739869" y="6795142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D9811C96-9332-AEE1-C275-D3AA6DF38A43}"/>
              </a:ext>
            </a:extLst>
          </p:cNvPr>
          <p:cNvSpPr/>
          <p:nvPr/>
        </p:nvSpPr>
        <p:spPr>
          <a:xfrm>
            <a:off x="38450998" y="690182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A192415F-9450-5649-83E7-E04A66072051}"/>
              </a:ext>
            </a:extLst>
          </p:cNvPr>
          <p:cNvCxnSpPr>
            <a:cxnSpLocks/>
          </p:cNvCxnSpPr>
          <p:nvPr/>
        </p:nvCxnSpPr>
        <p:spPr>
          <a:xfrm flipV="1">
            <a:off x="38619292" y="6905801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ED1DAB49-B56B-41BD-C377-05FE79054FD9}"/>
              </a:ext>
            </a:extLst>
          </p:cNvPr>
          <p:cNvCxnSpPr>
            <a:cxnSpLocks/>
          </p:cNvCxnSpPr>
          <p:nvPr/>
        </p:nvCxnSpPr>
        <p:spPr>
          <a:xfrm flipH="1" flipV="1">
            <a:off x="38460960" y="7005845"/>
            <a:ext cx="136339" cy="10605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2863C08E-EE7A-BC52-95DD-7691A60232A9}"/>
              </a:ext>
            </a:extLst>
          </p:cNvPr>
          <p:cNvCxnSpPr>
            <a:cxnSpLocks/>
          </p:cNvCxnSpPr>
          <p:nvPr/>
        </p:nvCxnSpPr>
        <p:spPr>
          <a:xfrm flipV="1">
            <a:off x="38693418" y="6955990"/>
            <a:ext cx="61146" cy="1679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Oval 265">
            <a:extLst>
              <a:ext uri="{FF2B5EF4-FFF2-40B4-BE49-F238E27FC236}">
                <a16:creationId xmlns:a16="http://schemas.microsoft.com/office/drawing/2014/main" id="{E66C2745-9C67-C695-8DA5-5C9D1438D50B}"/>
              </a:ext>
            </a:extLst>
          </p:cNvPr>
          <p:cNvSpPr/>
          <p:nvPr/>
        </p:nvSpPr>
        <p:spPr>
          <a:xfrm>
            <a:off x="32601965" y="6534362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06FD384C-A4B7-377F-04B8-13F07267156D}"/>
              </a:ext>
            </a:extLst>
          </p:cNvPr>
          <p:cNvCxnSpPr>
            <a:cxnSpLocks/>
          </p:cNvCxnSpPr>
          <p:nvPr/>
        </p:nvCxnSpPr>
        <p:spPr>
          <a:xfrm flipH="1" flipV="1">
            <a:off x="32955712" y="6550269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4FD8F079-5CAC-7E0F-96F7-234BAE5F9580}"/>
              </a:ext>
            </a:extLst>
          </p:cNvPr>
          <p:cNvCxnSpPr>
            <a:cxnSpLocks/>
          </p:cNvCxnSpPr>
          <p:nvPr/>
        </p:nvCxnSpPr>
        <p:spPr>
          <a:xfrm flipV="1">
            <a:off x="33131541" y="6707402"/>
            <a:ext cx="148836" cy="13065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22698A5E-E3A3-B3B8-D015-8AE9189A168E}"/>
              </a:ext>
            </a:extLst>
          </p:cNvPr>
          <p:cNvCxnSpPr>
            <a:cxnSpLocks/>
          </p:cNvCxnSpPr>
          <p:nvPr/>
        </p:nvCxnSpPr>
        <p:spPr>
          <a:xfrm flipH="1" flipV="1">
            <a:off x="32662591" y="6718759"/>
            <a:ext cx="154518" cy="12388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8BBFB02A-8D4F-605A-CA07-4B75508FCB17}"/>
              </a:ext>
            </a:extLst>
          </p:cNvPr>
          <p:cNvCxnSpPr>
            <a:cxnSpLocks/>
          </p:cNvCxnSpPr>
          <p:nvPr/>
        </p:nvCxnSpPr>
        <p:spPr>
          <a:xfrm>
            <a:off x="32625458" y="9075116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620AB40F-BA45-8398-A317-35E1AC3E67EB}"/>
              </a:ext>
            </a:extLst>
          </p:cNvPr>
          <p:cNvSpPr/>
          <p:nvPr/>
        </p:nvSpPr>
        <p:spPr>
          <a:xfrm>
            <a:off x="36379303" y="8118862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2" name="Freeform: Shape 271">
            <a:extLst>
              <a:ext uri="{FF2B5EF4-FFF2-40B4-BE49-F238E27FC236}">
                <a16:creationId xmlns:a16="http://schemas.microsoft.com/office/drawing/2014/main" id="{0F08FA08-D880-E714-CF4B-940024D9A46B}"/>
              </a:ext>
            </a:extLst>
          </p:cNvPr>
          <p:cNvSpPr/>
          <p:nvPr/>
        </p:nvSpPr>
        <p:spPr>
          <a:xfrm>
            <a:off x="35659788" y="7888275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441C8F37-F111-7474-EB28-0FBC4915FDD5}"/>
              </a:ext>
            </a:extLst>
          </p:cNvPr>
          <p:cNvCxnSpPr>
            <a:cxnSpLocks/>
          </p:cNvCxnSpPr>
          <p:nvPr/>
        </p:nvCxnSpPr>
        <p:spPr>
          <a:xfrm>
            <a:off x="37446740" y="8858066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920B3C0F-DD1F-9693-B01A-EBC589CB516F}"/>
              </a:ext>
            </a:extLst>
          </p:cNvPr>
          <p:cNvCxnSpPr>
            <a:cxnSpLocks/>
            <a:stCxn id="272" idx="0"/>
          </p:cNvCxnSpPr>
          <p:nvPr/>
        </p:nvCxnSpPr>
        <p:spPr>
          <a:xfrm flipH="1" flipV="1">
            <a:off x="35081935" y="8858086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Oval 274">
            <a:extLst>
              <a:ext uri="{FF2B5EF4-FFF2-40B4-BE49-F238E27FC236}">
                <a16:creationId xmlns:a16="http://schemas.microsoft.com/office/drawing/2014/main" id="{2505E572-A8AC-4347-71D3-BD2E53AC2D96}"/>
              </a:ext>
            </a:extLst>
          </p:cNvPr>
          <p:cNvSpPr/>
          <p:nvPr/>
        </p:nvSpPr>
        <p:spPr>
          <a:xfrm>
            <a:off x="38447190" y="8703291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6" name="Oval 275">
            <a:extLst>
              <a:ext uri="{FF2B5EF4-FFF2-40B4-BE49-F238E27FC236}">
                <a16:creationId xmlns:a16="http://schemas.microsoft.com/office/drawing/2014/main" id="{B4E53940-ED22-0342-2EFA-27AE3ECCE744}"/>
              </a:ext>
            </a:extLst>
          </p:cNvPr>
          <p:cNvSpPr/>
          <p:nvPr/>
        </p:nvSpPr>
        <p:spPr>
          <a:xfrm>
            <a:off x="34715882" y="870328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7" name="Oval 276">
            <a:extLst>
              <a:ext uri="{FF2B5EF4-FFF2-40B4-BE49-F238E27FC236}">
                <a16:creationId xmlns:a16="http://schemas.microsoft.com/office/drawing/2014/main" id="{BCC8FAD2-E329-36DF-9209-44EDB7D0A320}"/>
              </a:ext>
            </a:extLst>
          </p:cNvPr>
          <p:cNvSpPr/>
          <p:nvPr/>
        </p:nvSpPr>
        <p:spPr>
          <a:xfrm>
            <a:off x="32658318" y="833582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912D2320-AADB-2E0D-2761-E745D9E8F17B}"/>
              </a:ext>
            </a:extLst>
          </p:cNvPr>
          <p:cNvSpPr/>
          <p:nvPr/>
        </p:nvSpPr>
        <p:spPr>
          <a:xfrm>
            <a:off x="32614908" y="8657430"/>
            <a:ext cx="2858698" cy="40198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E3B42647-D5CA-9CC9-A69C-D047C1711FEE}"/>
              </a:ext>
            </a:extLst>
          </p:cNvPr>
          <p:cNvCxnSpPr>
            <a:cxnSpLocks/>
          </p:cNvCxnSpPr>
          <p:nvPr/>
        </p:nvCxnSpPr>
        <p:spPr>
          <a:xfrm>
            <a:off x="32465041" y="11334649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5" name="Oval 294">
            <a:extLst>
              <a:ext uri="{FF2B5EF4-FFF2-40B4-BE49-F238E27FC236}">
                <a16:creationId xmlns:a16="http://schemas.microsoft.com/office/drawing/2014/main" id="{BC1FC30B-36BB-A012-0A20-A33557C4B10A}"/>
              </a:ext>
            </a:extLst>
          </p:cNvPr>
          <p:cNvSpPr/>
          <p:nvPr/>
        </p:nvSpPr>
        <p:spPr>
          <a:xfrm>
            <a:off x="38286774" y="1096281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90F1128F-DDE0-F903-C5F4-04B7326BE60E}"/>
              </a:ext>
            </a:extLst>
          </p:cNvPr>
          <p:cNvSpPr/>
          <p:nvPr/>
        </p:nvSpPr>
        <p:spPr>
          <a:xfrm>
            <a:off x="33292148" y="1096281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3457C597-B67E-C670-BAA9-6D1901474BA9}"/>
              </a:ext>
            </a:extLst>
          </p:cNvPr>
          <p:cNvSpPr/>
          <p:nvPr/>
        </p:nvSpPr>
        <p:spPr>
          <a:xfrm>
            <a:off x="32497894" y="1059535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63C36323-E46F-DF03-0C01-6E42DEE546D2}"/>
              </a:ext>
            </a:extLst>
          </p:cNvPr>
          <p:cNvCxnSpPr>
            <a:cxnSpLocks/>
          </p:cNvCxnSpPr>
          <p:nvPr/>
        </p:nvCxnSpPr>
        <p:spPr>
          <a:xfrm flipH="1">
            <a:off x="33800347" y="11110958"/>
            <a:ext cx="4211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6E795A84-84A9-2DC5-DC3B-7B8AAB0A0DDE}"/>
              </a:ext>
            </a:extLst>
          </p:cNvPr>
          <p:cNvCxnSpPr>
            <a:cxnSpLocks/>
          </p:cNvCxnSpPr>
          <p:nvPr/>
        </p:nvCxnSpPr>
        <p:spPr>
          <a:xfrm>
            <a:off x="32408202" y="13189613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2" name="Oval 301">
            <a:extLst>
              <a:ext uri="{FF2B5EF4-FFF2-40B4-BE49-F238E27FC236}">
                <a16:creationId xmlns:a16="http://schemas.microsoft.com/office/drawing/2014/main" id="{3439BCE3-6B2B-156C-9EF7-9F8971FBD5E2}"/>
              </a:ext>
            </a:extLst>
          </p:cNvPr>
          <p:cNvSpPr/>
          <p:nvPr/>
        </p:nvSpPr>
        <p:spPr>
          <a:xfrm>
            <a:off x="38229933" y="1281778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576248D3-95DF-12EA-1C0D-620F4B99CEF0}"/>
              </a:ext>
            </a:extLst>
          </p:cNvPr>
          <p:cNvSpPr/>
          <p:nvPr/>
        </p:nvSpPr>
        <p:spPr>
          <a:xfrm>
            <a:off x="34775356" y="1281778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494EA55B-E5CD-5366-7690-0661D802983B}"/>
              </a:ext>
            </a:extLst>
          </p:cNvPr>
          <p:cNvSpPr/>
          <p:nvPr/>
        </p:nvSpPr>
        <p:spPr>
          <a:xfrm>
            <a:off x="32441061" y="1245032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D45B5769-39B9-6AC9-5A4E-A37CD3B8A55D}"/>
              </a:ext>
            </a:extLst>
          </p:cNvPr>
          <p:cNvCxnSpPr>
            <a:cxnSpLocks/>
          </p:cNvCxnSpPr>
          <p:nvPr/>
        </p:nvCxnSpPr>
        <p:spPr>
          <a:xfrm flipH="1">
            <a:off x="35208925" y="12965922"/>
            <a:ext cx="2746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7" name="TextBox 306">
            <a:extLst>
              <a:ext uri="{FF2B5EF4-FFF2-40B4-BE49-F238E27FC236}">
                <a16:creationId xmlns:a16="http://schemas.microsoft.com/office/drawing/2014/main" id="{F4C2BA63-9D74-C9AD-2F67-82F71AF7D124}"/>
              </a:ext>
            </a:extLst>
          </p:cNvPr>
          <p:cNvSpPr txBox="1"/>
          <p:nvPr/>
        </p:nvSpPr>
        <p:spPr>
          <a:xfrm>
            <a:off x="32102663" y="4026472"/>
            <a:ext cx="55162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Goals Condition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35A881EA-DA28-9FC6-5DDF-0E07339DCCCF}"/>
              </a:ext>
            </a:extLst>
          </p:cNvPr>
          <p:cNvSpPr txBox="1"/>
          <p:nvPr/>
        </p:nvSpPr>
        <p:spPr>
          <a:xfrm>
            <a:off x="25266352" y="2633740"/>
            <a:ext cx="1301247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3: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Bidirectional Inferences about Actions, Goals, and Constraints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44A9D0-D00F-E270-C11A-650CF4896FCA}"/>
              </a:ext>
            </a:extLst>
          </p:cNvPr>
          <p:cNvCxnSpPr>
            <a:cxnSpLocks/>
          </p:cNvCxnSpPr>
          <p:nvPr/>
        </p:nvCxnSpPr>
        <p:spPr>
          <a:xfrm>
            <a:off x="4852868" y="1322287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4EE539-791C-D9A3-7F05-6678F5CEE265}"/>
              </a:ext>
            </a:extLst>
          </p:cNvPr>
          <p:cNvSpPr/>
          <p:nvPr/>
        </p:nvSpPr>
        <p:spPr>
          <a:xfrm>
            <a:off x="6635341" y="12036034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8F6D979-A454-7557-0B2F-929846B8246D}"/>
              </a:ext>
            </a:extLst>
          </p:cNvPr>
          <p:cNvCxnSpPr>
            <a:cxnSpLocks/>
          </p:cNvCxnSpPr>
          <p:nvPr/>
        </p:nvCxnSpPr>
        <p:spPr>
          <a:xfrm>
            <a:off x="8422292" y="13005822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CE078D5-C7DB-835C-2855-0D7A03EC21C2}"/>
              </a:ext>
            </a:extLst>
          </p:cNvPr>
          <p:cNvCxnSpPr>
            <a:cxnSpLocks/>
          </p:cNvCxnSpPr>
          <p:nvPr/>
        </p:nvCxnSpPr>
        <p:spPr>
          <a:xfrm>
            <a:off x="8721174" y="12910663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BE85925-24A2-7F42-0803-1AB3964F92F5}"/>
              </a:ext>
            </a:extLst>
          </p:cNvPr>
          <p:cNvCxnSpPr>
            <a:cxnSpLocks/>
          </p:cNvCxnSpPr>
          <p:nvPr/>
        </p:nvCxnSpPr>
        <p:spPr>
          <a:xfrm rot="10800000">
            <a:off x="8721174" y="13087668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32304DE-26C6-D9E9-9682-984BE5E4F897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6057486" y="13005843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C7743314-3EAA-5EC6-DC1A-2A9F1455F277}"/>
              </a:ext>
            </a:extLst>
          </p:cNvPr>
          <p:cNvSpPr/>
          <p:nvPr/>
        </p:nvSpPr>
        <p:spPr>
          <a:xfrm>
            <a:off x="9422741" y="12851040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8B728E5-C05A-234B-9D0A-B618FBA2027E}"/>
              </a:ext>
            </a:extLst>
          </p:cNvPr>
          <p:cNvSpPr/>
          <p:nvPr/>
        </p:nvSpPr>
        <p:spPr>
          <a:xfrm>
            <a:off x="5691433" y="1285104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0C05822-4B00-139B-C8A3-1A18E1DD4129}"/>
              </a:ext>
            </a:extLst>
          </p:cNvPr>
          <p:cNvSpPr/>
          <p:nvPr/>
        </p:nvSpPr>
        <p:spPr>
          <a:xfrm>
            <a:off x="4849061" y="1248357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F7389B9-2586-7950-DA09-4EA5B84DB90A}"/>
              </a:ext>
            </a:extLst>
          </p:cNvPr>
          <p:cNvCxnSpPr>
            <a:cxnSpLocks/>
          </p:cNvCxnSpPr>
          <p:nvPr/>
        </p:nvCxnSpPr>
        <p:spPr>
          <a:xfrm>
            <a:off x="4852868" y="1123270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2B4BCAC7-CE56-DD44-3905-FDB192A34BA9}"/>
              </a:ext>
            </a:extLst>
          </p:cNvPr>
          <p:cNvSpPr/>
          <p:nvPr/>
        </p:nvSpPr>
        <p:spPr>
          <a:xfrm>
            <a:off x="9422741" y="1086087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77BE6D5-F2D9-82E6-0132-B3FC30E3E792}"/>
              </a:ext>
            </a:extLst>
          </p:cNvPr>
          <p:cNvSpPr/>
          <p:nvPr/>
        </p:nvSpPr>
        <p:spPr>
          <a:xfrm>
            <a:off x="5691433" y="1086087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FCAD81B-5EE2-4971-D210-270EF99C97CC}"/>
              </a:ext>
            </a:extLst>
          </p:cNvPr>
          <p:cNvSpPr/>
          <p:nvPr/>
        </p:nvSpPr>
        <p:spPr>
          <a:xfrm>
            <a:off x="4849061" y="1049341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BAD185A-022A-2098-496D-607E418914E1}"/>
              </a:ext>
            </a:extLst>
          </p:cNvPr>
          <p:cNvCxnSpPr>
            <a:cxnSpLocks/>
          </p:cNvCxnSpPr>
          <p:nvPr/>
        </p:nvCxnSpPr>
        <p:spPr>
          <a:xfrm flipH="1">
            <a:off x="6170111" y="11038708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C93F0A8-0F71-9E5A-41F4-7B7542780201}"/>
              </a:ext>
            </a:extLst>
          </p:cNvPr>
          <p:cNvCxnSpPr>
            <a:cxnSpLocks/>
          </p:cNvCxnSpPr>
          <p:nvPr/>
        </p:nvCxnSpPr>
        <p:spPr>
          <a:xfrm>
            <a:off x="17729630" y="1352914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FFC3EBE7-617F-A55B-3D97-A840356F6FB9}"/>
              </a:ext>
            </a:extLst>
          </p:cNvPr>
          <p:cNvSpPr/>
          <p:nvPr/>
        </p:nvSpPr>
        <p:spPr>
          <a:xfrm>
            <a:off x="19512100" y="12342305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0F21445-C99B-FBD0-5073-57297C9D415E}"/>
              </a:ext>
            </a:extLst>
          </p:cNvPr>
          <p:cNvCxnSpPr>
            <a:cxnSpLocks/>
          </p:cNvCxnSpPr>
          <p:nvPr/>
        </p:nvCxnSpPr>
        <p:spPr>
          <a:xfrm>
            <a:off x="21299051" y="1331209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8B26A69-7CF1-A8A6-8B0A-A5FB35DEFE95}"/>
              </a:ext>
            </a:extLst>
          </p:cNvPr>
          <p:cNvCxnSpPr>
            <a:cxnSpLocks/>
          </p:cNvCxnSpPr>
          <p:nvPr/>
        </p:nvCxnSpPr>
        <p:spPr>
          <a:xfrm>
            <a:off x="21597934" y="1321693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30D49CA-1857-38A4-768D-E9D4F427F981}"/>
              </a:ext>
            </a:extLst>
          </p:cNvPr>
          <p:cNvCxnSpPr>
            <a:cxnSpLocks/>
          </p:cNvCxnSpPr>
          <p:nvPr/>
        </p:nvCxnSpPr>
        <p:spPr>
          <a:xfrm rot="10800000">
            <a:off x="21597934" y="13393937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B1D4C6E-8279-CBBA-BAE9-5970E89D0F32}"/>
              </a:ext>
            </a:extLst>
          </p:cNvPr>
          <p:cNvCxnSpPr>
            <a:cxnSpLocks/>
            <a:stCxn id="44" idx="0"/>
          </p:cNvCxnSpPr>
          <p:nvPr/>
        </p:nvCxnSpPr>
        <p:spPr>
          <a:xfrm flipH="1" flipV="1">
            <a:off x="18934245" y="13312114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18327FA2-3BD8-74EC-B5AF-20FB33E60511}"/>
              </a:ext>
            </a:extLst>
          </p:cNvPr>
          <p:cNvSpPr/>
          <p:nvPr/>
        </p:nvSpPr>
        <p:spPr>
          <a:xfrm>
            <a:off x="22299500" y="1315731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743D919-04E9-5330-03CD-DC3503D880BE}"/>
              </a:ext>
            </a:extLst>
          </p:cNvPr>
          <p:cNvSpPr/>
          <p:nvPr/>
        </p:nvSpPr>
        <p:spPr>
          <a:xfrm>
            <a:off x="18568195" y="1315731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5C0FF892-8DA4-A2B9-DC70-2084B0889BCD}"/>
              </a:ext>
            </a:extLst>
          </p:cNvPr>
          <p:cNvSpPr/>
          <p:nvPr/>
        </p:nvSpPr>
        <p:spPr>
          <a:xfrm>
            <a:off x="17725821" y="12789847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FF92D5-0F37-DC3A-60C4-0FE68B6A805D}"/>
              </a:ext>
            </a:extLst>
          </p:cNvPr>
          <p:cNvCxnSpPr>
            <a:cxnSpLocks/>
          </p:cNvCxnSpPr>
          <p:nvPr/>
        </p:nvCxnSpPr>
        <p:spPr>
          <a:xfrm>
            <a:off x="17729630" y="1153897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3FBB19C1-211B-B6E9-29DB-2E1936F06EAA}"/>
              </a:ext>
            </a:extLst>
          </p:cNvPr>
          <p:cNvSpPr/>
          <p:nvPr/>
        </p:nvSpPr>
        <p:spPr>
          <a:xfrm>
            <a:off x="22299500" y="1116714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D86187C3-AA12-3BB6-4BA0-ED223E388816}"/>
              </a:ext>
            </a:extLst>
          </p:cNvPr>
          <p:cNvSpPr/>
          <p:nvPr/>
        </p:nvSpPr>
        <p:spPr>
          <a:xfrm>
            <a:off x="18568195" y="1116714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C4973FD4-C309-5D1A-C781-F28B42A90402}"/>
              </a:ext>
            </a:extLst>
          </p:cNvPr>
          <p:cNvSpPr/>
          <p:nvPr/>
        </p:nvSpPr>
        <p:spPr>
          <a:xfrm>
            <a:off x="17725821" y="1079968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CA6593B-4C4D-15E4-8901-5543CCBC9576}"/>
              </a:ext>
            </a:extLst>
          </p:cNvPr>
          <p:cNvCxnSpPr>
            <a:cxnSpLocks/>
          </p:cNvCxnSpPr>
          <p:nvPr/>
        </p:nvCxnSpPr>
        <p:spPr>
          <a:xfrm flipH="1">
            <a:off x="19046872" y="11344978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9" name="Picture 148">
            <a:extLst>
              <a:ext uri="{FF2B5EF4-FFF2-40B4-BE49-F238E27FC236}">
                <a16:creationId xmlns:a16="http://schemas.microsoft.com/office/drawing/2014/main" id="{1CBC79A5-101E-CFC8-3AAD-2309ECCCDE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72365" y="14276369"/>
            <a:ext cx="5316904" cy="5316904"/>
          </a:xfrm>
          <a:prstGeom prst="rect">
            <a:avLst/>
          </a:prstGeom>
        </p:spPr>
      </p:pic>
      <p:pic>
        <p:nvPicPr>
          <p:cNvPr id="159" name="Picture 158">
            <a:extLst>
              <a:ext uri="{FF2B5EF4-FFF2-40B4-BE49-F238E27FC236}">
                <a16:creationId xmlns:a16="http://schemas.microsoft.com/office/drawing/2014/main" id="{9B991F9A-8CF1-8B64-DA7E-4100A73B43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967" y="14206382"/>
            <a:ext cx="5349427" cy="5349427"/>
          </a:xfrm>
          <a:prstGeom prst="rect">
            <a:avLst/>
          </a:prstGeom>
        </p:spPr>
      </p:pic>
      <p:pic>
        <p:nvPicPr>
          <p:cNvPr id="173" name="Picture 172">
            <a:extLst>
              <a:ext uri="{FF2B5EF4-FFF2-40B4-BE49-F238E27FC236}">
                <a16:creationId xmlns:a16="http://schemas.microsoft.com/office/drawing/2014/main" id="{39D65ADB-25DE-1627-F364-FD40D0AA80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6250" y="14289333"/>
            <a:ext cx="5316904" cy="5316904"/>
          </a:xfrm>
          <a:prstGeom prst="rect">
            <a:avLst/>
          </a:prstGeom>
        </p:spPr>
      </p:pic>
      <p:pic>
        <p:nvPicPr>
          <p:cNvPr id="180" name="Picture 179">
            <a:extLst>
              <a:ext uri="{FF2B5EF4-FFF2-40B4-BE49-F238E27FC236}">
                <a16:creationId xmlns:a16="http://schemas.microsoft.com/office/drawing/2014/main" id="{793D0809-9688-A482-031C-72E4FAEA32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7586" y="14219345"/>
            <a:ext cx="5349427" cy="5349427"/>
          </a:xfrm>
          <a:prstGeom prst="rect">
            <a:avLst/>
          </a:prstGeom>
        </p:spPr>
      </p:pic>
      <p:pic>
        <p:nvPicPr>
          <p:cNvPr id="182" name="Picture 181">
            <a:extLst>
              <a:ext uri="{FF2B5EF4-FFF2-40B4-BE49-F238E27FC236}">
                <a16:creationId xmlns:a16="http://schemas.microsoft.com/office/drawing/2014/main" id="{68EC5DA2-9E21-079A-1DD3-09890D505E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7036" y="14074961"/>
            <a:ext cx="5349246" cy="5349246"/>
          </a:xfrm>
          <a:prstGeom prst="rect">
            <a:avLst/>
          </a:prstGeom>
        </p:spPr>
      </p:pic>
      <p:pic>
        <p:nvPicPr>
          <p:cNvPr id="184" name="Picture 183">
            <a:extLst>
              <a:ext uri="{FF2B5EF4-FFF2-40B4-BE49-F238E27FC236}">
                <a16:creationId xmlns:a16="http://schemas.microsoft.com/office/drawing/2014/main" id="{B2099857-793B-29B3-C8B6-4A8F5C91F2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52307" y="14056113"/>
            <a:ext cx="5309426" cy="530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103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987C2-11B5-6C30-124A-EC543F6D9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182">
            <a:extLst>
              <a:ext uri="{FF2B5EF4-FFF2-40B4-BE49-F238E27FC236}">
                <a16:creationId xmlns:a16="http://schemas.microsoft.com/office/drawing/2014/main" id="{0095AB8D-3DE3-7E67-A1ED-DB0B21DC6DAC}"/>
              </a:ext>
            </a:extLst>
          </p:cNvPr>
          <p:cNvSpPr/>
          <p:nvPr/>
        </p:nvSpPr>
        <p:spPr>
          <a:xfrm>
            <a:off x="29074702" y="4027014"/>
            <a:ext cx="7938917" cy="10205209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431A0544-7FDD-BA27-C0D4-69C11B3BC90A}"/>
              </a:ext>
            </a:extLst>
          </p:cNvPr>
          <p:cNvSpPr/>
          <p:nvPr/>
        </p:nvSpPr>
        <p:spPr>
          <a:xfrm>
            <a:off x="21735517" y="4027012"/>
            <a:ext cx="7365600" cy="10205209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6DA14E4E-C339-5C3B-F197-1B52C854C60C}"/>
              </a:ext>
            </a:extLst>
          </p:cNvPr>
          <p:cNvSpPr/>
          <p:nvPr/>
        </p:nvSpPr>
        <p:spPr>
          <a:xfrm>
            <a:off x="8408286" y="4027016"/>
            <a:ext cx="7938917" cy="10205209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3FE09869-D413-BA72-FDE6-1180A2C59676}"/>
              </a:ext>
            </a:extLst>
          </p:cNvPr>
          <p:cNvSpPr/>
          <p:nvPr/>
        </p:nvSpPr>
        <p:spPr>
          <a:xfrm>
            <a:off x="1069101" y="4027014"/>
            <a:ext cx="7365600" cy="10205209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5515A9B-9191-C44A-75CD-352E434AC96F}"/>
              </a:ext>
            </a:extLst>
          </p:cNvPr>
          <p:cNvCxnSpPr>
            <a:cxnSpLocks/>
          </p:cNvCxnSpPr>
          <p:nvPr/>
        </p:nvCxnSpPr>
        <p:spPr>
          <a:xfrm>
            <a:off x="9792803" y="627685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6E9D0A4D-1F5B-2CE2-8EFC-972A5B304D6B}"/>
              </a:ext>
            </a:extLst>
          </p:cNvPr>
          <p:cNvSpPr/>
          <p:nvPr/>
        </p:nvSpPr>
        <p:spPr>
          <a:xfrm>
            <a:off x="14910412" y="5320596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9C6EC36-812B-FD84-EACF-AE97CF7EF270}"/>
              </a:ext>
            </a:extLst>
          </p:cNvPr>
          <p:cNvCxnSpPr>
            <a:cxnSpLocks/>
          </p:cNvCxnSpPr>
          <p:nvPr/>
        </p:nvCxnSpPr>
        <p:spPr>
          <a:xfrm>
            <a:off x="13657310" y="6059792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957F928F-08BF-CD30-C931-4B1E87342BC6}"/>
              </a:ext>
            </a:extLst>
          </p:cNvPr>
          <p:cNvSpPr/>
          <p:nvPr/>
        </p:nvSpPr>
        <p:spPr>
          <a:xfrm>
            <a:off x="13174855" y="590501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1FDB7529-B7D5-E5D2-3BA9-CF369F3C809D}"/>
              </a:ext>
            </a:extLst>
          </p:cNvPr>
          <p:cNvCxnSpPr>
            <a:cxnSpLocks/>
          </p:cNvCxnSpPr>
          <p:nvPr/>
        </p:nvCxnSpPr>
        <p:spPr>
          <a:xfrm>
            <a:off x="9788998" y="8078308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BEBF61CA-56A3-646B-288B-D20A967D14FB}"/>
              </a:ext>
            </a:extLst>
          </p:cNvPr>
          <p:cNvSpPr/>
          <p:nvPr/>
        </p:nvSpPr>
        <p:spPr>
          <a:xfrm>
            <a:off x="14906605" y="7122055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6FF30DC-F5EB-E0FE-5028-1AD8AAA72033}"/>
              </a:ext>
            </a:extLst>
          </p:cNvPr>
          <p:cNvSpPr/>
          <p:nvPr/>
        </p:nvSpPr>
        <p:spPr>
          <a:xfrm>
            <a:off x="11571473" y="6891468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A92E051-CCDF-2FB4-0F23-0EB3A728B800}"/>
              </a:ext>
            </a:extLst>
          </p:cNvPr>
          <p:cNvCxnSpPr>
            <a:cxnSpLocks/>
          </p:cNvCxnSpPr>
          <p:nvPr/>
        </p:nvCxnSpPr>
        <p:spPr>
          <a:xfrm>
            <a:off x="13358424" y="7861256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B5318C19-706F-F37A-7D3E-429A02181D30}"/>
              </a:ext>
            </a:extLst>
          </p:cNvPr>
          <p:cNvCxnSpPr>
            <a:cxnSpLocks/>
            <a:stCxn id="82" idx="0"/>
          </p:cNvCxnSpPr>
          <p:nvPr/>
        </p:nvCxnSpPr>
        <p:spPr>
          <a:xfrm flipH="1" flipV="1">
            <a:off x="10993619" y="7861277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48B3D2DF-5C29-DEB7-0C00-3BBFF803630E}"/>
              </a:ext>
            </a:extLst>
          </p:cNvPr>
          <p:cNvSpPr/>
          <p:nvPr/>
        </p:nvSpPr>
        <p:spPr>
          <a:xfrm>
            <a:off x="14358868" y="770647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A055C06B-F1A8-9684-42AD-C9606A5FA9B7}"/>
              </a:ext>
            </a:extLst>
          </p:cNvPr>
          <p:cNvSpPr/>
          <p:nvPr/>
        </p:nvSpPr>
        <p:spPr>
          <a:xfrm>
            <a:off x="13171050" y="770647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39AEC404-9B21-2176-54CB-96E9C27E6967}"/>
              </a:ext>
            </a:extLst>
          </p:cNvPr>
          <p:cNvSpPr/>
          <p:nvPr/>
        </p:nvSpPr>
        <p:spPr>
          <a:xfrm>
            <a:off x="10627566" y="770647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DB6DA034-357F-A16C-693A-28415F842E7B}"/>
              </a:ext>
            </a:extLst>
          </p:cNvPr>
          <p:cNvSpPr/>
          <p:nvPr/>
        </p:nvSpPr>
        <p:spPr>
          <a:xfrm>
            <a:off x="9785188" y="733901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E00E2CB-9554-3B7F-3287-BB8607962DB0}"/>
              </a:ext>
            </a:extLst>
          </p:cNvPr>
          <p:cNvCxnSpPr>
            <a:cxnSpLocks/>
          </p:cNvCxnSpPr>
          <p:nvPr/>
        </p:nvCxnSpPr>
        <p:spPr>
          <a:xfrm>
            <a:off x="1605401" y="627685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217B67C-A95A-546F-25CB-B8185D4A180F}"/>
              </a:ext>
            </a:extLst>
          </p:cNvPr>
          <p:cNvSpPr/>
          <p:nvPr/>
        </p:nvSpPr>
        <p:spPr>
          <a:xfrm>
            <a:off x="4107384" y="5320594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08A24D58-C6C1-1394-E364-282574A3CCB0}"/>
              </a:ext>
            </a:extLst>
          </p:cNvPr>
          <p:cNvCxnSpPr>
            <a:cxnSpLocks/>
          </p:cNvCxnSpPr>
          <p:nvPr/>
        </p:nvCxnSpPr>
        <p:spPr>
          <a:xfrm>
            <a:off x="5469906" y="6059792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Oval 138">
            <a:extLst>
              <a:ext uri="{FF2B5EF4-FFF2-40B4-BE49-F238E27FC236}">
                <a16:creationId xmlns:a16="http://schemas.microsoft.com/office/drawing/2014/main" id="{64F869DD-2ACC-C4D0-8771-4701BD8B08FA}"/>
              </a:ext>
            </a:extLst>
          </p:cNvPr>
          <p:cNvSpPr/>
          <p:nvPr/>
        </p:nvSpPr>
        <p:spPr>
          <a:xfrm>
            <a:off x="4987459" y="590501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52177874-8AEC-C8F3-C436-E6B32B6B05C7}"/>
              </a:ext>
            </a:extLst>
          </p:cNvPr>
          <p:cNvCxnSpPr>
            <a:cxnSpLocks/>
          </p:cNvCxnSpPr>
          <p:nvPr/>
        </p:nvCxnSpPr>
        <p:spPr>
          <a:xfrm>
            <a:off x="1601596" y="8078308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Rectangle 144">
            <a:extLst>
              <a:ext uri="{FF2B5EF4-FFF2-40B4-BE49-F238E27FC236}">
                <a16:creationId xmlns:a16="http://schemas.microsoft.com/office/drawing/2014/main" id="{604C28A0-C5C2-2D68-C228-739ACC9A6ED9}"/>
              </a:ext>
            </a:extLst>
          </p:cNvPr>
          <p:cNvSpPr/>
          <p:nvPr/>
        </p:nvSpPr>
        <p:spPr>
          <a:xfrm>
            <a:off x="4103584" y="7122053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7B72F451-AAD8-CAD5-A430-0C5840CA982D}"/>
              </a:ext>
            </a:extLst>
          </p:cNvPr>
          <p:cNvSpPr/>
          <p:nvPr/>
        </p:nvSpPr>
        <p:spPr>
          <a:xfrm>
            <a:off x="3384066" y="6891464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8E3FE30B-2ED1-6F2F-FFBE-3A9043D07D66}"/>
              </a:ext>
            </a:extLst>
          </p:cNvPr>
          <p:cNvCxnSpPr>
            <a:cxnSpLocks/>
          </p:cNvCxnSpPr>
          <p:nvPr/>
        </p:nvCxnSpPr>
        <p:spPr>
          <a:xfrm>
            <a:off x="5171021" y="7861256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DCF68EA1-C424-A7E9-6D54-8A988C3FF39D}"/>
              </a:ext>
            </a:extLst>
          </p:cNvPr>
          <p:cNvCxnSpPr>
            <a:cxnSpLocks/>
            <a:stCxn id="146" idx="0"/>
          </p:cNvCxnSpPr>
          <p:nvPr/>
        </p:nvCxnSpPr>
        <p:spPr>
          <a:xfrm flipH="1" flipV="1">
            <a:off x="2806216" y="7861273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>
            <a:extLst>
              <a:ext uri="{FF2B5EF4-FFF2-40B4-BE49-F238E27FC236}">
                <a16:creationId xmlns:a16="http://schemas.microsoft.com/office/drawing/2014/main" id="{D866AF65-E1FD-346A-36ED-9A2FE91D488E}"/>
              </a:ext>
            </a:extLst>
          </p:cNvPr>
          <p:cNvSpPr/>
          <p:nvPr/>
        </p:nvSpPr>
        <p:spPr>
          <a:xfrm>
            <a:off x="6171472" y="770647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15E11155-1FFD-EEC3-3DCC-0A631B9DFA9C}"/>
              </a:ext>
            </a:extLst>
          </p:cNvPr>
          <p:cNvSpPr/>
          <p:nvPr/>
        </p:nvSpPr>
        <p:spPr>
          <a:xfrm>
            <a:off x="4983653" y="770647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66FB0745-E640-A1EE-AE0C-647EEEA6795A}"/>
              </a:ext>
            </a:extLst>
          </p:cNvPr>
          <p:cNvSpPr/>
          <p:nvPr/>
        </p:nvSpPr>
        <p:spPr>
          <a:xfrm>
            <a:off x="2440163" y="770647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1E739285-1D4C-87AF-C21B-C09AA328B9D2}"/>
              </a:ext>
            </a:extLst>
          </p:cNvPr>
          <p:cNvSpPr/>
          <p:nvPr/>
        </p:nvSpPr>
        <p:spPr>
          <a:xfrm>
            <a:off x="1597791" y="733901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5DD05D17-246A-0AAB-2BE3-83F61F9409D7}"/>
              </a:ext>
            </a:extLst>
          </p:cNvPr>
          <p:cNvCxnSpPr>
            <a:cxnSpLocks/>
          </p:cNvCxnSpPr>
          <p:nvPr/>
        </p:nvCxnSpPr>
        <p:spPr>
          <a:xfrm>
            <a:off x="1630860" y="1344569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AE63295A-14DD-0318-C142-80293515931C}"/>
              </a:ext>
            </a:extLst>
          </p:cNvPr>
          <p:cNvSpPr/>
          <p:nvPr/>
        </p:nvSpPr>
        <p:spPr>
          <a:xfrm>
            <a:off x="3413328" y="12258848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851C147F-E6C0-A136-817A-EBF2E55A7ED0}"/>
              </a:ext>
            </a:extLst>
          </p:cNvPr>
          <p:cNvCxnSpPr>
            <a:cxnSpLocks/>
          </p:cNvCxnSpPr>
          <p:nvPr/>
        </p:nvCxnSpPr>
        <p:spPr>
          <a:xfrm>
            <a:off x="5200292" y="13228641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CF75B60A-2582-3BE2-6DD5-C531AE77F3C7}"/>
              </a:ext>
            </a:extLst>
          </p:cNvPr>
          <p:cNvCxnSpPr>
            <a:cxnSpLocks/>
            <a:stCxn id="156" idx="0"/>
          </p:cNvCxnSpPr>
          <p:nvPr/>
        </p:nvCxnSpPr>
        <p:spPr>
          <a:xfrm flipH="1" flipV="1">
            <a:off x="2835480" y="1322865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5C3C888A-B2AA-68DF-44A8-52492A0B20E8}"/>
              </a:ext>
            </a:extLst>
          </p:cNvPr>
          <p:cNvSpPr/>
          <p:nvPr/>
        </p:nvSpPr>
        <p:spPr>
          <a:xfrm>
            <a:off x="6200736" y="1307386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EFF4EB39-0396-E024-338F-CE6C14630B2C}"/>
              </a:ext>
            </a:extLst>
          </p:cNvPr>
          <p:cNvSpPr/>
          <p:nvPr/>
        </p:nvSpPr>
        <p:spPr>
          <a:xfrm>
            <a:off x="2469434" y="1307386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ADE68334-A4D2-661A-5E5C-8CFA81809050}"/>
              </a:ext>
            </a:extLst>
          </p:cNvPr>
          <p:cNvSpPr/>
          <p:nvPr/>
        </p:nvSpPr>
        <p:spPr>
          <a:xfrm>
            <a:off x="1627055" y="12706402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82C2E99B-5774-7EF1-B70B-2C02071D8E29}"/>
              </a:ext>
            </a:extLst>
          </p:cNvPr>
          <p:cNvCxnSpPr>
            <a:cxnSpLocks/>
          </p:cNvCxnSpPr>
          <p:nvPr/>
        </p:nvCxnSpPr>
        <p:spPr>
          <a:xfrm>
            <a:off x="1630860" y="1145552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Oval 164">
            <a:extLst>
              <a:ext uri="{FF2B5EF4-FFF2-40B4-BE49-F238E27FC236}">
                <a16:creationId xmlns:a16="http://schemas.microsoft.com/office/drawing/2014/main" id="{17890291-813A-EB59-7559-2FAC6FCC5134}"/>
              </a:ext>
            </a:extLst>
          </p:cNvPr>
          <p:cNvSpPr/>
          <p:nvPr/>
        </p:nvSpPr>
        <p:spPr>
          <a:xfrm>
            <a:off x="6200736" y="1108369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C743A566-AA71-1AE1-9094-BFFDFE5AD9B5}"/>
              </a:ext>
            </a:extLst>
          </p:cNvPr>
          <p:cNvSpPr/>
          <p:nvPr/>
        </p:nvSpPr>
        <p:spPr>
          <a:xfrm>
            <a:off x="2469434" y="1108369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FB1FC347-8878-66CD-E5CF-5DBCCE6A3970}"/>
              </a:ext>
            </a:extLst>
          </p:cNvPr>
          <p:cNvSpPr/>
          <p:nvPr/>
        </p:nvSpPr>
        <p:spPr>
          <a:xfrm>
            <a:off x="1627055" y="1071623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654AEA9-A115-B5F4-008C-1D52D2FA2AC5}"/>
              </a:ext>
            </a:extLst>
          </p:cNvPr>
          <p:cNvCxnSpPr>
            <a:cxnSpLocks/>
          </p:cNvCxnSpPr>
          <p:nvPr/>
        </p:nvCxnSpPr>
        <p:spPr>
          <a:xfrm flipH="1">
            <a:off x="2948107" y="11261532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6E0FD07F-D2E0-26B0-8697-226D5CF5C6DD}"/>
              </a:ext>
            </a:extLst>
          </p:cNvPr>
          <p:cNvSpPr/>
          <p:nvPr/>
        </p:nvSpPr>
        <p:spPr>
          <a:xfrm>
            <a:off x="1607617" y="553279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72AC15AC-49DB-7C34-1CC0-A9699AD5EB42}"/>
              </a:ext>
            </a:extLst>
          </p:cNvPr>
          <p:cNvSpPr/>
          <p:nvPr/>
        </p:nvSpPr>
        <p:spPr>
          <a:xfrm>
            <a:off x="6165584" y="591861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A53E2E83-BE65-F838-A003-840CF0D2B592}"/>
              </a:ext>
            </a:extLst>
          </p:cNvPr>
          <p:cNvSpPr/>
          <p:nvPr/>
        </p:nvSpPr>
        <p:spPr>
          <a:xfrm>
            <a:off x="9792801" y="552893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4BD06FE9-9689-5159-7F21-59D10E260BAC}"/>
              </a:ext>
            </a:extLst>
          </p:cNvPr>
          <p:cNvSpPr/>
          <p:nvPr/>
        </p:nvSpPr>
        <p:spPr>
          <a:xfrm>
            <a:off x="14358227" y="590972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032D1080-782D-4700-C35B-F9EE27E46DD7}"/>
              </a:ext>
            </a:extLst>
          </p:cNvPr>
          <p:cNvCxnSpPr>
            <a:cxnSpLocks/>
          </p:cNvCxnSpPr>
          <p:nvPr/>
        </p:nvCxnSpPr>
        <p:spPr>
          <a:xfrm>
            <a:off x="22953382" y="626309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884CFF51-0859-5119-C3DD-A342DD08BDCE}"/>
              </a:ext>
            </a:extLst>
          </p:cNvPr>
          <p:cNvSpPr/>
          <p:nvPr/>
        </p:nvSpPr>
        <p:spPr>
          <a:xfrm>
            <a:off x="25455361" y="5306847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AC8C0AEF-1971-CA25-CFAF-EC7C62929224}"/>
              </a:ext>
            </a:extLst>
          </p:cNvPr>
          <p:cNvSpPr/>
          <p:nvPr/>
        </p:nvSpPr>
        <p:spPr>
          <a:xfrm>
            <a:off x="27623444" y="6082637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B51CF9F2-CF3D-0B82-EE75-037B879E8588}"/>
              </a:ext>
            </a:extLst>
          </p:cNvPr>
          <p:cNvSpPr/>
          <p:nvPr/>
        </p:nvSpPr>
        <p:spPr>
          <a:xfrm>
            <a:off x="23087461" y="5784576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D589FA1B-6D9D-8887-0321-CCAC116FAE5D}"/>
              </a:ext>
            </a:extLst>
          </p:cNvPr>
          <p:cNvSpPr/>
          <p:nvPr/>
        </p:nvSpPr>
        <p:spPr>
          <a:xfrm>
            <a:off x="27523245" y="589126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44401A6A-1713-CEC4-42D1-E09AE3956A6E}"/>
              </a:ext>
            </a:extLst>
          </p:cNvPr>
          <p:cNvCxnSpPr>
            <a:cxnSpLocks/>
          </p:cNvCxnSpPr>
          <p:nvPr/>
        </p:nvCxnSpPr>
        <p:spPr>
          <a:xfrm flipV="1">
            <a:off x="27691547" y="5895241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ACAF5D0A-3DAA-2D8D-7674-407C5A33417C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27555469" y="5975158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D40C1BE9-3509-1E9A-54C2-9585BAE45FEF}"/>
              </a:ext>
            </a:extLst>
          </p:cNvPr>
          <p:cNvCxnSpPr>
            <a:cxnSpLocks/>
          </p:cNvCxnSpPr>
          <p:nvPr/>
        </p:nvCxnSpPr>
        <p:spPr>
          <a:xfrm rot="1200000" flipV="1">
            <a:off x="27796246" y="5940034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Oval 214">
            <a:extLst>
              <a:ext uri="{FF2B5EF4-FFF2-40B4-BE49-F238E27FC236}">
                <a16:creationId xmlns:a16="http://schemas.microsoft.com/office/drawing/2014/main" id="{8C518ACA-B7F7-C4D9-C8FD-51C8B825E572}"/>
              </a:ext>
            </a:extLst>
          </p:cNvPr>
          <p:cNvSpPr/>
          <p:nvPr/>
        </p:nvSpPr>
        <p:spPr>
          <a:xfrm>
            <a:off x="22949565" y="5523809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4B7D472B-F9C8-BA4C-CA9B-9BAC3A6B4A27}"/>
              </a:ext>
            </a:extLst>
          </p:cNvPr>
          <p:cNvCxnSpPr>
            <a:cxnSpLocks/>
          </p:cNvCxnSpPr>
          <p:nvPr/>
        </p:nvCxnSpPr>
        <p:spPr>
          <a:xfrm flipH="1" flipV="1">
            <a:off x="23303318" y="5539711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DE90711C-7711-65A0-4749-D1530CB0D151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23551348" y="5663181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2D5608AA-D0F3-232F-AA9F-6CDAA57FDC1D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23085249" y="5671135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366AFC9F-DD17-DC20-9FFE-CD6072AF379E}"/>
              </a:ext>
            </a:extLst>
          </p:cNvPr>
          <p:cNvCxnSpPr>
            <a:cxnSpLocks/>
          </p:cNvCxnSpPr>
          <p:nvPr/>
        </p:nvCxnSpPr>
        <p:spPr>
          <a:xfrm>
            <a:off x="22949574" y="820893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0" name="Rectangle 219">
            <a:extLst>
              <a:ext uri="{FF2B5EF4-FFF2-40B4-BE49-F238E27FC236}">
                <a16:creationId xmlns:a16="http://schemas.microsoft.com/office/drawing/2014/main" id="{F98DFAD2-B7AD-8480-4107-EF80111725EB}"/>
              </a:ext>
            </a:extLst>
          </p:cNvPr>
          <p:cNvSpPr/>
          <p:nvPr/>
        </p:nvSpPr>
        <p:spPr>
          <a:xfrm>
            <a:off x="25451554" y="7252688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BD1A350B-EE7A-6956-9BEA-28CA6A372594}"/>
              </a:ext>
            </a:extLst>
          </p:cNvPr>
          <p:cNvSpPr/>
          <p:nvPr/>
        </p:nvSpPr>
        <p:spPr>
          <a:xfrm>
            <a:off x="24732044" y="7022096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0DF4487B-48F0-5C5E-E44F-6FF5E38D4F8E}"/>
              </a:ext>
            </a:extLst>
          </p:cNvPr>
          <p:cNvCxnSpPr>
            <a:cxnSpLocks/>
          </p:cNvCxnSpPr>
          <p:nvPr/>
        </p:nvCxnSpPr>
        <p:spPr>
          <a:xfrm>
            <a:off x="26518994" y="7991885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AB3537ED-EB97-6200-5B23-9CC18DD94C48}"/>
              </a:ext>
            </a:extLst>
          </p:cNvPr>
          <p:cNvCxnSpPr>
            <a:cxnSpLocks/>
            <a:stCxn id="221" idx="0"/>
          </p:cNvCxnSpPr>
          <p:nvPr/>
        </p:nvCxnSpPr>
        <p:spPr>
          <a:xfrm flipH="1" flipV="1">
            <a:off x="24154191" y="7991905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Oval 225">
            <a:extLst>
              <a:ext uri="{FF2B5EF4-FFF2-40B4-BE49-F238E27FC236}">
                <a16:creationId xmlns:a16="http://schemas.microsoft.com/office/drawing/2014/main" id="{76C1DE41-EFB5-3285-491A-F2D957651718}"/>
              </a:ext>
            </a:extLst>
          </p:cNvPr>
          <p:cNvSpPr/>
          <p:nvPr/>
        </p:nvSpPr>
        <p:spPr>
          <a:xfrm>
            <a:off x="27519447" y="7837111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D0AD57E2-DF83-0503-A7F2-DCDB38866C13}"/>
              </a:ext>
            </a:extLst>
          </p:cNvPr>
          <p:cNvSpPr/>
          <p:nvPr/>
        </p:nvSpPr>
        <p:spPr>
          <a:xfrm>
            <a:off x="23788138" y="7837111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Oval 228">
            <a:extLst>
              <a:ext uri="{FF2B5EF4-FFF2-40B4-BE49-F238E27FC236}">
                <a16:creationId xmlns:a16="http://schemas.microsoft.com/office/drawing/2014/main" id="{4731C12D-CD50-AA18-30E7-E6184278EC3F}"/>
              </a:ext>
            </a:extLst>
          </p:cNvPr>
          <p:cNvSpPr/>
          <p:nvPr/>
        </p:nvSpPr>
        <p:spPr>
          <a:xfrm>
            <a:off x="22945757" y="746964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A191D3BA-C9FD-7D82-9C46-D626968076E3}"/>
              </a:ext>
            </a:extLst>
          </p:cNvPr>
          <p:cNvCxnSpPr>
            <a:cxnSpLocks/>
          </p:cNvCxnSpPr>
          <p:nvPr/>
        </p:nvCxnSpPr>
        <p:spPr>
          <a:xfrm>
            <a:off x="22727040" y="1370728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1" name="Freeform: Shape 230">
            <a:extLst>
              <a:ext uri="{FF2B5EF4-FFF2-40B4-BE49-F238E27FC236}">
                <a16:creationId xmlns:a16="http://schemas.microsoft.com/office/drawing/2014/main" id="{343C591F-5583-EF75-1A33-7D637C736528}"/>
              </a:ext>
            </a:extLst>
          </p:cNvPr>
          <p:cNvSpPr/>
          <p:nvPr/>
        </p:nvSpPr>
        <p:spPr>
          <a:xfrm>
            <a:off x="24509509" y="12520447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AAB5E712-60AB-3D9A-A545-F9B51EEB6EE0}"/>
              </a:ext>
            </a:extLst>
          </p:cNvPr>
          <p:cNvCxnSpPr>
            <a:cxnSpLocks/>
          </p:cNvCxnSpPr>
          <p:nvPr/>
        </p:nvCxnSpPr>
        <p:spPr>
          <a:xfrm>
            <a:off x="26296460" y="13490235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877A0E3F-7959-DE36-7523-72C5E6760104}"/>
              </a:ext>
            </a:extLst>
          </p:cNvPr>
          <p:cNvCxnSpPr>
            <a:cxnSpLocks/>
            <a:stCxn id="231" idx="0"/>
          </p:cNvCxnSpPr>
          <p:nvPr/>
        </p:nvCxnSpPr>
        <p:spPr>
          <a:xfrm flipH="1" flipV="1">
            <a:off x="23931655" y="13490256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Oval 235">
            <a:extLst>
              <a:ext uri="{FF2B5EF4-FFF2-40B4-BE49-F238E27FC236}">
                <a16:creationId xmlns:a16="http://schemas.microsoft.com/office/drawing/2014/main" id="{26203B42-1BEA-DB1D-F33D-F81E9A5B0B47}"/>
              </a:ext>
            </a:extLst>
          </p:cNvPr>
          <p:cNvSpPr/>
          <p:nvPr/>
        </p:nvSpPr>
        <p:spPr>
          <a:xfrm>
            <a:off x="27296911" y="13335460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210F0BA6-7FD8-2900-4059-7E0443E34032}"/>
              </a:ext>
            </a:extLst>
          </p:cNvPr>
          <p:cNvSpPr/>
          <p:nvPr/>
        </p:nvSpPr>
        <p:spPr>
          <a:xfrm>
            <a:off x="23565602" y="1333545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1B07C3B5-1C62-4FE1-85B3-132FF3AB8FC8}"/>
              </a:ext>
            </a:extLst>
          </p:cNvPr>
          <p:cNvSpPr/>
          <p:nvPr/>
        </p:nvSpPr>
        <p:spPr>
          <a:xfrm>
            <a:off x="22723229" y="1296799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3A733AA1-833D-A013-6EBE-D6002AE87EF4}"/>
              </a:ext>
            </a:extLst>
          </p:cNvPr>
          <p:cNvSpPr/>
          <p:nvPr/>
        </p:nvSpPr>
        <p:spPr>
          <a:xfrm>
            <a:off x="24968471" y="7227020"/>
            <a:ext cx="1338190" cy="98582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63A73010-EC74-114A-E0ED-0EB424F768B9}"/>
              </a:ext>
            </a:extLst>
          </p:cNvPr>
          <p:cNvSpPr txBox="1"/>
          <p:nvPr/>
        </p:nvSpPr>
        <p:spPr>
          <a:xfrm>
            <a:off x="21988013" y="2915895"/>
            <a:ext cx="680827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Constraints </a:t>
            </a: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919C12B8-06B1-162B-4A0D-74F8DA7B17FE}"/>
              </a:ext>
            </a:extLst>
          </p:cNvPr>
          <p:cNvCxnSpPr>
            <a:cxnSpLocks/>
          </p:cNvCxnSpPr>
          <p:nvPr/>
        </p:nvCxnSpPr>
        <p:spPr>
          <a:xfrm>
            <a:off x="22720413" y="1156587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9" name="Freeform: Shape 248">
            <a:extLst>
              <a:ext uri="{FF2B5EF4-FFF2-40B4-BE49-F238E27FC236}">
                <a16:creationId xmlns:a16="http://schemas.microsoft.com/office/drawing/2014/main" id="{863967BF-1F2E-C97C-D3C6-5CAA92BE576A}"/>
              </a:ext>
            </a:extLst>
          </p:cNvPr>
          <p:cNvSpPr/>
          <p:nvPr/>
        </p:nvSpPr>
        <p:spPr>
          <a:xfrm>
            <a:off x="24502883" y="1037904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5B2416DC-ED33-2A6F-FD97-6A9197DAFA15}"/>
              </a:ext>
            </a:extLst>
          </p:cNvPr>
          <p:cNvCxnSpPr>
            <a:cxnSpLocks/>
          </p:cNvCxnSpPr>
          <p:nvPr/>
        </p:nvCxnSpPr>
        <p:spPr>
          <a:xfrm>
            <a:off x="26289833" y="1134882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Arrow Connector 252">
            <a:extLst>
              <a:ext uri="{FF2B5EF4-FFF2-40B4-BE49-F238E27FC236}">
                <a16:creationId xmlns:a16="http://schemas.microsoft.com/office/drawing/2014/main" id="{D824FEFA-F0F5-3CDE-F34C-ABC435A61690}"/>
              </a:ext>
            </a:extLst>
          </p:cNvPr>
          <p:cNvCxnSpPr>
            <a:cxnSpLocks/>
            <a:stCxn id="249" idx="0"/>
          </p:cNvCxnSpPr>
          <p:nvPr/>
        </p:nvCxnSpPr>
        <p:spPr>
          <a:xfrm flipH="1" flipV="1">
            <a:off x="23925028" y="1134884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Oval 253">
            <a:extLst>
              <a:ext uri="{FF2B5EF4-FFF2-40B4-BE49-F238E27FC236}">
                <a16:creationId xmlns:a16="http://schemas.microsoft.com/office/drawing/2014/main" id="{7B85A16F-4FD0-63A1-B1AE-6FBC171F47BE}"/>
              </a:ext>
            </a:extLst>
          </p:cNvPr>
          <p:cNvSpPr/>
          <p:nvPr/>
        </p:nvSpPr>
        <p:spPr>
          <a:xfrm>
            <a:off x="27290283" y="1119404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02660DED-A31C-38E6-FBCD-2B8912BB1B34}"/>
              </a:ext>
            </a:extLst>
          </p:cNvPr>
          <p:cNvSpPr/>
          <p:nvPr/>
        </p:nvSpPr>
        <p:spPr>
          <a:xfrm>
            <a:off x="23558977" y="1119404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143F97E1-1379-5D3A-FB54-2E50B99B9338}"/>
              </a:ext>
            </a:extLst>
          </p:cNvPr>
          <p:cNvSpPr/>
          <p:nvPr/>
        </p:nvSpPr>
        <p:spPr>
          <a:xfrm>
            <a:off x="22716603" y="1082658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767CE409-9307-1343-FDA3-8BE985D63413}"/>
              </a:ext>
            </a:extLst>
          </p:cNvPr>
          <p:cNvSpPr/>
          <p:nvPr/>
        </p:nvSpPr>
        <p:spPr>
          <a:xfrm>
            <a:off x="25221819" y="1062555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FEB14998-9443-B58C-387C-EE857739AF1E}"/>
              </a:ext>
            </a:extLst>
          </p:cNvPr>
          <p:cNvCxnSpPr>
            <a:cxnSpLocks/>
          </p:cNvCxnSpPr>
          <p:nvPr/>
        </p:nvCxnSpPr>
        <p:spPr>
          <a:xfrm>
            <a:off x="29744700" y="6046929"/>
            <a:ext cx="68005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4CCA6D1-C8D9-2C65-D328-A46E6DFF14A7}"/>
              </a:ext>
            </a:extLst>
          </p:cNvPr>
          <p:cNvSpPr/>
          <p:nvPr/>
        </p:nvSpPr>
        <p:spPr>
          <a:xfrm>
            <a:off x="33445529" y="5090674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AF4BA66F-F888-6CFF-C095-A20E1A37AC70}"/>
              </a:ext>
            </a:extLst>
          </p:cNvPr>
          <p:cNvSpPr/>
          <p:nvPr/>
        </p:nvSpPr>
        <p:spPr>
          <a:xfrm>
            <a:off x="35613608" y="5866454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B2523986-DACF-3875-5EAA-238D1C7BFA27}"/>
              </a:ext>
            </a:extLst>
          </p:cNvPr>
          <p:cNvSpPr/>
          <p:nvPr/>
        </p:nvSpPr>
        <p:spPr>
          <a:xfrm>
            <a:off x="29802287" y="5568412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D0802366-7FE3-753C-B91C-4B990208406E}"/>
              </a:ext>
            </a:extLst>
          </p:cNvPr>
          <p:cNvSpPr/>
          <p:nvPr/>
        </p:nvSpPr>
        <p:spPr>
          <a:xfrm>
            <a:off x="35513416" y="567509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2D437B0D-02B2-E029-1BAF-1549B59C5732}"/>
              </a:ext>
            </a:extLst>
          </p:cNvPr>
          <p:cNvCxnSpPr>
            <a:cxnSpLocks/>
          </p:cNvCxnSpPr>
          <p:nvPr/>
        </p:nvCxnSpPr>
        <p:spPr>
          <a:xfrm flipV="1">
            <a:off x="35681711" y="5679071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88385D70-EFC6-E7A4-639E-6F90F87AB76D}"/>
              </a:ext>
            </a:extLst>
          </p:cNvPr>
          <p:cNvCxnSpPr>
            <a:cxnSpLocks/>
          </p:cNvCxnSpPr>
          <p:nvPr/>
        </p:nvCxnSpPr>
        <p:spPr>
          <a:xfrm flipH="1" flipV="1">
            <a:off x="35523380" y="5779115"/>
            <a:ext cx="136339" cy="10605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9F0ACD16-008F-5D5C-2341-59A9997F062C}"/>
              </a:ext>
            </a:extLst>
          </p:cNvPr>
          <p:cNvCxnSpPr>
            <a:cxnSpLocks/>
          </p:cNvCxnSpPr>
          <p:nvPr/>
        </p:nvCxnSpPr>
        <p:spPr>
          <a:xfrm flipV="1">
            <a:off x="35755837" y="5729260"/>
            <a:ext cx="61146" cy="1679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Oval 265">
            <a:extLst>
              <a:ext uri="{FF2B5EF4-FFF2-40B4-BE49-F238E27FC236}">
                <a16:creationId xmlns:a16="http://schemas.microsoft.com/office/drawing/2014/main" id="{52279B9A-D9DF-D8B7-1150-E4985B291FDF}"/>
              </a:ext>
            </a:extLst>
          </p:cNvPr>
          <p:cNvSpPr/>
          <p:nvPr/>
        </p:nvSpPr>
        <p:spPr>
          <a:xfrm>
            <a:off x="29664385" y="5307632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33CC08B7-C0C6-EE0A-D555-DCF1527E14BC}"/>
              </a:ext>
            </a:extLst>
          </p:cNvPr>
          <p:cNvCxnSpPr>
            <a:cxnSpLocks/>
          </p:cNvCxnSpPr>
          <p:nvPr/>
        </p:nvCxnSpPr>
        <p:spPr>
          <a:xfrm flipH="1" flipV="1">
            <a:off x="30018130" y="5323537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5F7B356A-E34D-61C4-4A2D-B052F39F7870}"/>
              </a:ext>
            </a:extLst>
          </p:cNvPr>
          <p:cNvCxnSpPr>
            <a:cxnSpLocks/>
          </p:cNvCxnSpPr>
          <p:nvPr/>
        </p:nvCxnSpPr>
        <p:spPr>
          <a:xfrm flipV="1">
            <a:off x="30193960" y="5480672"/>
            <a:ext cx="148836" cy="13065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F93E54DC-ACCB-DF26-46B8-EA6B923D32DF}"/>
              </a:ext>
            </a:extLst>
          </p:cNvPr>
          <p:cNvCxnSpPr>
            <a:cxnSpLocks/>
          </p:cNvCxnSpPr>
          <p:nvPr/>
        </p:nvCxnSpPr>
        <p:spPr>
          <a:xfrm flipH="1" flipV="1">
            <a:off x="29725009" y="5492027"/>
            <a:ext cx="154518" cy="12388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3891B929-7BD4-7C4B-DFC4-5098D6747851}"/>
              </a:ext>
            </a:extLst>
          </p:cNvPr>
          <p:cNvCxnSpPr>
            <a:cxnSpLocks/>
          </p:cNvCxnSpPr>
          <p:nvPr/>
        </p:nvCxnSpPr>
        <p:spPr>
          <a:xfrm>
            <a:off x="29687876" y="7992764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2DE00386-86EA-FE58-F51D-827B15791D19}"/>
              </a:ext>
            </a:extLst>
          </p:cNvPr>
          <p:cNvSpPr/>
          <p:nvPr/>
        </p:nvSpPr>
        <p:spPr>
          <a:xfrm>
            <a:off x="33441723" y="7036510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2" name="Freeform: Shape 271">
            <a:extLst>
              <a:ext uri="{FF2B5EF4-FFF2-40B4-BE49-F238E27FC236}">
                <a16:creationId xmlns:a16="http://schemas.microsoft.com/office/drawing/2014/main" id="{82A6A604-83E2-D4C0-06A0-3122853E115B}"/>
              </a:ext>
            </a:extLst>
          </p:cNvPr>
          <p:cNvSpPr/>
          <p:nvPr/>
        </p:nvSpPr>
        <p:spPr>
          <a:xfrm>
            <a:off x="32722207" y="6805923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C8A90FF-46A7-6647-9435-993B49F2DD6F}"/>
              </a:ext>
            </a:extLst>
          </p:cNvPr>
          <p:cNvCxnSpPr>
            <a:cxnSpLocks/>
          </p:cNvCxnSpPr>
          <p:nvPr/>
        </p:nvCxnSpPr>
        <p:spPr>
          <a:xfrm>
            <a:off x="34509159" y="777571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E513EA6B-8127-1BE2-6D0C-4DB33FC410FE}"/>
              </a:ext>
            </a:extLst>
          </p:cNvPr>
          <p:cNvCxnSpPr>
            <a:cxnSpLocks/>
            <a:stCxn id="272" idx="0"/>
          </p:cNvCxnSpPr>
          <p:nvPr/>
        </p:nvCxnSpPr>
        <p:spPr>
          <a:xfrm flipH="1" flipV="1">
            <a:off x="32144354" y="7775734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Oval 274">
            <a:extLst>
              <a:ext uri="{FF2B5EF4-FFF2-40B4-BE49-F238E27FC236}">
                <a16:creationId xmlns:a16="http://schemas.microsoft.com/office/drawing/2014/main" id="{537DC8BD-589C-0A49-2E65-F465DB7F87CB}"/>
              </a:ext>
            </a:extLst>
          </p:cNvPr>
          <p:cNvSpPr/>
          <p:nvPr/>
        </p:nvSpPr>
        <p:spPr>
          <a:xfrm>
            <a:off x="35509609" y="762093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6" name="Oval 275">
            <a:extLst>
              <a:ext uri="{FF2B5EF4-FFF2-40B4-BE49-F238E27FC236}">
                <a16:creationId xmlns:a16="http://schemas.microsoft.com/office/drawing/2014/main" id="{B2204F40-BB92-3E14-E876-705B829DA4A5}"/>
              </a:ext>
            </a:extLst>
          </p:cNvPr>
          <p:cNvSpPr/>
          <p:nvPr/>
        </p:nvSpPr>
        <p:spPr>
          <a:xfrm>
            <a:off x="31778301" y="762093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7" name="Oval 276">
            <a:extLst>
              <a:ext uri="{FF2B5EF4-FFF2-40B4-BE49-F238E27FC236}">
                <a16:creationId xmlns:a16="http://schemas.microsoft.com/office/drawing/2014/main" id="{A114E9EA-483C-8FA4-2695-D4A4D29616C1}"/>
              </a:ext>
            </a:extLst>
          </p:cNvPr>
          <p:cNvSpPr/>
          <p:nvPr/>
        </p:nvSpPr>
        <p:spPr>
          <a:xfrm>
            <a:off x="29720738" y="725347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FE0378D7-7C85-CE70-BA71-72E23381A511}"/>
              </a:ext>
            </a:extLst>
          </p:cNvPr>
          <p:cNvSpPr/>
          <p:nvPr/>
        </p:nvSpPr>
        <p:spPr>
          <a:xfrm>
            <a:off x="29677326" y="7575078"/>
            <a:ext cx="2858698" cy="40198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AB800BF-A707-9F2A-A6AA-002C19BB78F0}"/>
              </a:ext>
            </a:extLst>
          </p:cNvPr>
          <p:cNvCxnSpPr>
            <a:cxnSpLocks/>
          </p:cNvCxnSpPr>
          <p:nvPr/>
        </p:nvCxnSpPr>
        <p:spPr>
          <a:xfrm>
            <a:off x="29340841" y="11334649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5" name="Oval 294">
            <a:extLst>
              <a:ext uri="{FF2B5EF4-FFF2-40B4-BE49-F238E27FC236}">
                <a16:creationId xmlns:a16="http://schemas.microsoft.com/office/drawing/2014/main" id="{E97407DC-3C06-98E3-191E-13E2B03CEA01}"/>
              </a:ext>
            </a:extLst>
          </p:cNvPr>
          <p:cNvSpPr/>
          <p:nvPr/>
        </p:nvSpPr>
        <p:spPr>
          <a:xfrm>
            <a:off x="35162576" y="1096281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E2331B3D-1E79-E2C2-52B5-5932D105183A}"/>
              </a:ext>
            </a:extLst>
          </p:cNvPr>
          <p:cNvSpPr/>
          <p:nvPr/>
        </p:nvSpPr>
        <p:spPr>
          <a:xfrm>
            <a:off x="30167950" y="1096281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933226C7-B9DC-F84F-7ED5-F72B33CA9FAA}"/>
              </a:ext>
            </a:extLst>
          </p:cNvPr>
          <p:cNvSpPr/>
          <p:nvPr/>
        </p:nvSpPr>
        <p:spPr>
          <a:xfrm>
            <a:off x="29373696" y="1059535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89E209BD-9C63-7B74-60F5-2BCD9AA36600}"/>
              </a:ext>
            </a:extLst>
          </p:cNvPr>
          <p:cNvCxnSpPr>
            <a:cxnSpLocks/>
          </p:cNvCxnSpPr>
          <p:nvPr/>
        </p:nvCxnSpPr>
        <p:spPr>
          <a:xfrm flipH="1">
            <a:off x="30676148" y="11110958"/>
            <a:ext cx="4211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44AD7DF7-C0BE-1E30-5E1C-B2957C039D72}"/>
              </a:ext>
            </a:extLst>
          </p:cNvPr>
          <p:cNvCxnSpPr>
            <a:cxnSpLocks/>
          </p:cNvCxnSpPr>
          <p:nvPr/>
        </p:nvCxnSpPr>
        <p:spPr>
          <a:xfrm>
            <a:off x="29284002" y="13478369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2" name="Oval 301">
            <a:extLst>
              <a:ext uri="{FF2B5EF4-FFF2-40B4-BE49-F238E27FC236}">
                <a16:creationId xmlns:a16="http://schemas.microsoft.com/office/drawing/2014/main" id="{EA606A1B-8939-9C94-684E-08EA87CF1F52}"/>
              </a:ext>
            </a:extLst>
          </p:cNvPr>
          <p:cNvSpPr/>
          <p:nvPr/>
        </p:nvSpPr>
        <p:spPr>
          <a:xfrm>
            <a:off x="35105737" y="13106545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F55C2B9B-F72C-67C0-6EB2-E3DE3B728692}"/>
              </a:ext>
            </a:extLst>
          </p:cNvPr>
          <p:cNvSpPr/>
          <p:nvPr/>
        </p:nvSpPr>
        <p:spPr>
          <a:xfrm>
            <a:off x="31651159" y="1310654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4C46E171-19D7-A4E9-8CD3-91170468FD1E}"/>
              </a:ext>
            </a:extLst>
          </p:cNvPr>
          <p:cNvSpPr/>
          <p:nvPr/>
        </p:nvSpPr>
        <p:spPr>
          <a:xfrm>
            <a:off x="29316865" y="1273907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5815CD2C-CAE5-6408-305C-DCE66CD6FFD4}"/>
              </a:ext>
            </a:extLst>
          </p:cNvPr>
          <p:cNvCxnSpPr>
            <a:cxnSpLocks/>
          </p:cNvCxnSpPr>
          <p:nvPr/>
        </p:nvCxnSpPr>
        <p:spPr>
          <a:xfrm flipH="1">
            <a:off x="32084727" y="13254678"/>
            <a:ext cx="2746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7" name="TextBox 306">
            <a:extLst>
              <a:ext uri="{FF2B5EF4-FFF2-40B4-BE49-F238E27FC236}">
                <a16:creationId xmlns:a16="http://schemas.microsoft.com/office/drawing/2014/main" id="{12E1096B-49EC-5304-A8AE-CAF55449D7AF}"/>
              </a:ext>
            </a:extLst>
          </p:cNvPr>
          <p:cNvSpPr txBox="1"/>
          <p:nvPr/>
        </p:nvSpPr>
        <p:spPr>
          <a:xfrm>
            <a:off x="30791219" y="2955494"/>
            <a:ext cx="49071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Goals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AB8A039-A1EE-F0CB-23C4-ECE9200B4338}"/>
              </a:ext>
            </a:extLst>
          </p:cNvPr>
          <p:cNvCxnSpPr>
            <a:cxnSpLocks/>
          </p:cNvCxnSpPr>
          <p:nvPr/>
        </p:nvCxnSpPr>
        <p:spPr>
          <a:xfrm>
            <a:off x="9978341" y="1352914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2F98B9E-1512-FCF3-C055-E9EA1D0D23BA}"/>
              </a:ext>
            </a:extLst>
          </p:cNvPr>
          <p:cNvSpPr/>
          <p:nvPr/>
        </p:nvSpPr>
        <p:spPr>
          <a:xfrm>
            <a:off x="11760812" y="12342305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BEA3244-E5F8-2949-CAE2-3084F9ADC8AA}"/>
              </a:ext>
            </a:extLst>
          </p:cNvPr>
          <p:cNvCxnSpPr>
            <a:cxnSpLocks/>
          </p:cNvCxnSpPr>
          <p:nvPr/>
        </p:nvCxnSpPr>
        <p:spPr>
          <a:xfrm>
            <a:off x="13547762" y="1331209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1C929A5-3569-D3BF-7FE4-C796535538A0}"/>
              </a:ext>
            </a:extLst>
          </p:cNvPr>
          <p:cNvCxnSpPr>
            <a:cxnSpLocks/>
          </p:cNvCxnSpPr>
          <p:nvPr/>
        </p:nvCxnSpPr>
        <p:spPr>
          <a:xfrm>
            <a:off x="13846645" y="1321693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7010EE8-7FC4-C4FA-D9B5-153561DCD1E5}"/>
              </a:ext>
            </a:extLst>
          </p:cNvPr>
          <p:cNvCxnSpPr>
            <a:cxnSpLocks/>
          </p:cNvCxnSpPr>
          <p:nvPr/>
        </p:nvCxnSpPr>
        <p:spPr>
          <a:xfrm rot="10800000">
            <a:off x="13846645" y="13393937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54BD54B-C5AD-FC99-9359-6502DAE21562}"/>
              </a:ext>
            </a:extLst>
          </p:cNvPr>
          <p:cNvCxnSpPr>
            <a:cxnSpLocks/>
            <a:stCxn id="44" idx="0"/>
          </p:cNvCxnSpPr>
          <p:nvPr/>
        </p:nvCxnSpPr>
        <p:spPr>
          <a:xfrm flipH="1" flipV="1">
            <a:off x="11182956" y="13312114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4B6760D8-B52F-105B-1E2B-B13E7F097356}"/>
              </a:ext>
            </a:extLst>
          </p:cNvPr>
          <p:cNvSpPr/>
          <p:nvPr/>
        </p:nvSpPr>
        <p:spPr>
          <a:xfrm>
            <a:off x="14548211" y="1315731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D9760F3-D7C0-1A79-251F-8D8E6968EF88}"/>
              </a:ext>
            </a:extLst>
          </p:cNvPr>
          <p:cNvSpPr/>
          <p:nvPr/>
        </p:nvSpPr>
        <p:spPr>
          <a:xfrm>
            <a:off x="10816904" y="1315731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CC01484A-E572-7108-71ED-F2E4F3B8A6BC}"/>
              </a:ext>
            </a:extLst>
          </p:cNvPr>
          <p:cNvSpPr/>
          <p:nvPr/>
        </p:nvSpPr>
        <p:spPr>
          <a:xfrm>
            <a:off x="9974531" y="12789847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DA23C43-F5E3-4CC5-E756-E64C6F111C5B}"/>
              </a:ext>
            </a:extLst>
          </p:cNvPr>
          <p:cNvCxnSpPr>
            <a:cxnSpLocks/>
          </p:cNvCxnSpPr>
          <p:nvPr/>
        </p:nvCxnSpPr>
        <p:spPr>
          <a:xfrm>
            <a:off x="9978341" y="1153897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5D9B66E0-E868-8F92-DCF6-9526CEBB8677}"/>
              </a:ext>
            </a:extLst>
          </p:cNvPr>
          <p:cNvSpPr/>
          <p:nvPr/>
        </p:nvSpPr>
        <p:spPr>
          <a:xfrm>
            <a:off x="14548211" y="1116714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0BF5376E-61AD-5BFB-3D7B-DDF20FB82233}"/>
              </a:ext>
            </a:extLst>
          </p:cNvPr>
          <p:cNvSpPr/>
          <p:nvPr/>
        </p:nvSpPr>
        <p:spPr>
          <a:xfrm>
            <a:off x="10816904" y="1116714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DA50CCE8-B66F-1BA8-9603-0AC563177E33}"/>
              </a:ext>
            </a:extLst>
          </p:cNvPr>
          <p:cNvSpPr/>
          <p:nvPr/>
        </p:nvSpPr>
        <p:spPr>
          <a:xfrm>
            <a:off x="9974531" y="1079968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6548A202-7CA5-148A-D0E6-A77B37A7B14D}"/>
              </a:ext>
            </a:extLst>
          </p:cNvPr>
          <p:cNvCxnSpPr>
            <a:cxnSpLocks/>
          </p:cNvCxnSpPr>
          <p:nvPr/>
        </p:nvCxnSpPr>
        <p:spPr>
          <a:xfrm flipH="1">
            <a:off x="11295583" y="11344978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FB17DF-A1A7-56E1-1344-188869C4E2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94592" y="15934280"/>
            <a:ext cx="7323596" cy="52311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C3808C6-F00A-E3AC-8B33-7EFA24EC4D7C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6981" y="15905538"/>
            <a:ext cx="7322400" cy="5230799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331053E8-6485-A2A5-B98A-B89216233CEE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269" y="15890873"/>
            <a:ext cx="7322400" cy="5230799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9F6F12A0-AAAB-D7CE-27E9-1966E22FE0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6088" y="15998497"/>
            <a:ext cx="7323120" cy="5230799"/>
          </a:xfrm>
          <a:prstGeom prst="rect">
            <a:avLst/>
          </a:prstGeom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E32A871A-BEB5-97F4-27E8-479161290621}"/>
              </a:ext>
            </a:extLst>
          </p:cNvPr>
          <p:cNvSpPr txBox="1"/>
          <p:nvPr/>
        </p:nvSpPr>
        <p:spPr>
          <a:xfrm>
            <a:off x="4622456" y="-19773"/>
            <a:ext cx="9334095" cy="1323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999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Target Finding 2: 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155916E-E584-C119-173A-74FC21268FCB}"/>
              </a:ext>
            </a:extLst>
          </p:cNvPr>
          <p:cNvSpPr txBox="1"/>
          <p:nvPr/>
        </p:nvSpPr>
        <p:spPr>
          <a:xfrm>
            <a:off x="25251409" y="-4882"/>
            <a:ext cx="9277989" cy="1323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999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B. Target Finding 3: 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7C2ADF3-7209-0286-C0C9-B8BAA03140BD}"/>
              </a:ext>
            </a:extLst>
          </p:cNvPr>
          <p:cNvSpPr txBox="1"/>
          <p:nvPr/>
        </p:nvSpPr>
        <p:spPr>
          <a:xfrm>
            <a:off x="2663997" y="1445162"/>
            <a:ext cx="1373010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Animacy Cues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1DBBDEC-590B-CBED-E49F-BAC6C6C5CC53}"/>
              </a:ext>
            </a:extLst>
          </p:cNvPr>
          <p:cNvSpPr txBox="1"/>
          <p:nvPr/>
        </p:nvSpPr>
        <p:spPr>
          <a:xfrm>
            <a:off x="18117345" y="1412855"/>
            <a:ext cx="22020004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Bidirectional Inferences about Actions, Goals, and Constraints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CA5EB39-4397-947D-90AF-B984CC9FA754}"/>
              </a:ext>
            </a:extLst>
          </p:cNvPr>
          <p:cNvSpPr txBox="1"/>
          <p:nvPr/>
        </p:nvSpPr>
        <p:spPr>
          <a:xfrm>
            <a:off x="1740070" y="2974310"/>
            <a:ext cx="614546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4489A62C-A5DD-FF1A-7C80-4FDF15CBB48E}"/>
              </a:ext>
            </a:extLst>
          </p:cNvPr>
          <p:cNvSpPr txBox="1"/>
          <p:nvPr/>
        </p:nvSpPr>
        <p:spPr>
          <a:xfrm>
            <a:off x="9233306" y="2981629"/>
            <a:ext cx="69149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FF89BB-69D2-8ABC-A77C-2DC298B46CE9}"/>
              </a:ext>
            </a:extLst>
          </p:cNvPr>
          <p:cNvSpPr txBox="1"/>
          <p:nvPr/>
        </p:nvSpPr>
        <p:spPr>
          <a:xfrm>
            <a:off x="2834854" y="4115938"/>
            <a:ext cx="349486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77C8C7-F111-9F06-A371-B331FE5C70FF}"/>
              </a:ext>
            </a:extLst>
          </p:cNvPr>
          <p:cNvSpPr txBox="1"/>
          <p:nvPr/>
        </p:nvSpPr>
        <p:spPr>
          <a:xfrm>
            <a:off x="10738633" y="4123257"/>
            <a:ext cx="349486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2CA53C-A90C-C5C6-DDD9-9FB101987D4B}"/>
              </a:ext>
            </a:extLst>
          </p:cNvPr>
          <p:cNvSpPr txBox="1"/>
          <p:nvPr/>
        </p:nvSpPr>
        <p:spPr>
          <a:xfrm>
            <a:off x="3733705" y="9101591"/>
            <a:ext cx="13024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B79F00-4CD6-D8B2-FBF6-72D3BC08B9E5}"/>
              </a:ext>
            </a:extLst>
          </p:cNvPr>
          <p:cNvSpPr txBox="1"/>
          <p:nvPr/>
        </p:nvSpPr>
        <p:spPr>
          <a:xfrm>
            <a:off x="11842755" y="9108910"/>
            <a:ext cx="13024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7FB8D6-1277-58BE-8D5F-409DAD697EC2}"/>
              </a:ext>
            </a:extLst>
          </p:cNvPr>
          <p:cNvSpPr txBox="1"/>
          <p:nvPr/>
        </p:nvSpPr>
        <p:spPr>
          <a:xfrm>
            <a:off x="23626546" y="4137711"/>
            <a:ext cx="349486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C57BF0-030F-4309-BD70-AE609C7ACBCB}"/>
              </a:ext>
            </a:extLst>
          </p:cNvPr>
          <p:cNvSpPr txBox="1"/>
          <p:nvPr/>
        </p:nvSpPr>
        <p:spPr>
          <a:xfrm>
            <a:off x="31530325" y="4145030"/>
            <a:ext cx="349486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1B1B43-B237-7C0D-A54F-4E8CA9CC5C76}"/>
              </a:ext>
            </a:extLst>
          </p:cNvPr>
          <p:cNvSpPr txBox="1"/>
          <p:nvPr/>
        </p:nvSpPr>
        <p:spPr>
          <a:xfrm>
            <a:off x="24842637" y="9086042"/>
            <a:ext cx="13024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1839D4-B1E6-A5A2-F9D8-89FA9C229721}"/>
              </a:ext>
            </a:extLst>
          </p:cNvPr>
          <p:cNvSpPr txBox="1"/>
          <p:nvPr/>
        </p:nvSpPr>
        <p:spPr>
          <a:xfrm>
            <a:off x="33007668" y="9093361"/>
            <a:ext cx="13024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DDFCC6A-83B1-DAC2-B53D-262F495DF0E4}"/>
              </a:ext>
            </a:extLst>
          </p:cNvPr>
          <p:cNvCxnSpPr/>
          <p:nvPr/>
        </p:nvCxnSpPr>
        <p:spPr>
          <a:xfrm>
            <a:off x="8434701" y="4027012"/>
            <a:ext cx="0" cy="10205209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23A43C8-39F6-81D7-6B0F-ABBD8EF36426}"/>
              </a:ext>
            </a:extLst>
          </p:cNvPr>
          <p:cNvCxnSpPr/>
          <p:nvPr/>
        </p:nvCxnSpPr>
        <p:spPr>
          <a:xfrm>
            <a:off x="29096668" y="4027012"/>
            <a:ext cx="0" cy="10205209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0178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84237-AA0E-04D4-2D58-51DD934E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Rectangle 499">
            <a:extLst>
              <a:ext uri="{FF2B5EF4-FFF2-40B4-BE49-F238E27FC236}">
                <a16:creationId xmlns:a16="http://schemas.microsoft.com/office/drawing/2014/main" id="{47313FCF-4EEE-DBC7-4679-5DDC9B61DC49}"/>
              </a:ext>
            </a:extLst>
          </p:cNvPr>
          <p:cNvSpPr/>
          <p:nvPr/>
        </p:nvSpPr>
        <p:spPr>
          <a:xfrm>
            <a:off x="36534104" y="4065115"/>
            <a:ext cx="7938917" cy="10205209"/>
          </a:xfrm>
          <a:prstGeom prst="rect">
            <a:avLst/>
          </a:prstGeom>
          <a:solidFill>
            <a:srgbClr val="F4E6F4"/>
          </a:solidFill>
          <a:ln w="952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0ADF80DE-BFE2-3725-3D2E-2C4D744005C8}"/>
              </a:ext>
            </a:extLst>
          </p:cNvPr>
          <p:cNvSpPr/>
          <p:nvPr/>
        </p:nvSpPr>
        <p:spPr>
          <a:xfrm>
            <a:off x="28609307" y="4065117"/>
            <a:ext cx="7938917" cy="10205209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2" name="Rectangle 501">
            <a:extLst>
              <a:ext uri="{FF2B5EF4-FFF2-40B4-BE49-F238E27FC236}">
                <a16:creationId xmlns:a16="http://schemas.microsoft.com/office/drawing/2014/main" id="{DD3FA1FF-9D9A-ECA9-350C-3F1615DEA148}"/>
              </a:ext>
            </a:extLst>
          </p:cNvPr>
          <p:cNvSpPr/>
          <p:nvPr/>
        </p:nvSpPr>
        <p:spPr>
          <a:xfrm>
            <a:off x="21270121" y="4065116"/>
            <a:ext cx="7365600" cy="10205209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1CDB0AA4-3E74-37E6-5621-168B9B41AD9F}"/>
              </a:ext>
            </a:extLst>
          </p:cNvPr>
          <p:cNvSpPr/>
          <p:nvPr/>
        </p:nvSpPr>
        <p:spPr>
          <a:xfrm>
            <a:off x="10702306" y="4027018"/>
            <a:ext cx="7938917" cy="10205209"/>
          </a:xfrm>
          <a:prstGeom prst="rect">
            <a:avLst/>
          </a:prstGeom>
          <a:solidFill>
            <a:srgbClr val="F4E6F4"/>
          </a:solidFill>
          <a:ln w="952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CE6C652-8395-C846-57CE-F378950818FC}"/>
              </a:ext>
            </a:extLst>
          </p:cNvPr>
          <p:cNvSpPr/>
          <p:nvPr/>
        </p:nvSpPr>
        <p:spPr>
          <a:xfrm>
            <a:off x="2777505" y="4027016"/>
            <a:ext cx="7938917" cy="10205209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52E26DF8-1BBB-8154-62F3-710ADE7D39B2}"/>
              </a:ext>
            </a:extLst>
          </p:cNvPr>
          <p:cNvSpPr/>
          <p:nvPr/>
        </p:nvSpPr>
        <p:spPr>
          <a:xfrm>
            <a:off x="-4561680" y="4027014"/>
            <a:ext cx="7365600" cy="10205209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C38FF22-DEFF-E6A7-B183-1FE561AA8E41}"/>
              </a:ext>
            </a:extLst>
          </p:cNvPr>
          <p:cNvCxnSpPr>
            <a:cxnSpLocks/>
          </p:cNvCxnSpPr>
          <p:nvPr/>
        </p:nvCxnSpPr>
        <p:spPr>
          <a:xfrm>
            <a:off x="-4011969" y="739314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93BA096D-ADCD-B9E4-7E78-5E6D6F898859}"/>
              </a:ext>
            </a:extLst>
          </p:cNvPr>
          <p:cNvSpPr/>
          <p:nvPr/>
        </p:nvSpPr>
        <p:spPr>
          <a:xfrm>
            <a:off x="-1509982" y="5963527"/>
            <a:ext cx="355687" cy="14137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2C7E468-4221-34BC-2D5A-AAF23BF31B1C}"/>
              </a:ext>
            </a:extLst>
          </p:cNvPr>
          <p:cNvCxnSpPr>
            <a:cxnSpLocks/>
          </p:cNvCxnSpPr>
          <p:nvPr/>
        </p:nvCxnSpPr>
        <p:spPr>
          <a:xfrm>
            <a:off x="-147457" y="7176100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2C943673-EFF6-04F4-BBDD-D682174DA31A}"/>
              </a:ext>
            </a:extLst>
          </p:cNvPr>
          <p:cNvSpPr/>
          <p:nvPr/>
        </p:nvSpPr>
        <p:spPr>
          <a:xfrm>
            <a:off x="658100" y="7212690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9BFEC608-EDDB-2542-30AB-470CE879B4FB}"/>
              </a:ext>
            </a:extLst>
          </p:cNvPr>
          <p:cNvSpPr/>
          <p:nvPr/>
        </p:nvSpPr>
        <p:spPr>
          <a:xfrm>
            <a:off x="-2077650" y="6914628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3DFD3A9-5461-B86D-62A7-4B392A338F18}"/>
              </a:ext>
            </a:extLst>
          </p:cNvPr>
          <p:cNvSpPr/>
          <p:nvPr/>
        </p:nvSpPr>
        <p:spPr>
          <a:xfrm>
            <a:off x="557908" y="70213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30038A7-D5ED-E018-03E9-D615CD042C06}"/>
              </a:ext>
            </a:extLst>
          </p:cNvPr>
          <p:cNvCxnSpPr>
            <a:cxnSpLocks/>
          </p:cNvCxnSpPr>
          <p:nvPr/>
        </p:nvCxnSpPr>
        <p:spPr>
          <a:xfrm flipV="1">
            <a:off x="726202" y="702529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210E10B8-401B-39AC-53D9-BB0B3A3E2B45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590124" y="7105208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8872B6F8-AEE3-1F25-3F4F-F59E27678AF6}"/>
              </a:ext>
            </a:extLst>
          </p:cNvPr>
          <p:cNvCxnSpPr>
            <a:cxnSpLocks/>
          </p:cNvCxnSpPr>
          <p:nvPr/>
        </p:nvCxnSpPr>
        <p:spPr>
          <a:xfrm rot="1200000" flipV="1">
            <a:off x="830901" y="7070085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BDC13C2D-2D1A-D53B-B1EC-A884C5B18169}"/>
              </a:ext>
            </a:extLst>
          </p:cNvPr>
          <p:cNvSpPr/>
          <p:nvPr/>
        </p:nvSpPr>
        <p:spPr>
          <a:xfrm>
            <a:off x="-629917" y="70213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5DF2A72F-D9D7-B5BA-3154-31B8C1FEF52F}"/>
              </a:ext>
            </a:extLst>
          </p:cNvPr>
          <p:cNvSpPr/>
          <p:nvPr/>
        </p:nvSpPr>
        <p:spPr>
          <a:xfrm>
            <a:off x="-2215548" y="6653859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9B41E74B-BF76-037B-925F-61E73092A10F}"/>
              </a:ext>
            </a:extLst>
          </p:cNvPr>
          <p:cNvCxnSpPr>
            <a:cxnSpLocks/>
          </p:cNvCxnSpPr>
          <p:nvPr/>
        </p:nvCxnSpPr>
        <p:spPr>
          <a:xfrm flipH="1" flipV="1">
            <a:off x="-1861808" y="6669765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2A71BE33-A857-0777-A04F-B8654B869A88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-1613758" y="6793229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A0D9B3D5-2456-B135-617B-D7016709CCC4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-2079871" y="6801182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E7EF5C13-7BCB-E154-F6B8-615693838D0B}"/>
              </a:ext>
            </a:extLst>
          </p:cNvPr>
          <p:cNvCxnSpPr>
            <a:cxnSpLocks/>
          </p:cNvCxnSpPr>
          <p:nvPr/>
        </p:nvCxnSpPr>
        <p:spPr>
          <a:xfrm>
            <a:off x="-4015776" y="919461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1464B02A-BBEC-3C1B-1496-0853CD0E3B99}"/>
              </a:ext>
            </a:extLst>
          </p:cNvPr>
          <p:cNvSpPr/>
          <p:nvPr/>
        </p:nvSpPr>
        <p:spPr>
          <a:xfrm>
            <a:off x="-2233305" y="7528359"/>
            <a:ext cx="1786965" cy="146524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BC494F1-B0F5-DD86-EA77-662B357A0EBC}"/>
              </a:ext>
            </a:extLst>
          </p:cNvPr>
          <p:cNvCxnSpPr>
            <a:cxnSpLocks/>
          </p:cNvCxnSpPr>
          <p:nvPr/>
        </p:nvCxnSpPr>
        <p:spPr>
          <a:xfrm>
            <a:off x="-446348" y="897756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93F6B6A-9B1F-3347-526C-8082DCF4C5E4}"/>
              </a:ext>
            </a:extLst>
          </p:cNvPr>
          <p:cNvCxnSpPr>
            <a:cxnSpLocks/>
          </p:cNvCxnSpPr>
          <p:nvPr/>
        </p:nvCxnSpPr>
        <p:spPr>
          <a:xfrm>
            <a:off x="-147468" y="888240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7AB3CB44-795E-595F-BAD3-507DBB43A135}"/>
              </a:ext>
            </a:extLst>
          </p:cNvPr>
          <p:cNvCxnSpPr>
            <a:cxnSpLocks/>
          </p:cNvCxnSpPr>
          <p:nvPr/>
        </p:nvCxnSpPr>
        <p:spPr>
          <a:xfrm rot="10800000">
            <a:off x="-147468" y="905941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0E40492D-3937-2C47-1D37-017C70BBB264}"/>
              </a:ext>
            </a:extLst>
          </p:cNvPr>
          <p:cNvCxnSpPr>
            <a:cxnSpLocks/>
            <a:stCxn id="101" idx="0"/>
          </p:cNvCxnSpPr>
          <p:nvPr/>
        </p:nvCxnSpPr>
        <p:spPr>
          <a:xfrm flipH="1" flipV="1">
            <a:off x="-1010929" y="8977578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44963FE2-0DBD-C3A2-634E-BDF238DAA99E}"/>
              </a:ext>
            </a:extLst>
          </p:cNvPr>
          <p:cNvSpPr/>
          <p:nvPr/>
        </p:nvSpPr>
        <p:spPr>
          <a:xfrm>
            <a:off x="554101" y="882278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0B85D1E1-F3FD-0A98-69F9-94132A81F9E0}"/>
              </a:ext>
            </a:extLst>
          </p:cNvPr>
          <p:cNvSpPr/>
          <p:nvPr/>
        </p:nvSpPr>
        <p:spPr>
          <a:xfrm>
            <a:off x="-633723" y="88227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A386412-3C5B-CC4E-D574-F95F743EB426}"/>
              </a:ext>
            </a:extLst>
          </p:cNvPr>
          <p:cNvSpPr/>
          <p:nvPr/>
        </p:nvSpPr>
        <p:spPr>
          <a:xfrm>
            <a:off x="-1376981" y="88227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0C39C788-A7E8-262B-E870-5E5226B62D6F}"/>
              </a:ext>
            </a:extLst>
          </p:cNvPr>
          <p:cNvSpPr/>
          <p:nvPr/>
        </p:nvSpPr>
        <p:spPr>
          <a:xfrm>
            <a:off x="-2219353" y="845531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E4DDA2-909D-9DA0-D501-CE8556EA1E4B}"/>
              </a:ext>
            </a:extLst>
          </p:cNvPr>
          <p:cNvSpPr/>
          <p:nvPr/>
        </p:nvSpPr>
        <p:spPr>
          <a:xfrm>
            <a:off x="-1509982" y="7764772"/>
            <a:ext cx="355687" cy="14137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C9667DE-3E4F-FC51-CCA8-FC265D2D6A2C}"/>
              </a:ext>
            </a:extLst>
          </p:cNvPr>
          <p:cNvCxnSpPr>
            <a:cxnSpLocks/>
          </p:cNvCxnSpPr>
          <p:nvPr/>
        </p:nvCxnSpPr>
        <p:spPr>
          <a:xfrm>
            <a:off x="-4008167" y="1146731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B1B2F7C-AA7F-C86F-2FBC-ACC61D562D10}"/>
              </a:ext>
            </a:extLst>
          </p:cNvPr>
          <p:cNvSpPr/>
          <p:nvPr/>
        </p:nvSpPr>
        <p:spPr>
          <a:xfrm>
            <a:off x="-2225700" y="10979933"/>
            <a:ext cx="1786965" cy="28637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ADC264B-6C7F-8973-B7B6-E4C333A3F061}"/>
              </a:ext>
            </a:extLst>
          </p:cNvPr>
          <p:cNvCxnSpPr>
            <a:cxnSpLocks/>
          </p:cNvCxnSpPr>
          <p:nvPr/>
        </p:nvCxnSpPr>
        <p:spPr>
          <a:xfrm>
            <a:off x="-438743" y="11250266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9AD97C7-D097-ADF5-EC1D-981834D16118}"/>
              </a:ext>
            </a:extLst>
          </p:cNvPr>
          <p:cNvCxnSpPr>
            <a:cxnSpLocks/>
          </p:cNvCxnSpPr>
          <p:nvPr/>
        </p:nvCxnSpPr>
        <p:spPr>
          <a:xfrm>
            <a:off x="-139860" y="11155106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503557-A511-EAF3-E52B-D0C90BDD4623}"/>
              </a:ext>
            </a:extLst>
          </p:cNvPr>
          <p:cNvCxnSpPr>
            <a:cxnSpLocks/>
          </p:cNvCxnSpPr>
          <p:nvPr/>
        </p:nvCxnSpPr>
        <p:spPr>
          <a:xfrm rot="10800000">
            <a:off x="-139860" y="1133211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486F6FE-3561-3F53-D2F4-EDB5CF501819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-1003322" y="11250276"/>
            <a:ext cx="577846" cy="160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82600EB-F30D-AFF2-86C8-A8B4348E946E}"/>
              </a:ext>
            </a:extLst>
          </p:cNvPr>
          <p:cNvSpPr/>
          <p:nvPr/>
        </p:nvSpPr>
        <p:spPr>
          <a:xfrm>
            <a:off x="561709" y="11095485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6CE888-BB4E-A991-439D-132898A21B04}"/>
              </a:ext>
            </a:extLst>
          </p:cNvPr>
          <p:cNvSpPr/>
          <p:nvPr/>
        </p:nvSpPr>
        <p:spPr>
          <a:xfrm>
            <a:off x="-626116" y="1109548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1D16CFE-4B27-23F2-FAAD-AE86F799BD8B}"/>
              </a:ext>
            </a:extLst>
          </p:cNvPr>
          <p:cNvSpPr/>
          <p:nvPr/>
        </p:nvSpPr>
        <p:spPr>
          <a:xfrm>
            <a:off x="-1369375" y="1109548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29A940D-C71A-318D-46DE-8CEB1D5D8F02}"/>
              </a:ext>
            </a:extLst>
          </p:cNvPr>
          <p:cNvSpPr/>
          <p:nvPr/>
        </p:nvSpPr>
        <p:spPr>
          <a:xfrm>
            <a:off x="-2211747" y="1072801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BE48241-1FF3-DFAB-C3B1-EEB230A94B58}"/>
              </a:ext>
            </a:extLst>
          </p:cNvPr>
          <p:cNvSpPr/>
          <p:nvPr/>
        </p:nvSpPr>
        <p:spPr>
          <a:xfrm>
            <a:off x="-1502379" y="11102459"/>
            <a:ext cx="348080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4161556-9D84-CE22-4959-4D7EF5A65531}"/>
              </a:ext>
            </a:extLst>
          </p:cNvPr>
          <p:cNvCxnSpPr>
            <a:cxnSpLocks/>
          </p:cNvCxnSpPr>
          <p:nvPr/>
        </p:nvCxnSpPr>
        <p:spPr>
          <a:xfrm>
            <a:off x="-4015776" y="1352742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69AD547-2E26-6279-588B-D4FD9BFACDC4}"/>
              </a:ext>
            </a:extLst>
          </p:cNvPr>
          <p:cNvSpPr/>
          <p:nvPr/>
        </p:nvSpPr>
        <p:spPr>
          <a:xfrm>
            <a:off x="-2233305" y="11861164"/>
            <a:ext cx="1786965" cy="146524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58555E-B770-8ABE-2DD5-D1E18D9C4773}"/>
              </a:ext>
            </a:extLst>
          </p:cNvPr>
          <p:cNvCxnSpPr>
            <a:cxnSpLocks/>
          </p:cNvCxnSpPr>
          <p:nvPr/>
        </p:nvCxnSpPr>
        <p:spPr>
          <a:xfrm>
            <a:off x="-446348" y="1331036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12D2CBA-59B8-8C1B-E226-F9D3DC3F90DE}"/>
              </a:ext>
            </a:extLst>
          </p:cNvPr>
          <p:cNvCxnSpPr>
            <a:cxnSpLocks/>
          </p:cNvCxnSpPr>
          <p:nvPr/>
        </p:nvCxnSpPr>
        <p:spPr>
          <a:xfrm>
            <a:off x="-147468" y="1321521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2DFA69D-19FD-916C-A752-B6889D853495}"/>
              </a:ext>
            </a:extLst>
          </p:cNvPr>
          <p:cNvCxnSpPr>
            <a:cxnSpLocks/>
          </p:cNvCxnSpPr>
          <p:nvPr/>
        </p:nvCxnSpPr>
        <p:spPr>
          <a:xfrm rot="10800000">
            <a:off x="-147468" y="13392217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3526E82-F670-1651-A0E4-1755CF5435BA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-1010929" y="13310384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06B36742-7F9A-AB00-E5CE-CD92EE1E31C8}"/>
              </a:ext>
            </a:extLst>
          </p:cNvPr>
          <p:cNvSpPr/>
          <p:nvPr/>
        </p:nvSpPr>
        <p:spPr>
          <a:xfrm>
            <a:off x="554101" y="1315558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2A72E0B-17F8-FBCC-5B2B-0628B7259EB5}"/>
              </a:ext>
            </a:extLst>
          </p:cNvPr>
          <p:cNvSpPr/>
          <p:nvPr/>
        </p:nvSpPr>
        <p:spPr>
          <a:xfrm>
            <a:off x="-633723" y="1315558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B32563A-2E16-8AAD-9A5E-29C9C4AE5BED}"/>
              </a:ext>
            </a:extLst>
          </p:cNvPr>
          <p:cNvSpPr/>
          <p:nvPr/>
        </p:nvSpPr>
        <p:spPr>
          <a:xfrm>
            <a:off x="-1376981" y="1315558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48C03B8-D8AE-F04D-64F0-0CE63D3170E9}"/>
              </a:ext>
            </a:extLst>
          </p:cNvPr>
          <p:cNvSpPr/>
          <p:nvPr/>
        </p:nvSpPr>
        <p:spPr>
          <a:xfrm>
            <a:off x="-2219353" y="1278812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27D0E6C-FBC0-33D7-9195-C928D709AEE8}"/>
              </a:ext>
            </a:extLst>
          </p:cNvPr>
          <p:cNvSpPr/>
          <p:nvPr/>
        </p:nvSpPr>
        <p:spPr>
          <a:xfrm>
            <a:off x="-1527199" y="13178484"/>
            <a:ext cx="348080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59DA24A-B8D5-E3E6-0520-005539D51F9D}"/>
              </a:ext>
            </a:extLst>
          </p:cNvPr>
          <p:cNvCxnSpPr>
            <a:cxnSpLocks/>
          </p:cNvCxnSpPr>
          <p:nvPr/>
        </p:nvCxnSpPr>
        <p:spPr>
          <a:xfrm>
            <a:off x="3815183" y="737685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6E47D62-F615-6740-5D9F-77D810E07044}"/>
              </a:ext>
            </a:extLst>
          </p:cNvPr>
          <p:cNvSpPr/>
          <p:nvPr/>
        </p:nvSpPr>
        <p:spPr>
          <a:xfrm>
            <a:off x="8941097" y="5947228"/>
            <a:ext cx="355687" cy="14137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02776ED-6022-1EFC-C63D-B7110524FCE9}"/>
              </a:ext>
            </a:extLst>
          </p:cNvPr>
          <p:cNvCxnSpPr>
            <a:cxnSpLocks/>
          </p:cNvCxnSpPr>
          <p:nvPr/>
        </p:nvCxnSpPr>
        <p:spPr>
          <a:xfrm>
            <a:off x="7679690" y="7159799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813475F7-4216-07BA-C83C-EFED368E5558}"/>
              </a:ext>
            </a:extLst>
          </p:cNvPr>
          <p:cNvSpPr/>
          <p:nvPr/>
        </p:nvSpPr>
        <p:spPr>
          <a:xfrm>
            <a:off x="8485247" y="7196389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3658507-1376-A5EA-E7D7-72D37E9F974D}"/>
              </a:ext>
            </a:extLst>
          </p:cNvPr>
          <p:cNvSpPr/>
          <p:nvPr/>
        </p:nvSpPr>
        <p:spPr>
          <a:xfrm>
            <a:off x="3949272" y="6898327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23A76041-CCBE-F30F-9DF2-BA62F1E178CC}"/>
              </a:ext>
            </a:extLst>
          </p:cNvPr>
          <p:cNvSpPr/>
          <p:nvPr/>
        </p:nvSpPr>
        <p:spPr>
          <a:xfrm>
            <a:off x="8385055" y="70050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650F007-A06E-3FAC-A7A2-8BD2612AB409}"/>
              </a:ext>
            </a:extLst>
          </p:cNvPr>
          <p:cNvCxnSpPr>
            <a:cxnSpLocks/>
          </p:cNvCxnSpPr>
          <p:nvPr/>
        </p:nvCxnSpPr>
        <p:spPr>
          <a:xfrm flipV="1">
            <a:off x="8553350" y="7008992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C445CCA-ADBA-6F0C-06D1-15E158992FC4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8417275" y="7088906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D237BD22-2CE3-9747-D84F-ABD03123F83E}"/>
              </a:ext>
            </a:extLst>
          </p:cNvPr>
          <p:cNvCxnSpPr>
            <a:cxnSpLocks/>
          </p:cNvCxnSpPr>
          <p:nvPr/>
        </p:nvCxnSpPr>
        <p:spPr>
          <a:xfrm rot="1200000" flipV="1">
            <a:off x="8658047" y="7053785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>
            <a:extLst>
              <a:ext uri="{FF2B5EF4-FFF2-40B4-BE49-F238E27FC236}">
                <a16:creationId xmlns:a16="http://schemas.microsoft.com/office/drawing/2014/main" id="{DA28C393-F96A-47A8-ABD1-383707AEB9EA}"/>
              </a:ext>
            </a:extLst>
          </p:cNvPr>
          <p:cNvSpPr/>
          <p:nvPr/>
        </p:nvSpPr>
        <p:spPr>
          <a:xfrm>
            <a:off x="7197230" y="70050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871B616-96C7-19A2-CEA6-AAE047E7F741}"/>
              </a:ext>
            </a:extLst>
          </p:cNvPr>
          <p:cNvSpPr/>
          <p:nvPr/>
        </p:nvSpPr>
        <p:spPr>
          <a:xfrm>
            <a:off x="3811375" y="6637558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802AA4C-AF60-3F54-4CAB-E94E7A6912CD}"/>
              </a:ext>
            </a:extLst>
          </p:cNvPr>
          <p:cNvCxnSpPr>
            <a:cxnSpLocks/>
          </p:cNvCxnSpPr>
          <p:nvPr/>
        </p:nvCxnSpPr>
        <p:spPr>
          <a:xfrm flipH="1" flipV="1">
            <a:off x="4165114" y="6653464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01BB739-EB10-6886-E3F7-33ABA65720A2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4413166" y="6776929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411F76D-3FE0-2367-34F3-D41AA9B82287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3947051" y="6784881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8D81AA6-5B3F-A1AC-7A35-D2C670BAC2E6}"/>
              </a:ext>
            </a:extLst>
          </p:cNvPr>
          <p:cNvCxnSpPr>
            <a:cxnSpLocks/>
          </p:cNvCxnSpPr>
          <p:nvPr/>
        </p:nvCxnSpPr>
        <p:spPr>
          <a:xfrm>
            <a:off x="3811375" y="917831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47105625-6D0A-8B57-4074-80AEEFC8927F}"/>
              </a:ext>
            </a:extLst>
          </p:cNvPr>
          <p:cNvSpPr/>
          <p:nvPr/>
        </p:nvSpPr>
        <p:spPr>
          <a:xfrm>
            <a:off x="5593848" y="7512062"/>
            <a:ext cx="1786965" cy="146524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460D8FE5-92AD-459A-0FAD-EFEF708D3409}"/>
              </a:ext>
            </a:extLst>
          </p:cNvPr>
          <p:cNvCxnSpPr>
            <a:cxnSpLocks/>
          </p:cNvCxnSpPr>
          <p:nvPr/>
        </p:nvCxnSpPr>
        <p:spPr>
          <a:xfrm>
            <a:off x="7380799" y="8961263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0FF5DA0C-0F8E-6674-7C30-A91F4776B752}"/>
              </a:ext>
            </a:extLst>
          </p:cNvPr>
          <p:cNvCxnSpPr>
            <a:cxnSpLocks/>
          </p:cNvCxnSpPr>
          <p:nvPr/>
        </p:nvCxnSpPr>
        <p:spPr>
          <a:xfrm>
            <a:off x="7679681" y="886610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4747FEEB-EB62-43DF-2485-C7E44E130DA2}"/>
              </a:ext>
            </a:extLst>
          </p:cNvPr>
          <p:cNvCxnSpPr>
            <a:cxnSpLocks/>
          </p:cNvCxnSpPr>
          <p:nvPr/>
        </p:nvCxnSpPr>
        <p:spPr>
          <a:xfrm rot="10800000">
            <a:off x="7679681" y="904311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1E2EFFEE-383B-402C-0348-3B874A643124}"/>
              </a:ext>
            </a:extLst>
          </p:cNvPr>
          <p:cNvCxnSpPr>
            <a:cxnSpLocks/>
            <a:stCxn id="79" idx="0"/>
          </p:cNvCxnSpPr>
          <p:nvPr/>
        </p:nvCxnSpPr>
        <p:spPr>
          <a:xfrm flipH="1" flipV="1">
            <a:off x="5015994" y="8961280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Oval 134">
            <a:extLst>
              <a:ext uri="{FF2B5EF4-FFF2-40B4-BE49-F238E27FC236}">
                <a16:creationId xmlns:a16="http://schemas.microsoft.com/office/drawing/2014/main" id="{7E07C7AF-A356-9E1C-51CF-6C704816C421}"/>
              </a:ext>
            </a:extLst>
          </p:cNvPr>
          <p:cNvSpPr/>
          <p:nvPr/>
        </p:nvSpPr>
        <p:spPr>
          <a:xfrm>
            <a:off x="8381250" y="880648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081FAFD8-D47B-FCBF-71D3-ECA8E4AA17F3}"/>
              </a:ext>
            </a:extLst>
          </p:cNvPr>
          <p:cNvSpPr/>
          <p:nvPr/>
        </p:nvSpPr>
        <p:spPr>
          <a:xfrm>
            <a:off x="7193423" y="88064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55E9E9E0-6C02-8BF5-8B46-96A69F9900E6}"/>
              </a:ext>
            </a:extLst>
          </p:cNvPr>
          <p:cNvSpPr/>
          <p:nvPr/>
        </p:nvSpPr>
        <p:spPr>
          <a:xfrm>
            <a:off x="4649941" y="88064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6488E70C-EA1A-0241-C975-87661D197329}"/>
              </a:ext>
            </a:extLst>
          </p:cNvPr>
          <p:cNvSpPr/>
          <p:nvPr/>
        </p:nvSpPr>
        <p:spPr>
          <a:xfrm>
            <a:off x="3807570" y="843901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9A0AB5D0-2212-4C4C-6D17-9151C496D366}"/>
              </a:ext>
            </a:extLst>
          </p:cNvPr>
          <p:cNvSpPr/>
          <p:nvPr/>
        </p:nvSpPr>
        <p:spPr>
          <a:xfrm>
            <a:off x="8972901" y="7748473"/>
            <a:ext cx="355687" cy="14137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4FA978FA-3C2D-A05B-B240-BD73682D688A}"/>
              </a:ext>
            </a:extLst>
          </p:cNvPr>
          <p:cNvCxnSpPr>
            <a:cxnSpLocks/>
          </p:cNvCxnSpPr>
          <p:nvPr/>
        </p:nvCxnSpPr>
        <p:spPr>
          <a:xfrm>
            <a:off x="3811535" y="1141495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2" name="Freeform: Shape 141">
            <a:extLst>
              <a:ext uri="{FF2B5EF4-FFF2-40B4-BE49-F238E27FC236}">
                <a16:creationId xmlns:a16="http://schemas.microsoft.com/office/drawing/2014/main" id="{A38E9E30-5A84-FF7F-E223-ADEAC6F5B34C}"/>
              </a:ext>
            </a:extLst>
          </p:cNvPr>
          <p:cNvSpPr/>
          <p:nvPr/>
        </p:nvSpPr>
        <p:spPr>
          <a:xfrm>
            <a:off x="5594007" y="10927572"/>
            <a:ext cx="1786965" cy="28637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6A54605B-860C-9AA8-91C6-559EE536C53B}"/>
              </a:ext>
            </a:extLst>
          </p:cNvPr>
          <p:cNvCxnSpPr>
            <a:cxnSpLocks/>
          </p:cNvCxnSpPr>
          <p:nvPr/>
        </p:nvCxnSpPr>
        <p:spPr>
          <a:xfrm>
            <a:off x="7380957" y="11197901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FE208A0-8321-7787-B0E0-D8219DDC577B}"/>
              </a:ext>
            </a:extLst>
          </p:cNvPr>
          <p:cNvCxnSpPr>
            <a:cxnSpLocks/>
          </p:cNvCxnSpPr>
          <p:nvPr/>
        </p:nvCxnSpPr>
        <p:spPr>
          <a:xfrm>
            <a:off x="7679841" y="11102742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9DDCA8A8-92C0-EFDA-7F41-117943ECEAC2}"/>
              </a:ext>
            </a:extLst>
          </p:cNvPr>
          <p:cNvCxnSpPr>
            <a:cxnSpLocks/>
          </p:cNvCxnSpPr>
          <p:nvPr/>
        </p:nvCxnSpPr>
        <p:spPr>
          <a:xfrm rot="10800000">
            <a:off x="7679841" y="11279747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67B0347C-E07B-66EC-569C-21200082F0BD}"/>
              </a:ext>
            </a:extLst>
          </p:cNvPr>
          <p:cNvCxnSpPr>
            <a:cxnSpLocks/>
            <a:stCxn id="142" idx="0"/>
          </p:cNvCxnSpPr>
          <p:nvPr/>
        </p:nvCxnSpPr>
        <p:spPr>
          <a:xfrm flipH="1" flipV="1">
            <a:off x="5016152" y="11197913"/>
            <a:ext cx="577846" cy="160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Oval 158">
            <a:extLst>
              <a:ext uri="{FF2B5EF4-FFF2-40B4-BE49-F238E27FC236}">
                <a16:creationId xmlns:a16="http://schemas.microsoft.com/office/drawing/2014/main" id="{D30B44DE-ED50-5CBD-8A30-49B5361B973C}"/>
              </a:ext>
            </a:extLst>
          </p:cNvPr>
          <p:cNvSpPr/>
          <p:nvPr/>
        </p:nvSpPr>
        <p:spPr>
          <a:xfrm>
            <a:off x="8381407" y="11043120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79D10BF1-A1F6-C6F3-21AA-3C2A73A401C0}"/>
              </a:ext>
            </a:extLst>
          </p:cNvPr>
          <p:cNvSpPr/>
          <p:nvPr/>
        </p:nvSpPr>
        <p:spPr>
          <a:xfrm>
            <a:off x="7193583" y="1104312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262ACD11-3A38-F6F7-6FF8-0CE18A145DBB}"/>
              </a:ext>
            </a:extLst>
          </p:cNvPr>
          <p:cNvSpPr/>
          <p:nvPr/>
        </p:nvSpPr>
        <p:spPr>
          <a:xfrm>
            <a:off x="4650101" y="1104312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F3FCE7D5-E86F-ACE4-FDFB-1D3CE3696FEF}"/>
              </a:ext>
            </a:extLst>
          </p:cNvPr>
          <p:cNvSpPr/>
          <p:nvPr/>
        </p:nvSpPr>
        <p:spPr>
          <a:xfrm>
            <a:off x="3807727" y="1067565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76A20927-1116-718F-7043-7F425536FF60}"/>
              </a:ext>
            </a:extLst>
          </p:cNvPr>
          <p:cNvSpPr/>
          <p:nvPr/>
        </p:nvSpPr>
        <p:spPr>
          <a:xfrm>
            <a:off x="8973054" y="11050095"/>
            <a:ext cx="348080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FC067258-7DFB-59D8-A349-7A2EC4B15BD9}"/>
              </a:ext>
            </a:extLst>
          </p:cNvPr>
          <p:cNvCxnSpPr>
            <a:cxnSpLocks/>
          </p:cNvCxnSpPr>
          <p:nvPr/>
        </p:nvCxnSpPr>
        <p:spPr>
          <a:xfrm>
            <a:off x="3803928" y="13475057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Freeform: Shape 183">
            <a:extLst>
              <a:ext uri="{FF2B5EF4-FFF2-40B4-BE49-F238E27FC236}">
                <a16:creationId xmlns:a16="http://schemas.microsoft.com/office/drawing/2014/main" id="{62DA677D-33C7-11E5-0359-42A7698E22AA}"/>
              </a:ext>
            </a:extLst>
          </p:cNvPr>
          <p:cNvSpPr/>
          <p:nvPr/>
        </p:nvSpPr>
        <p:spPr>
          <a:xfrm>
            <a:off x="5586399" y="11808804"/>
            <a:ext cx="1786965" cy="146524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D9C4E75A-C893-DA35-F781-B1EAB1CAA89B}"/>
              </a:ext>
            </a:extLst>
          </p:cNvPr>
          <p:cNvCxnSpPr>
            <a:cxnSpLocks/>
          </p:cNvCxnSpPr>
          <p:nvPr/>
        </p:nvCxnSpPr>
        <p:spPr>
          <a:xfrm>
            <a:off x="7373351" y="13258005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447EA7A7-7D17-3684-B198-AB45BFBDA4B0}"/>
              </a:ext>
            </a:extLst>
          </p:cNvPr>
          <p:cNvCxnSpPr>
            <a:cxnSpLocks/>
          </p:cNvCxnSpPr>
          <p:nvPr/>
        </p:nvCxnSpPr>
        <p:spPr>
          <a:xfrm>
            <a:off x="7672235" y="13162847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F1677A9-8D05-5446-8A22-45C3B3A83FC6}"/>
              </a:ext>
            </a:extLst>
          </p:cNvPr>
          <p:cNvCxnSpPr>
            <a:cxnSpLocks/>
          </p:cNvCxnSpPr>
          <p:nvPr/>
        </p:nvCxnSpPr>
        <p:spPr>
          <a:xfrm rot="10800000">
            <a:off x="7672235" y="1333985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178D060A-F531-3579-6B5B-4020C3C60093}"/>
              </a:ext>
            </a:extLst>
          </p:cNvPr>
          <p:cNvCxnSpPr>
            <a:cxnSpLocks/>
            <a:stCxn id="184" idx="0"/>
          </p:cNvCxnSpPr>
          <p:nvPr/>
        </p:nvCxnSpPr>
        <p:spPr>
          <a:xfrm flipH="1" flipV="1">
            <a:off x="5008545" y="13258021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Oval 188">
            <a:extLst>
              <a:ext uri="{FF2B5EF4-FFF2-40B4-BE49-F238E27FC236}">
                <a16:creationId xmlns:a16="http://schemas.microsoft.com/office/drawing/2014/main" id="{130173D3-A325-791B-1B02-70A7F4AC4CD4}"/>
              </a:ext>
            </a:extLst>
          </p:cNvPr>
          <p:cNvSpPr/>
          <p:nvPr/>
        </p:nvSpPr>
        <p:spPr>
          <a:xfrm>
            <a:off x="8373800" y="13103225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C9CD3897-45D4-72FD-644F-76973EC70D45}"/>
              </a:ext>
            </a:extLst>
          </p:cNvPr>
          <p:cNvSpPr/>
          <p:nvPr/>
        </p:nvSpPr>
        <p:spPr>
          <a:xfrm>
            <a:off x="7185975" y="131032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6529B2C0-48B1-A5C3-B42B-37126F3A6819}"/>
              </a:ext>
            </a:extLst>
          </p:cNvPr>
          <p:cNvSpPr/>
          <p:nvPr/>
        </p:nvSpPr>
        <p:spPr>
          <a:xfrm>
            <a:off x="4642493" y="131032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360953A8-46A9-2297-E444-C729717B4E38}"/>
              </a:ext>
            </a:extLst>
          </p:cNvPr>
          <p:cNvSpPr/>
          <p:nvPr/>
        </p:nvSpPr>
        <p:spPr>
          <a:xfrm>
            <a:off x="3800122" y="1273575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37A6A68-0DDE-C26C-A6AD-ADDDAEFC769A}"/>
              </a:ext>
            </a:extLst>
          </p:cNvPr>
          <p:cNvSpPr/>
          <p:nvPr/>
        </p:nvSpPr>
        <p:spPr>
          <a:xfrm>
            <a:off x="8948235" y="13126120"/>
            <a:ext cx="348080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923C905B-B0C7-DE84-8691-8F39A1A6D2B9}"/>
              </a:ext>
            </a:extLst>
          </p:cNvPr>
          <p:cNvCxnSpPr>
            <a:cxnSpLocks/>
          </p:cNvCxnSpPr>
          <p:nvPr/>
        </p:nvCxnSpPr>
        <p:spPr>
          <a:xfrm>
            <a:off x="12448786" y="737685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3" name="Rectangle 282">
            <a:extLst>
              <a:ext uri="{FF2B5EF4-FFF2-40B4-BE49-F238E27FC236}">
                <a16:creationId xmlns:a16="http://schemas.microsoft.com/office/drawing/2014/main" id="{33D66EAD-5122-1A38-8778-3F6F89DD4DE5}"/>
              </a:ext>
            </a:extLst>
          </p:cNvPr>
          <p:cNvSpPr/>
          <p:nvPr/>
        </p:nvSpPr>
        <p:spPr>
          <a:xfrm>
            <a:off x="17574698" y="5947228"/>
            <a:ext cx="355687" cy="14137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66BF8FA2-ED95-EC5F-7280-A8DB4D049F40}"/>
              </a:ext>
            </a:extLst>
          </p:cNvPr>
          <p:cNvCxnSpPr>
            <a:cxnSpLocks/>
          </p:cNvCxnSpPr>
          <p:nvPr/>
        </p:nvCxnSpPr>
        <p:spPr>
          <a:xfrm>
            <a:off x="16313291" y="7159799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Oval 284">
            <a:extLst>
              <a:ext uri="{FF2B5EF4-FFF2-40B4-BE49-F238E27FC236}">
                <a16:creationId xmlns:a16="http://schemas.microsoft.com/office/drawing/2014/main" id="{F1365A68-B5AC-64BD-529F-E5D3709B4EED}"/>
              </a:ext>
            </a:extLst>
          </p:cNvPr>
          <p:cNvSpPr/>
          <p:nvPr/>
        </p:nvSpPr>
        <p:spPr>
          <a:xfrm>
            <a:off x="17118848" y="7196389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Oval 285">
            <a:extLst>
              <a:ext uri="{FF2B5EF4-FFF2-40B4-BE49-F238E27FC236}">
                <a16:creationId xmlns:a16="http://schemas.microsoft.com/office/drawing/2014/main" id="{DFC5C639-2E2E-E4B9-8452-8A4DD560DA8A}"/>
              </a:ext>
            </a:extLst>
          </p:cNvPr>
          <p:cNvSpPr/>
          <p:nvPr/>
        </p:nvSpPr>
        <p:spPr>
          <a:xfrm>
            <a:off x="11439874" y="6898327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7" name="Oval 286">
            <a:extLst>
              <a:ext uri="{FF2B5EF4-FFF2-40B4-BE49-F238E27FC236}">
                <a16:creationId xmlns:a16="http://schemas.microsoft.com/office/drawing/2014/main" id="{51B863E3-847A-36F7-3B0C-C14F7EC02CBB}"/>
              </a:ext>
            </a:extLst>
          </p:cNvPr>
          <p:cNvSpPr/>
          <p:nvPr/>
        </p:nvSpPr>
        <p:spPr>
          <a:xfrm>
            <a:off x="17018657" y="70050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8" name="Straight Arrow Connector 287">
            <a:extLst>
              <a:ext uri="{FF2B5EF4-FFF2-40B4-BE49-F238E27FC236}">
                <a16:creationId xmlns:a16="http://schemas.microsoft.com/office/drawing/2014/main" id="{112BB714-B3AF-F219-76F6-C3E4531195AF}"/>
              </a:ext>
            </a:extLst>
          </p:cNvPr>
          <p:cNvCxnSpPr>
            <a:cxnSpLocks/>
          </p:cNvCxnSpPr>
          <p:nvPr/>
        </p:nvCxnSpPr>
        <p:spPr>
          <a:xfrm flipV="1">
            <a:off x="17186952" y="7008992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Arrow Connector 288">
            <a:extLst>
              <a:ext uri="{FF2B5EF4-FFF2-40B4-BE49-F238E27FC236}">
                <a16:creationId xmlns:a16="http://schemas.microsoft.com/office/drawing/2014/main" id="{C29C40EC-9E47-D9E6-E2C0-1E986EF07773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17050876" y="7088906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>
            <a:extLst>
              <a:ext uri="{FF2B5EF4-FFF2-40B4-BE49-F238E27FC236}">
                <a16:creationId xmlns:a16="http://schemas.microsoft.com/office/drawing/2014/main" id="{B17ADECD-4DBE-E264-61FD-45CCE2F7C263}"/>
              </a:ext>
            </a:extLst>
          </p:cNvPr>
          <p:cNvCxnSpPr>
            <a:cxnSpLocks/>
          </p:cNvCxnSpPr>
          <p:nvPr/>
        </p:nvCxnSpPr>
        <p:spPr>
          <a:xfrm rot="1200000" flipV="1">
            <a:off x="17291649" y="7053785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Oval 291">
            <a:extLst>
              <a:ext uri="{FF2B5EF4-FFF2-40B4-BE49-F238E27FC236}">
                <a16:creationId xmlns:a16="http://schemas.microsoft.com/office/drawing/2014/main" id="{D76C5C4A-7B36-39C3-60C9-E1B9A8C8A1FD}"/>
              </a:ext>
            </a:extLst>
          </p:cNvPr>
          <p:cNvSpPr/>
          <p:nvPr/>
        </p:nvSpPr>
        <p:spPr>
          <a:xfrm>
            <a:off x="15830831" y="70050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Oval 292">
            <a:extLst>
              <a:ext uri="{FF2B5EF4-FFF2-40B4-BE49-F238E27FC236}">
                <a16:creationId xmlns:a16="http://schemas.microsoft.com/office/drawing/2014/main" id="{C17A7E2A-E7B6-754C-214E-2159D12F137B}"/>
              </a:ext>
            </a:extLst>
          </p:cNvPr>
          <p:cNvSpPr/>
          <p:nvPr/>
        </p:nvSpPr>
        <p:spPr>
          <a:xfrm>
            <a:off x="11301976" y="6637558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4" name="Straight Arrow Connector 293">
            <a:extLst>
              <a:ext uri="{FF2B5EF4-FFF2-40B4-BE49-F238E27FC236}">
                <a16:creationId xmlns:a16="http://schemas.microsoft.com/office/drawing/2014/main" id="{B698233E-CC0C-3C36-6AA4-94052E7616ED}"/>
              </a:ext>
            </a:extLst>
          </p:cNvPr>
          <p:cNvCxnSpPr>
            <a:cxnSpLocks/>
          </p:cNvCxnSpPr>
          <p:nvPr/>
        </p:nvCxnSpPr>
        <p:spPr>
          <a:xfrm flipH="1" flipV="1">
            <a:off x="11655716" y="6653466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Arrow Connector 297">
            <a:extLst>
              <a:ext uri="{FF2B5EF4-FFF2-40B4-BE49-F238E27FC236}">
                <a16:creationId xmlns:a16="http://schemas.microsoft.com/office/drawing/2014/main" id="{DF20EE2A-996D-760C-6C78-64FD9BBBBE2F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11903766" y="6776931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>
            <a:extLst>
              <a:ext uri="{FF2B5EF4-FFF2-40B4-BE49-F238E27FC236}">
                <a16:creationId xmlns:a16="http://schemas.microsoft.com/office/drawing/2014/main" id="{A8E1E6F1-2387-39E2-BFA0-6F90B8360534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11437653" y="6784883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3D3B05B9-837A-A395-8E24-41BFBFC3BBD6}"/>
              </a:ext>
            </a:extLst>
          </p:cNvPr>
          <p:cNvCxnSpPr>
            <a:cxnSpLocks/>
          </p:cNvCxnSpPr>
          <p:nvPr/>
        </p:nvCxnSpPr>
        <p:spPr>
          <a:xfrm>
            <a:off x="12444980" y="917831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9" name="Freeform: Shape 308">
            <a:extLst>
              <a:ext uri="{FF2B5EF4-FFF2-40B4-BE49-F238E27FC236}">
                <a16:creationId xmlns:a16="http://schemas.microsoft.com/office/drawing/2014/main" id="{AC964F41-84FB-8561-F9F9-5E7930B89854}"/>
              </a:ext>
            </a:extLst>
          </p:cNvPr>
          <p:cNvSpPr/>
          <p:nvPr/>
        </p:nvSpPr>
        <p:spPr>
          <a:xfrm>
            <a:off x="14227449" y="7512062"/>
            <a:ext cx="1786965" cy="146524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750D45AA-4759-AA2B-8E99-DD1B1197B3AF}"/>
              </a:ext>
            </a:extLst>
          </p:cNvPr>
          <p:cNvCxnSpPr>
            <a:cxnSpLocks/>
          </p:cNvCxnSpPr>
          <p:nvPr/>
        </p:nvCxnSpPr>
        <p:spPr>
          <a:xfrm>
            <a:off x="16014399" y="8961263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7FDB0C7B-8677-81DD-59E2-07C0F7189221}"/>
              </a:ext>
            </a:extLst>
          </p:cNvPr>
          <p:cNvCxnSpPr>
            <a:cxnSpLocks/>
          </p:cNvCxnSpPr>
          <p:nvPr/>
        </p:nvCxnSpPr>
        <p:spPr>
          <a:xfrm>
            <a:off x="16313285" y="886610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Arrow Connector 311">
            <a:extLst>
              <a:ext uri="{FF2B5EF4-FFF2-40B4-BE49-F238E27FC236}">
                <a16:creationId xmlns:a16="http://schemas.microsoft.com/office/drawing/2014/main" id="{0282DE60-F497-BBF7-7DBB-D69D17B2FBEE}"/>
              </a:ext>
            </a:extLst>
          </p:cNvPr>
          <p:cNvCxnSpPr>
            <a:cxnSpLocks/>
          </p:cNvCxnSpPr>
          <p:nvPr/>
        </p:nvCxnSpPr>
        <p:spPr>
          <a:xfrm rot="10800000">
            <a:off x="16313285" y="904311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DB1BEF37-E0B9-D592-AC45-3CB945D6891F}"/>
              </a:ext>
            </a:extLst>
          </p:cNvPr>
          <p:cNvCxnSpPr>
            <a:cxnSpLocks/>
            <a:stCxn id="309" idx="0"/>
          </p:cNvCxnSpPr>
          <p:nvPr/>
        </p:nvCxnSpPr>
        <p:spPr>
          <a:xfrm flipH="1" flipV="1">
            <a:off x="13649595" y="8961282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Oval 313">
            <a:extLst>
              <a:ext uri="{FF2B5EF4-FFF2-40B4-BE49-F238E27FC236}">
                <a16:creationId xmlns:a16="http://schemas.microsoft.com/office/drawing/2014/main" id="{BB5CEB9F-68EB-DDC6-6044-CDF11CBBE164}"/>
              </a:ext>
            </a:extLst>
          </p:cNvPr>
          <p:cNvSpPr/>
          <p:nvPr/>
        </p:nvSpPr>
        <p:spPr>
          <a:xfrm>
            <a:off x="17014851" y="880648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Oval 314">
            <a:extLst>
              <a:ext uri="{FF2B5EF4-FFF2-40B4-BE49-F238E27FC236}">
                <a16:creationId xmlns:a16="http://schemas.microsoft.com/office/drawing/2014/main" id="{A8855BEA-33C4-D1DD-47BD-BC3BF2B58557}"/>
              </a:ext>
            </a:extLst>
          </p:cNvPr>
          <p:cNvSpPr/>
          <p:nvPr/>
        </p:nvSpPr>
        <p:spPr>
          <a:xfrm>
            <a:off x="15827025" y="88064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6448A505-DCA5-A02D-674B-12816E79A2FF}"/>
              </a:ext>
            </a:extLst>
          </p:cNvPr>
          <p:cNvSpPr/>
          <p:nvPr/>
        </p:nvSpPr>
        <p:spPr>
          <a:xfrm>
            <a:off x="12140543" y="88064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5439C824-13F9-455D-0FC7-C0001F504961}"/>
              </a:ext>
            </a:extLst>
          </p:cNvPr>
          <p:cNvSpPr/>
          <p:nvPr/>
        </p:nvSpPr>
        <p:spPr>
          <a:xfrm>
            <a:off x="11298171" y="843901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53D34014-6CCB-69FC-E36D-A03C01599CCB}"/>
              </a:ext>
            </a:extLst>
          </p:cNvPr>
          <p:cNvSpPr/>
          <p:nvPr/>
        </p:nvSpPr>
        <p:spPr>
          <a:xfrm>
            <a:off x="17606503" y="7748473"/>
            <a:ext cx="355687" cy="14137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9" name="Straight Connector 318">
            <a:extLst>
              <a:ext uri="{FF2B5EF4-FFF2-40B4-BE49-F238E27FC236}">
                <a16:creationId xmlns:a16="http://schemas.microsoft.com/office/drawing/2014/main" id="{DF4CCA08-4138-8FF6-AC70-93A48E7B150B}"/>
              </a:ext>
            </a:extLst>
          </p:cNvPr>
          <p:cNvCxnSpPr>
            <a:cxnSpLocks/>
          </p:cNvCxnSpPr>
          <p:nvPr/>
        </p:nvCxnSpPr>
        <p:spPr>
          <a:xfrm>
            <a:off x="12520706" y="1152475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0" name="Freeform: Shape 319">
            <a:extLst>
              <a:ext uri="{FF2B5EF4-FFF2-40B4-BE49-F238E27FC236}">
                <a16:creationId xmlns:a16="http://schemas.microsoft.com/office/drawing/2014/main" id="{4C6533C6-045E-879C-C2F5-2AB3BFACA19E}"/>
              </a:ext>
            </a:extLst>
          </p:cNvPr>
          <p:cNvSpPr/>
          <p:nvPr/>
        </p:nvSpPr>
        <p:spPr>
          <a:xfrm>
            <a:off x="14303175" y="11037374"/>
            <a:ext cx="1786965" cy="28637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838E9E40-B084-62B7-09E6-A772DABC0917}"/>
              </a:ext>
            </a:extLst>
          </p:cNvPr>
          <p:cNvCxnSpPr>
            <a:cxnSpLocks/>
          </p:cNvCxnSpPr>
          <p:nvPr/>
        </p:nvCxnSpPr>
        <p:spPr>
          <a:xfrm>
            <a:off x="16090126" y="1130770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Arrow Connector 321">
            <a:extLst>
              <a:ext uri="{FF2B5EF4-FFF2-40B4-BE49-F238E27FC236}">
                <a16:creationId xmlns:a16="http://schemas.microsoft.com/office/drawing/2014/main" id="{CC2BDA78-B12A-3B08-F5F8-C0B33A2866DF}"/>
              </a:ext>
            </a:extLst>
          </p:cNvPr>
          <p:cNvCxnSpPr>
            <a:cxnSpLocks/>
          </p:cNvCxnSpPr>
          <p:nvPr/>
        </p:nvCxnSpPr>
        <p:spPr>
          <a:xfrm>
            <a:off x="16389011" y="1121254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Arrow Connector 322">
            <a:extLst>
              <a:ext uri="{FF2B5EF4-FFF2-40B4-BE49-F238E27FC236}">
                <a16:creationId xmlns:a16="http://schemas.microsoft.com/office/drawing/2014/main" id="{2E137D4A-0394-4921-E549-38DA6A8AB0D0}"/>
              </a:ext>
            </a:extLst>
          </p:cNvPr>
          <p:cNvCxnSpPr>
            <a:cxnSpLocks/>
          </p:cNvCxnSpPr>
          <p:nvPr/>
        </p:nvCxnSpPr>
        <p:spPr>
          <a:xfrm rot="10800000">
            <a:off x="16389011" y="1138955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A0BBF8A6-8722-BCC7-D88E-AC2CDDAB4C29}"/>
              </a:ext>
            </a:extLst>
          </p:cNvPr>
          <p:cNvCxnSpPr>
            <a:cxnSpLocks/>
            <a:stCxn id="320" idx="0"/>
          </p:cNvCxnSpPr>
          <p:nvPr/>
        </p:nvCxnSpPr>
        <p:spPr>
          <a:xfrm flipH="1" flipV="1">
            <a:off x="13725321" y="11307715"/>
            <a:ext cx="577846" cy="160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5" name="Oval 324">
            <a:extLst>
              <a:ext uri="{FF2B5EF4-FFF2-40B4-BE49-F238E27FC236}">
                <a16:creationId xmlns:a16="http://schemas.microsoft.com/office/drawing/2014/main" id="{B57318C1-072A-0E9D-71D0-87168664070E}"/>
              </a:ext>
            </a:extLst>
          </p:cNvPr>
          <p:cNvSpPr/>
          <p:nvPr/>
        </p:nvSpPr>
        <p:spPr>
          <a:xfrm>
            <a:off x="17090577" y="1115292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6" name="Oval 325">
            <a:extLst>
              <a:ext uri="{FF2B5EF4-FFF2-40B4-BE49-F238E27FC236}">
                <a16:creationId xmlns:a16="http://schemas.microsoft.com/office/drawing/2014/main" id="{CC0E9E57-A143-EDEA-8B93-FD0BED5693BA}"/>
              </a:ext>
            </a:extLst>
          </p:cNvPr>
          <p:cNvSpPr/>
          <p:nvPr/>
        </p:nvSpPr>
        <p:spPr>
          <a:xfrm>
            <a:off x="15902751" y="1115292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7" name="Oval 326">
            <a:extLst>
              <a:ext uri="{FF2B5EF4-FFF2-40B4-BE49-F238E27FC236}">
                <a16:creationId xmlns:a16="http://schemas.microsoft.com/office/drawing/2014/main" id="{09B0EF35-9461-4ADA-D15C-D0272A7D309C}"/>
              </a:ext>
            </a:extLst>
          </p:cNvPr>
          <p:cNvSpPr/>
          <p:nvPr/>
        </p:nvSpPr>
        <p:spPr>
          <a:xfrm>
            <a:off x="12216269" y="1115292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8" name="Oval 327">
            <a:extLst>
              <a:ext uri="{FF2B5EF4-FFF2-40B4-BE49-F238E27FC236}">
                <a16:creationId xmlns:a16="http://schemas.microsoft.com/office/drawing/2014/main" id="{44A926C5-14E6-44D7-14AC-01BFD1EA894A}"/>
              </a:ext>
            </a:extLst>
          </p:cNvPr>
          <p:cNvSpPr/>
          <p:nvPr/>
        </p:nvSpPr>
        <p:spPr>
          <a:xfrm>
            <a:off x="11373897" y="10785457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1310F2CF-734A-8E86-906F-26C6E9B193A3}"/>
              </a:ext>
            </a:extLst>
          </p:cNvPr>
          <p:cNvSpPr/>
          <p:nvPr/>
        </p:nvSpPr>
        <p:spPr>
          <a:xfrm>
            <a:off x="15026489" y="11159898"/>
            <a:ext cx="348080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A8D58017-39AC-A428-D46A-1038A979C239}"/>
              </a:ext>
            </a:extLst>
          </p:cNvPr>
          <p:cNvCxnSpPr>
            <a:cxnSpLocks/>
          </p:cNvCxnSpPr>
          <p:nvPr/>
        </p:nvCxnSpPr>
        <p:spPr>
          <a:xfrm>
            <a:off x="12513099" y="1358485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1" name="Freeform: Shape 330">
            <a:extLst>
              <a:ext uri="{FF2B5EF4-FFF2-40B4-BE49-F238E27FC236}">
                <a16:creationId xmlns:a16="http://schemas.microsoft.com/office/drawing/2014/main" id="{1F6EFE8C-F344-A261-27F4-B6C4888F0DAB}"/>
              </a:ext>
            </a:extLst>
          </p:cNvPr>
          <p:cNvSpPr/>
          <p:nvPr/>
        </p:nvSpPr>
        <p:spPr>
          <a:xfrm>
            <a:off x="14295568" y="11918607"/>
            <a:ext cx="1786965" cy="1465241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05C46BCA-063E-B116-9624-23E817E00811}"/>
              </a:ext>
            </a:extLst>
          </p:cNvPr>
          <p:cNvCxnSpPr>
            <a:cxnSpLocks/>
          </p:cNvCxnSpPr>
          <p:nvPr/>
        </p:nvCxnSpPr>
        <p:spPr>
          <a:xfrm>
            <a:off x="16082520" y="13367808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9FB09F2D-DE0C-4CD5-89FF-BB1289E2936A}"/>
              </a:ext>
            </a:extLst>
          </p:cNvPr>
          <p:cNvCxnSpPr>
            <a:cxnSpLocks/>
          </p:cNvCxnSpPr>
          <p:nvPr/>
        </p:nvCxnSpPr>
        <p:spPr>
          <a:xfrm>
            <a:off x="16381402" y="13272649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Arrow Connector 333">
            <a:extLst>
              <a:ext uri="{FF2B5EF4-FFF2-40B4-BE49-F238E27FC236}">
                <a16:creationId xmlns:a16="http://schemas.microsoft.com/office/drawing/2014/main" id="{3353DB03-8626-7D7E-6C21-9B06399A0BE6}"/>
              </a:ext>
            </a:extLst>
          </p:cNvPr>
          <p:cNvCxnSpPr>
            <a:cxnSpLocks/>
          </p:cNvCxnSpPr>
          <p:nvPr/>
        </p:nvCxnSpPr>
        <p:spPr>
          <a:xfrm rot="10800000">
            <a:off x="16381402" y="1344965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Arrow Connector 334">
            <a:extLst>
              <a:ext uri="{FF2B5EF4-FFF2-40B4-BE49-F238E27FC236}">
                <a16:creationId xmlns:a16="http://schemas.microsoft.com/office/drawing/2014/main" id="{D9F00824-AD63-1AE3-AAE6-1C3FF629D220}"/>
              </a:ext>
            </a:extLst>
          </p:cNvPr>
          <p:cNvCxnSpPr>
            <a:cxnSpLocks/>
            <a:stCxn id="331" idx="0"/>
          </p:cNvCxnSpPr>
          <p:nvPr/>
        </p:nvCxnSpPr>
        <p:spPr>
          <a:xfrm flipH="1" flipV="1">
            <a:off x="13717715" y="13367827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6" name="Oval 335">
            <a:extLst>
              <a:ext uri="{FF2B5EF4-FFF2-40B4-BE49-F238E27FC236}">
                <a16:creationId xmlns:a16="http://schemas.microsoft.com/office/drawing/2014/main" id="{959089C3-A43F-3F28-E9F2-716B7B00E11B}"/>
              </a:ext>
            </a:extLst>
          </p:cNvPr>
          <p:cNvSpPr/>
          <p:nvPr/>
        </p:nvSpPr>
        <p:spPr>
          <a:xfrm>
            <a:off x="17082970" y="1321302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7" name="Oval 336">
            <a:extLst>
              <a:ext uri="{FF2B5EF4-FFF2-40B4-BE49-F238E27FC236}">
                <a16:creationId xmlns:a16="http://schemas.microsoft.com/office/drawing/2014/main" id="{BC75B933-7D73-93EE-B85C-66B30AB1A1A9}"/>
              </a:ext>
            </a:extLst>
          </p:cNvPr>
          <p:cNvSpPr/>
          <p:nvPr/>
        </p:nvSpPr>
        <p:spPr>
          <a:xfrm>
            <a:off x="15895144" y="1321302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8" name="Oval 337">
            <a:extLst>
              <a:ext uri="{FF2B5EF4-FFF2-40B4-BE49-F238E27FC236}">
                <a16:creationId xmlns:a16="http://schemas.microsoft.com/office/drawing/2014/main" id="{716D0500-5475-73BD-5785-A57DC18A507C}"/>
              </a:ext>
            </a:extLst>
          </p:cNvPr>
          <p:cNvSpPr/>
          <p:nvPr/>
        </p:nvSpPr>
        <p:spPr>
          <a:xfrm>
            <a:off x="12208662" y="1321302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9" name="Oval 338">
            <a:extLst>
              <a:ext uri="{FF2B5EF4-FFF2-40B4-BE49-F238E27FC236}">
                <a16:creationId xmlns:a16="http://schemas.microsoft.com/office/drawing/2014/main" id="{E65FB765-A93C-306B-A5CB-B11AC849A7EB}"/>
              </a:ext>
            </a:extLst>
          </p:cNvPr>
          <p:cNvSpPr/>
          <p:nvPr/>
        </p:nvSpPr>
        <p:spPr>
          <a:xfrm>
            <a:off x="11366289" y="1284556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FDEB442-D863-D2AC-C416-CCA61F32887B}"/>
              </a:ext>
            </a:extLst>
          </p:cNvPr>
          <p:cNvSpPr/>
          <p:nvPr/>
        </p:nvSpPr>
        <p:spPr>
          <a:xfrm>
            <a:off x="15001670" y="13235923"/>
            <a:ext cx="348080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27748D8E-2B2E-1328-32AD-3A191D7AFA3C}"/>
              </a:ext>
            </a:extLst>
          </p:cNvPr>
          <p:cNvCxnSpPr>
            <a:cxnSpLocks/>
          </p:cNvCxnSpPr>
          <p:nvPr/>
        </p:nvCxnSpPr>
        <p:spPr>
          <a:xfrm>
            <a:off x="37659989" y="8492427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2" name="Rectangle 341">
            <a:extLst>
              <a:ext uri="{FF2B5EF4-FFF2-40B4-BE49-F238E27FC236}">
                <a16:creationId xmlns:a16="http://schemas.microsoft.com/office/drawing/2014/main" id="{A19F15DD-6DA6-1340-A12E-FBA8D3398C10}"/>
              </a:ext>
            </a:extLst>
          </p:cNvPr>
          <p:cNvSpPr/>
          <p:nvPr/>
        </p:nvSpPr>
        <p:spPr>
          <a:xfrm>
            <a:off x="40977369" y="7536170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2AE17215-8F71-D5BF-47D6-09D8C69B67D3}"/>
              </a:ext>
            </a:extLst>
          </p:cNvPr>
          <p:cNvCxnSpPr>
            <a:cxnSpLocks/>
          </p:cNvCxnSpPr>
          <p:nvPr/>
        </p:nvCxnSpPr>
        <p:spPr>
          <a:xfrm>
            <a:off x="39724265" y="8275377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Oval 343">
            <a:extLst>
              <a:ext uri="{FF2B5EF4-FFF2-40B4-BE49-F238E27FC236}">
                <a16:creationId xmlns:a16="http://schemas.microsoft.com/office/drawing/2014/main" id="{8F06FE14-7BAA-5E4D-B13D-779FDFADE1E0}"/>
              </a:ext>
            </a:extLst>
          </p:cNvPr>
          <p:cNvSpPr/>
          <p:nvPr/>
        </p:nvSpPr>
        <p:spPr>
          <a:xfrm>
            <a:off x="40529835" y="8311968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5" name="Oval 344">
            <a:extLst>
              <a:ext uri="{FF2B5EF4-FFF2-40B4-BE49-F238E27FC236}">
                <a16:creationId xmlns:a16="http://schemas.microsoft.com/office/drawing/2014/main" id="{34B7ED87-9EBA-43B0-124F-B2B53DF0141E}"/>
              </a:ext>
            </a:extLst>
          </p:cNvPr>
          <p:cNvSpPr/>
          <p:nvPr/>
        </p:nvSpPr>
        <p:spPr>
          <a:xfrm>
            <a:off x="37794071" y="8013904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6" name="Oval 345">
            <a:extLst>
              <a:ext uri="{FF2B5EF4-FFF2-40B4-BE49-F238E27FC236}">
                <a16:creationId xmlns:a16="http://schemas.microsoft.com/office/drawing/2014/main" id="{E45DD292-BC1A-E800-9C78-72ECEFAA4AAF}"/>
              </a:ext>
            </a:extLst>
          </p:cNvPr>
          <p:cNvSpPr/>
          <p:nvPr/>
        </p:nvSpPr>
        <p:spPr>
          <a:xfrm>
            <a:off x="40429637" y="812060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4B2E4849-95A9-960D-31CF-C259801411E4}"/>
              </a:ext>
            </a:extLst>
          </p:cNvPr>
          <p:cNvCxnSpPr>
            <a:cxnSpLocks/>
          </p:cNvCxnSpPr>
          <p:nvPr/>
        </p:nvCxnSpPr>
        <p:spPr>
          <a:xfrm flipV="1">
            <a:off x="40597937" y="8124569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Straight Arrow Connector 347">
            <a:extLst>
              <a:ext uri="{FF2B5EF4-FFF2-40B4-BE49-F238E27FC236}">
                <a16:creationId xmlns:a16="http://schemas.microsoft.com/office/drawing/2014/main" id="{BA213404-5B5C-08BA-DD4A-5164FCA1902C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40461849" y="8204485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5CEB95F3-7F0A-195F-1CBD-1FBDF1285A29}"/>
              </a:ext>
            </a:extLst>
          </p:cNvPr>
          <p:cNvCxnSpPr>
            <a:cxnSpLocks/>
          </p:cNvCxnSpPr>
          <p:nvPr/>
        </p:nvCxnSpPr>
        <p:spPr>
          <a:xfrm rot="1200000" flipV="1">
            <a:off x="40702630" y="816936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Oval 349">
            <a:extLst>
              <a:ext uri="{FF2B5EF4-FFF2-40B4-BE49-F238E27FC236}">
                <a16:creationId xmlns:a16="http://schemas.microsoft.com/office/drawing/2014/main" id="{F99AECF4-EAF6-56D2-7871-F4461E7B8853}"/>
              </a:ext>
            </a:extLst>
          </p:cNvPr>
          <p:cNvSpPr/>
          <p:nvPr/>
        </p:nvSpPr>
        <p:spPr>
          <a:xfrm>
            <a:off x="41042042" y="812060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Oval 350">
            <a:extLst>
              <a:ext uri="{FF2B5EF4-FFF2-40B4-BE49-F238E27FC236}">
                <a16:creationId xmlns:a16="http://schemas.microsoft.com/office/drawing/2014/main" id="{B89D3045-4B81-F369-2320-5B57D33E4382}"/>
              </a:ext>
            </a:extLst>
          </p:cNvPr>
          <p:cNvSpPr/>
          <p:nvPr/>
        </p:nvSpPr>
        <p:spPr>
          <a:xfrm>
            <a:off x="37656180" y="7753136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2" name="Straight Arrow Connector 351">
            <a:extLst>
              <a:ext uri="{FF2B5EF4-FFF2-40B4-BE49-F238E27FC236}">
                <a16:creationId xmlns:a16="http://schemas.microsoft.com/office/drawing/2014/main" id="{9D952BC8-2FDA-74FE-C941-C3BDF15A3DB7}"/>
              </a:ext>
            </a:extLst>
          </p:cNvPr>
          <p:cNvCxnSpPr>
            <a:cxnSpLocks/>
          </p:cNvCxnSpPr>
          <p:nvPr/>
        </p:nvCxnSpPr>
        <p:spPr>
          <a:xfrm flipH="1" flipV="1">
            <a:off x="38009928" y="7769042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Arrow Connector 352">
            <a:extLst>
              <a:ext uri="{FF2B5EF4-FFF2-40B4-BE49-F238E27FC236}">
                <a16:creationId xmlns:a16="http://schemas.microsoft.com/office/drawing/2014/main" id="{39743E53-D494-BCAB-4314-91CE11100BFF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38257964" y="7892507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Arrow Connector 353">
            <a:extLst>
              <a:ext uri="{FF2B5EF4-FFF2-40B4-BE49-F238E27FC236}">
                <a16:creationId xmlns:a16="http://schemas.microsoft.com/office/drawing/2014/main" id="{829F31CF-913D-4D28-0C2C-B692D723CC18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37791864" y="7900459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699A57D3-57F0-2920-ECD4-C2D168B8B327}"/>
              </a:ext>
            </a:extLst>
          </p:cNvPr>
          <p:cNvCxnSpPr>
            <a:cxnSpLocks/>
          </p:cNvCxnSpPr>
          <p:nvPr/>
        </p:nvCxnSpPr>
        <p:spPr>
          <a:xfrm>
            <a:off x="37656182" y="1029389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6" name="Rectangle 355">
            <a:extLst>
              <a:ext uri="{FF2B5EF4-FFF2-40B4-BE49-F238E27FC236}">
                <a16:creationId xmlns:a16="http://schemas.microsoft.com/office/drawing/2014/main" id="{02039FFC-029D-458A-1F48-947F96A78BD5}"/>
              </a:ext>
            </a:extLst>
          </p:cNvPr>
          <p:cNvSpPr/>
          <p:nvPr/>
        </p:nvSpPr>
        <p:spPr>
          <a:xfrm>
            <a:off x="40973560" y="9337635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7" name="Freeform: Shape 356">
            <a:extLst>
              <a:ext uri="{FF2B5EF4-FFF2-40B4-BE49-F238E27FC236}">
                <a16:creationId xmlns:a16="http://schemas.microsoft.com/office/drawing/2014/main" id="{E4644330-FF86-8BE0-2614-E4202FEDF4D0}"/>
              </a:ext>
            </a:extLst>
          </p:cNvPr>
          <p:cNvSpPr/>
          <p:nvPr/>
        </p:nvSpPr>
        <p:spPr>
          <a:xfrm>
            <a:off x="39438658" y="9107049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A2303183-BB00-B3DE-4C0D-EE1752BB5024}"/>
              </a:ext>
            </a:extLst>
          </p:cNvPr>
          <p:cNvCxnSpPr>
            <a:cxnSpLocks/>
          </p:cNvCxnSpPr>
          <p:nvPr/>
        </p:nvCxnSpPr>
        <p:spPr>
          <a:xfrm>
            <a:off x="41225611" y="10076841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121C1197-14CF-99BC-6D07-30E7B5E569FA}"/>
              </a:ext>
            </a:extLst>
          </p:cNvPr>
          <p:cNvCxnSpPr>
            <a:cxnSpLocks/>
          </p:cNvCxnSpPr>
          <p:nvPr/>
        </p:nvCxnSpPr>
        <p:spPr>
          <a:xfrm>
            <a:off x="39724258" y="9981683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Arrow Connector 359">
            <a:extLst>
              <a:ext uri="{FF2B5EF4-FFF2-40B4-BE49-F238E27FC236}">
                <a16:creationId xmlns:a16="http://schemas.microsoft.com/office/drawing/2014/main" id="{7258EFDF-3C11-AD09-2B20-1754E8CC2FF4}"/>
              </a:ext>
            </a:extLst>
          </p:cNvPr>
          <p:cNvCxnSpPr>
            <a:cxnSpLocks/>
          </p:cNvCxnSpPr>
          <p:nvPr/>
        </p:nvCxnSpPr>
        <p:spPr>
          <a:xfrm rot="10800000">
            <a:off x="39724258" y="10158686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Arrow Connector 360">
            <a:extLst>
              <a:ext uri="{FF2B5EF4-FFF2-40B4-BE49-F238E27FC236}">
                <a16:creationId xmlns:a16="http://schemas.microsoft.com/office/drawing/2014/main" id="{230E5AD0-2C6A-CF62-5361-AFEBD043AAC8}"/>
              </a:ext>
            </a:extLst>
          </p:cNvPr>
          <p:cNvCxnSpPr>
            <a:cxnSpLocks/>
            <a:stCxn id="357" idx="0"/>
          </p:cNvCxnSpPr>
          <p:nvPr/>
        </p:nvCxnSpPr>
        <p:spPr>
          <a:xfrm flipH="1" flipV="1">
            <a:off x="38860805" y="1007685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Oval 361">
            <a:extLst>
              <a:ext uri="{FF2B5EF4-FFF2-40B4-BE49-F238E27FC236}">
                <a16:creationId xmlns:a16="http://schemas.microsoft.com/office/drawing/2014/main" id="{52D126E3-E510-E4EA-CAF7-06A5AFC7C4F6}"/>
              </a:ext>
            </a:extLst>
          </p:cNvPr>
          <p:cNvSpPr/>
          <p:nvPr/>
        </p:nvSpPr>
        <p:spPr>
          <a:xfrm>
            <a:off x="40425831" y="9922061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3" name="Oval 362">
            <a:extLst>
              <a:ext uri="{FF2B5EF4-FFF2-40B4-BE49-F238E27FC236}">
                <a16:creationId xmlns:a16="http://schemas.microsoft.com/office/drawing/2014/main" id="{F814B4D5-9CA1-5408-2B5B-4AA38205DA48}"/>
              </a:ext>
            </a:extLst>
          </p:cNvPr>
          <p:cNvSpPr/>
          <p:nvPr/>
        </p:nvSpPr>
        <p:spPr>
          <a:xfrm>
            <a:off x="41038237" y="9922061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4" name="Oval 363">
            <a:extLst>
              <a:ext uri="{FF2B5EF4-FFF2-40B4-BE49-F238E27FC236}">
                <a16:creationId xmlns:a16="http://schemas.microsoft.com/office/drawing/2014/main" id="{608A9B01-B5F8-254F-C227-C84553CDE9F6}"/>
              </a:ext>
            </a:extLst>
          </p:cNvPr>
          <p:cNvSpPr/>
          <p:nvPr/>
        </p:nvSpPr>
        <p:spPr>
          <a:xfrm>
            <a:off x="38494754" y="9922061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5" name="Oval 364">
            <a:extLst>
              <a:ext uri="{FF2B5EF4-FFF2-40B4-BE49-F238E27FC236}">
                <a16:creationId xmlns:a16="http://schemas.microsoft.com/office/drawing/2014/main" id="{7F35AFB1-15F4-F506-5D6A-16E5D54F8C26}"/>
              </a:ext>
            </a:extLst>
          </p:cNvPr>
          <p:cNvSpPr/>
          <p:nvPr/>
        </p:nvSpPr>
        <p:spPr>
          <a:xfrm>
            <a:off x="37652374" y="955459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CCFBB11D-53CE-0C3F-97F9-2A8D56A4343C}"/>
              </a:ext>
            </a:extLst>
          </p:cNvPr>
          <p:cNvCxnSpPr>
            <a:cxnSpLocks/>
          </p:cNvCxnSpPr>
          <p:nvPr/>
        </p:nvCxnSpPr>
        <p:spPr>
          <a:xfrm>
            <a:off x="22222673" y="851628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7" name="Rectangle 366">
            <a:extLst>
              <a:ext uri="{FF2B5EF4-FFF2-40B4-BE49-F238E27FC236}">
                <a16:creationId xmlns:a16="http://schemas.microsoft.com/office/drawing/2014/main" id="{1A506C11-B18B-AEDF-0649-0BED444735C6}"/>
              </a:ext>
            </a:extLst>
          </p:cNvPr>
          <p:cNvSpPr/>
          <p:nvPr/>
        </p:nvSpPr>
        <p:spPr>
          <a:xfrm>
            <a:off x="24724651" y="7560037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A8FE4110-FF53-D104-0CF3-771617767931}"/>
              </a:ext>
            </a:extLst>
          </p:cNvPr>
          <p:cNvCxnSpPr>
            <a:cxnSpLocks/>
          </p:cNvCxnSpPr>
          <p:nvPr/>
        </p:nvCxnSpPr>
        <p:spPr>
          <a:xfrm>
            <a:off x="26087179" y="8299239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9" name="Oval 368">
            <a:extLst>
              <a:ext uri="{FF2B5EF4-FFF2-40B4-BE49-F238E27FC236}">
                <a16:creationId xmlns:a16="http://schemas.microsoft.com/office/drawing/2014/main" id="{9044FDA9-3A3C-8D94-10CE-48CF72419BF3}"/>
              </a:ext>
            </a:extLst>
          </p:cNvPr>
          <p:cNvSpPr/>
          <p:nvPr/>
        </p:nvSpPr>
        <p:spPr>
          <a:xfrm>
            <a:off x="26892735" y="8335828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Oval 369">
            <a:extLst>
              <a:ext uri="{FF2B5EF4-FFF2-40B4-BE49-F238E27FC236}">
                <a16:creationId xmlns:a16="http://schemas.microsoft.com/office/drawing/2014/main" id="{330F6617-AA1F-FA71-EE6F-A85B34E74785}"/>
              </a:ext>
            </a:extLst>
          </p:cNvPr>
          <p:cNvSpPr/>
          <p:nvPr/>
        </p:nvSpPr>
        <p:spPr>
          <a:xfrm>
            <a:off x="22356760" y="8037767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Oval 370">
            <a:extLst>
              <a:ext uri="{FF2B5EF4-FFF2-40B4-BE49-F238E27FC236}">
                <a16:creationId xmlns:a16="http://schemas.microsoft.com/office/drawing/2014/main" id="{E312AE36-879F-CE7F-0323-07116A15419C}"/>
              </a:ext>
            </a:extLst>
          </p:cNvPr>
          <p:cNvSpPr/>
          <p:nvPr/>
        </p:nvSpPr>
        <p:spPr>
          <a:xfrm>
            <a:off x="26792545" y="814446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2" name="Straight Arrow Connector 371">
            <a:extLst>
              <a:ext uri="{FF2B5EF4-FFF2-40B4-BE49-F238E27FC236}">
                <a16:creationId xmlns:a16="http://schemas.microsoft.com/office/drawing/2014/main" id="{4439C215-9BA2-A3E7-E8CD-4995B79EFF3E}"/>
              </a:ext>
            </a:extLst>
          </p:cNvPr>
          <p:cNvCxnSpPr>
            <a:cxnSpLocks/>
          </p:cNvCxnSpPr>
          <p:nvPr/>
        </p:nvCxnSpPr>
        <p:spPr>
          <a:xfrm flipV="1">
            <a:off x="26960839" y="8148432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Arrow Connector 372">
            <a:extLst>
              <a:ext uri="{FF2B5EF4-FFF2-40B4-BE49-F238E27FC236}">
                <a16:creationId xmlns:a16="http://schemas.microsoft.com/office/drawing/2014/main" id="{D1D8C696-B13B-C66C-6B6F-6B43D7B22F82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26824762" y="8228346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Straight Arrow Connector 373">
            <a:extLst>
              <a:ext uri="{FF2B5EF4-FFF2-40B4-BE49-F238E27FC236}">
                <a16:creationId xmlns:a16="http://schemas.microsoft.com/office/drawing/2014/main" id="{1CA5AC90-071A-99D3-4955-F89843E4EFCF}"/>
              </a:ext>
            </a:extLst>
          </p:cNvPr>
          <p:cNvCxnSpPr>
            <a:cxnSpLocks/>
          </p:cNvCxnSpPr>
          <p:nvPr/>
        </p:nvCxnSpPr>
        <p:spPr>
          <a:xfrm rot="1200000" flipV="1">
            <a:off x="27065537" y="8193224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5" name="Oval 374">
            <a:extLst>
              <a:ext uri="{FF2B5EF4-FFF2-40B4-BE49-F238E27FC236}">
                <a16:creationId xmlns:a16="http://schemas.microsoft.com/office/drawing/2014/main" id="{09517F81-0A06-5AF6-AE23-D326B28C8327}"/>
              </a:ext>
            </a:extLst>
          </p:cNvPr>
          <p:cNvSpPr/>
          <p:nvPr/>
        </p:nvSpPr>
        <p:spPr>
          <a:xfrm>
            <a:off x="25604717" y="814446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Oval 375">
            <a:extLst>
              <a:ext uri="{FF2B5EF4-FFF2-40B4-BE49-F238E27FC236}">
                <a16:creationId xmlns:a16="http://schemas.microsoft.com/office/drawing/2014/main" id="{DC8A18B9-E317-25A3-18A8-C8ACFDCF297B}"/>
              </a:ext>
            </a:extLst>
          </p:cNvPr>
          <p:cNvSpPr/>
          <p:nvPr/>
        </p:nvSpPr>
        <p:spPr>
          <a:xfrm>
            <a:off x="22218864" y="7776998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7" name="Straight Arrow Connector 376">
            <a:extLst>
              <a:ext uri="{FF2B5EF4-FFF2-40B4-BE49-F238E27FC236}">
                <a16:creationId xmlns:a16="http://schemas.microsoft.com/office/drawing/2014/main" id="{49DF2EF2-D530-0284-DD1B-41E2740632F2}"/>
              </a:ext>
            </a:extLst>
          </p:cNvPr>
          <p:cNvCxnSpPr>
            <a:cxnSpLocks/>
          </p:cNvCxnSpPr>
          <p:nvPr/>
        </p:nvCxnSpPr>
        <p:spPr>
          <a:xfrm flipH="1" flipV="1">
            <a:off x="22572604" y="7792907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Straight Arrow Connector 377">
            <a:extLst>
              <a:ext uri="{FF2B5EF4-FFF2-40B4-BE49-F238E27FC236}">
                <a16:creationId xmlns:a16="http://schemas.microsoft.com/office/drawing/2014/main" id="{4D078E4A-284C-0ACE-96B1-9C7B278409FA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22820655" y="7916370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Arrow Connector 378">
            <a:extLst>
              <a:ext uri="{FF2B5EF4-FFF2-40B4-BE49-F238E27FC236}">
                <a16:creationId xmlns:a16="http://schemas.microsoft.com/office/drawing/2014/main" id="{48E75E6C-4F73-F438-B99A-FF51E0C5F0BB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22354539" y="7924323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Straight Connector 379">
            <a:extLst>
              <a:ext uri="{FF2B5EF4-FFF2-40B4-BE49-F238E27FC236}">
                <a16:creationId xmlns:a16="http://schemas.microsoft.com/office/drawing/2014/main" id="{90203EE7-82EC-45D3-C2A1-BB2EBAC8D2CB}"/>
              </a:ext>
            </a:extLst>
          </p:cNvPr>
          <p:cNvCxnSpPr>
            <a:cxnSpLocks/>
          </p:cNvCxnSpPr>
          <p:nvPr/>
        </p:nvCxnSpPr>
        <p:spPr>
          <a:xfrm>
            <a:off x="22218867" y="1031775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1" name="Rectangle 380">
            <a:extLst>
              <a:ext uri="{FF2B5EF4-FFF2-40B4-BE49-F238E27FC236}">
                <a16:creationId xmlns:a16="http://schemas.microsoft.com/office/drawing/2014/main" id="{205FCE9F-597B-2D15-8B21-706D5648CC90}"/>
              </a:ext>
            </a:extLst>
          </p:cNvPr>
          <p:cNvSpPr/>
          <p:nvPr/>
        </p:nvSpPr>
        <p:spPr>
          <a:xfrm>
            <a:off x="24720845" y="9361502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Freeform: Shape 381">
            <a:extLst>
              <a:ext uri="{FF2B5EF4-FFF2-40B4-BE49-F238E27FC236}">
                <a16:creationId xmlns:a16="http://schemas.microsoft.com/office/drawing/2014/main" id="{3A607645-76CE-FEAD-2D03-88564E334640}"/>
              </a:ext>
            </a:extLst>
          </p:cNvPr>
          <p:cNvSpPr/>
          <p:nvPr/>
        </p:nvSpPr>
        <p:spPr>
          <a:xfrm>
            <a:off x="24001336" y="9130914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3798BC47-2E27-3638-B730-B39075C916CB}"/>
              </a:ext>
            </a:extLst>
          </p:cNvPr>
          <p:cNvCxnSpPr>
            <a:cxnSpLocks/>
          </p:cNvCxnSpPr>
          <p:nvPr/>
        </p:nvCxnSpPr>
        <p:spPr>
          <a:xfrm>
            <a:off x="25788287" y="10100703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Straight Arrow Connector 383">
            <a:extLst>
              <a:ext uri="{FF2B5EF4-FFF2-40B4-BE49-F238E27FC236}">
                <a16:creationId xmlns:a16="http://schemas.microsoft.com/office/drawing/2014/main" id="{8E09043C-F42A-75D0-D7A7-8A6FF78630CB}"/>
              </a:ext>
            </a:extLst>
          </p:cNvPr>
          <p:cNvCxnSpPr>
            <a:cxnSpLocks/>
          </p:cNvCxnSpPr>
          <p:nvPr/>
        </p:nvCxnSpPr>
        <p:spPr>
          <a:xfrm>
            <a:off x="26087171" y="1000554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Arrow Connector 384">
            <a:extLst>
              <a:ext uri="{FF2B5EF4-FFF2-40B4-BE49-F238E27FC236}">
                <a16:creationId xmlns:a16="http://schemas.microsoft.com/office/drawing/2014/main" id="{2A160E18-0E74-ED90-1620-11BACFFCF841}"/>
              </a:ext>
            </a:extLst>
          </p:cNvPr>
          <p:cNvCxnSpPr>
            <a:cxnSpLocks/>
          </p:cNvCxnSpPr>
          <p:nvPr/>
        </p:nvCxnSpPr>
        <p:spPr>
          <a:xfrm rot="10800000">
            <a:off x="26087171" y="10182549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Straight Arrow Connector 385">
            <a:extLst>
              <a:ext uri="{FF2B5EF4-FFF2-40B4-BE49-F238E27FC236}">
                <a16:creationId xmlns:a16="http://schemas.microsoft.com/office/drawing/2014/main" id="{F9D217E9-5DC0-F1B2-8BA8-AA33C21CB90D}"/>
              </a:ext>
            </a:extLst>
          </p:cNvPr>
          <p:cNvCxnSpPr>
            <a:cxnSpLocks/>
            <a:stCxn id="382" idx="0"/>
          </p:cNvCxnSpPr>
          <p:nvPr/>
        </p:nvCxnSpPr>
        <p:spPr>
          <a:xfrm flipH="1" flipV="1">
            <a:off x="23423482" y="10100724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7" name="Oval 386">
            <a:extLst>
              <a:ext uri="{FF2B5EF4-FFF2-40B4-BE49-F238E27FC236}">
                <a16:creationId xmlns:a16="http://schemas.microsoft.com/office/drawing/2014/main" id="{0A2B5381-100A-65D4-F9BA-413C8EB58412}"/>
              </a:ext>
            </a:extLst>
          </p:cNvPr>
          <p:cNvSpPr/>
          <p:nvPr/>
        </p:nvSpPr>
        <p:spPr>
          <a:xfrm>
            <a:off x="26788737" y="994592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8" name="Oval 387">
            <a:extLst>
              <a:ext uri="{FF2B5EF4-FFF2-40B4-BE49-F238E27FC236}">
                <a16:creationId xmlns:a16="http://schemas.microsoft.com/office/drawing/2014/main" id="{1EA78899-6ABE-753D-974A-723210CD8D41}"/>
              </a:ext>
            </a:extLst>
          </p:cNvPr>
          <p:cNvSpPr/>
          <p:nvPr/>
        </p:nvSpPr>
        <p:spPr>
          <a:xfrm>
            <a:off x="25600913" y="994592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9" name="Oval 388">
            <a:extLst>
              <a:ext uri="{FF2B5EF4-FFF2-40B4-BE49-F238E27FC236}">
                <a16:creationId xmlns:a16="http://schemas.microsoft.com/office/drawing/2014/main" id="{0DADD710-77DC-8928-BF9A-D0D48AFAB6CF}"/>
              </a:ext>
            </a:extLst>
          </p:cNvPr>
          <p:cNvSpPr/>
          <p:nvPr/>
        </p:nvSpPr>
        <p:spPr>
          <a:xfrm>
            <a:off x="23057430" y="994592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0" name="Oval 389">
            <a:extLst>
              <a:ext uri="{FF2B5EF4-FFF2-40B4-BE49-F238E27FC236}">
                <a16:creationId xmlns:a16="http://schemas.microsoft.com/office/drawing/2014/main" id="{DED4C751-072C-8FAF-CB73-3119043B90A7}"/>
              </a:ext>
            </a:extLst>
          </p:cNvPr>
          <p:cNvSpPr/>
          <p:nvPr/>
        </p:nvSpPr>
        <p:spPr>
          <a:xfrm>
            <a:off x="22215057" y="9578457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9" name="Graphic 398" descr="Mittens with solid fill">
            <a:extLst>
              <a:ext uri="{FF2B5EF4-FFF2-40B4-BE49-F238E27FC236}">
                <a16:creationId xmlns:a16="http://schemas.microsoft.com/office/drawing/2014/main" id="{BB0A6F6E-CAE8-2A7C-3338-74FDFD74AD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580478" y="5324731"/>
            <a:ext cx="2168460" cy="2168460"/>
          </a:xfrm>
          <a:prstGeom prst="rect">
            <a:avLst/>
          </a:prstGeom>
        </p:spPr>
      </p:pic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6DFA8436-765C-40A3-BA6D-3E95DD162FB1}"/>
              </a:ext>
            </a:extLst>
          </p:cNvPr>
          <p:cNvCxnSpPr>
            <a:cxnSpLocks/>
          </p:cNvCxnSpPr>
          <p:nvPr/>
        </p:nvCxnSpPr>
        <p:spPr>
          <a:xfrm>
            <a:off x="29903244" y="845088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1" name="Rectangle 400">
            <a:extLst>
              <a:ext uri="{FF2B5EF4-FFF2-40B4-BE49-F238E27FC236}">
                <a16:creationId xmlns:a16="http://schemas.microsoft.com/office/drawing/2014/main" id="{9DC821CC-7DA2-F566-C148-F991386447C1}"/>
              </a:ext>
            </a:extLst>
          </p:cNvPr>
          <p:cNvSpPr/>
          <p:nvPr/>
        </p:nvSpPr>
        <p:spPr>
          <a:xfrm>
            <a:off x="32405223" y="749462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23CC156A-5FD4-5EBD-41D8-4AF5F0011981}"/>
              </a:ext>
            </a:extLst>
          </p:cNvPr>
          <p:cNvCxnSpPr>
            <a:cxnSpLocks/>
          </p:cNvCxnSpPr>
          <p:nvPr/>
        </p:nvCxnSpPr>
        <p:spPr>
          <a:xfrm>
            <a:off x="33767749" y="8233832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3" name="Oval 402">
            <a:extLst>
              <a:ext uri="{FF2B5EF4-FFF2-40B4-BE49-F238E27FC236}">
                <a16:creationId xmlns:a16="http://schemas.microsoft.com/office/drawing/2014/main" id="{8805D08E-975D-0AAD-4961-3F98EE8B5BDC}"/>
              </a:ext>
            </a:extLst>
          </p:cNvPr>
          <p:cNvSpPr/>
          <p:nvPr/>
        </p:nvSpPr>
        <p:spPr>
          <a:xfrm>
            <a:off x="34573304" y="8270420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4" name="Oval 403">
            <a:extLst>
              <a:ext uri="{FF2B5EF4-FFF2-40B4-BE49-F238E27FC236}">
                <a16:creationId xmlns:a16="http://schemas.microsoft.com/office/drawing/2014/main" id="{BBB8C9EC-31B0-DFC8-CD8D-A4EE7BF65DE5}"/>
              </a:ext>
            </a:extLst>
          </p:cNvPr>
          <p:cNvSpPr/>
          <p:nvPr/>
        </p:nvSpPr>
        <p:spPr>
          <a:xfrm>
            <a:off x="30037329" y="7972358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5" name="Oval 404">
            <a:extLst>
              <a:ext uri="{FF2B5EF4-FFF2-40B4-BE49-F238E27FC236}">
                <a16:creationId xmlns:a16="http://schemas.microsoft.com/office/drawing/2014/main" id="{34E406BD-1E8C-C3EB-9450-E513C2125F28}"/>
              </a:ext>
            </a:extLst>
          </p:cNvPr>
          <p:cNvSpPr/>
          <p:nvPr/>
        </p:nvSpPr>
        <p:spPr>
          <a:xfrm>
            <a:off x="34473115" y="807905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6" name="Straight Arrow Connector 405">
            <a:extLst>
              <a:ext uri="{FF2B5EF4-FFF2-40B4-BE49-F238E27FC236}">
                <a16:creationId xmlns:a16="http://schemas.microsoft.com/office/drawing/2014/main" id="{A06A4DD5-57C7-AA16-6338-5CDD93B9495E}"/>
              </a:ext>
            </a:extLst>
          </p:cNvPr>
          <p:cNvCxnSpPr>
            <a:cxnSpLocks/>
          </p:cNvCxnSpPr>
          <p:nvPr/>
        </p:nvCxnSpPr>
        <p:spPr>
          <a:xfrm flipV="1">
            <a:off x="34641408" y="808302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Straight Arrow Connector 406">
            <a:extLst>
              <a:ext uri="{FF2B5EF4-FFF2-40B4-BE49-F238E27FC236}">
                <a16:creationId xmlns:a16="http://schemas.microsoft.com/office/drawing/2014/main" id="{63F8DB96-4F01-417A-B74A-57F8B6BB3227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34505331" y="8162940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Arrow Connector 407">
            <a:extLst>
              <a:ext uri="{FF2B5EF4-FFF2-40B4-BE49-F238E27FC236}">
                <a16:creationId xmlns:a16="http://schemas.microsoft.com/office/drawing/2014/main" id="{5F123B8C-ACB5-5779-9545-0FC61291F041}"/>
              </a:ext>
            </a:extLst>
          </p:cNvPr>
          <p:cNvCxnSpPr>
            <a:cxnSpLocks/>
          </p:cNvCxnSpPr>
          <p:nvPr/>
        </p:nvCxnSpPr>
        <p:spPr>
          <a:xfrm rot="1200000" flipV="1">
            <a:off x="34746107" y="8127815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9" name="Oval 408">
            <a:extLst>
              <a:ext uri="{FF2B5EF4-FFF2-40B4-BE49-F238E27FC236}">
                <a16:creationId xmlns:a16="http://schemas.microsoft.com/office/drawing/2014/main" id="{24F89952-C670-36AD-19DD-80E9DB47B89D}"/>
              </a:ext>
            </a:extLst>
          </p:cNvPr>
          <p:cNvSpPr/>
          <p:nvPr/>
        </p:nvSpPr>
        <p:spPr>
          <a:xfrm>
            <a:off x="33285287" y="807905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0" name="Oval 409">
            <a:extLst>
              <a:ext uri="{FF2B5EF4-FFF2-40B4-BE49-F238E27FC236}">
                <a16:creationId xmlns:a16="http://schemas.microsoft.com/office/drawing/2014/main" id="{80DF5FAE-2046-7D9F-923F-BDCE88C97AAC}"/>
              </a:ext>
            </a:extLst>
          </p:cNvPr>
          <p:cNvSpPr/>
          <p:nvPr/>
        </p:nvSpPr>
        <p:spPr>
          <a:xfrm>
            <a:off x="29899435" y="7711591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1" name="Straight Arrow Connector 410">
            <a:extLst>
              <a:ext uri="{FF2B5EF4-FFF2-40B4-BE49-F238E27FC236}">
                <a16:creationId xmlns:a16="http://schemas.microsoft.com/office/drawing/2014/main" id="{F5EEBC42-4090-BF6F-CF8A-0FC4741C950E}"/>
              </a:ext>
            </a:extLst>
          </p:cNvPr>
          <p:cNvCxnSpPr>
            <a:cxnSpLocks/>
          </p:cNvCxnSpPr>
          <p:nvPr/>
        </p:nvCxnSpPr>
        <p:spPr>
          <a:xfrm flipH="1" flipV="1">
            <a:off x="30253174" y="7727500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92429214-2B45-29FB-1EAA-2EBB47F7EA22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30501225" y="7850963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Arrow Connector 412">
            <a:extLst>
              <a:ext uri="{FF2B5EF4-FFF2-40B4-BE49-F238E27FC236}">
                <a16:creationId xmlns:a16="http://schemas.microsoft.com/office/drawing/2014/main" id="{A5FA36A4-5A38-85D8-611E-1B7DF2DA0791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30035108" y="7858916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Connector 413">
            <a:extLst>
              <a:ext uri="{FF2B5EF4-FFF2-40B4-BE49-F238E27FC236}">
                <a16:creationId xmlns:a16="http://schemas.microsoft.com/office/drawing/2014/main" id="{F49ABA6C-B0BE-966C-4E8C-33A2B57D9A7B}"/>
              </a:ext>
            </a:extLst>
          </p:cNvPr>
          <p:cNvCxnSpPr>
            <a:cxnSpLocks/>
          </p:cNvCxnSpPr>
          <p:nvPr/>
        </p:nvCxnSpPr>
        <p:spPr>
          <a:xfrm>
            <a:off x="29899438" y="10252347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5" name="Rectangle 414">
            <a:extLst>
              <a:ext uri="{FF2B5EF4-FFF2-40B4-BE49-F238E27FC236}">
                <a16:creationId xmlns:a16="http://schemas.microsoft.com/office/drawing/2014/main" id="{7C3123B9-1664-D9EC-417E-826829C4B7A3}"/>
              </a:ext>
            </a:extLst>
          </p:cNvPr>
          <p:cNvSpPr/>
          <p:nvPr/>
        </p:nvSpPr>
        <p:spPr>
          <a:xfrm>
            <a:off x="32401415" y="9296092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6" name="Freeform: Shape 415">
            <a:extLst>
              <a:ext uri="{FF2B5EF4-FFF2-40B4-BE49-F238E27FC236}">
                <a16:creationId xmlns:a16="http://schemas.microsoft.com/office/drawing/2014/main" id="{A68CD7DF-FF03-E4FB-726A-97F69DB29846}"/>
              </a:ext>
            </a:extLst>
          </p:cNvPr>
          <p:cNvSpPr/>
          <p:nvPr/>
        </p:nvSpPr>
        <p:spPr>
          <a:xfrm>
            <a:off x="31681907" y="9065506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A2AF4170-C2D5-3D1A-8759-2E8F9A8C3AB4}"/>
              </a:ext>
            </a:extLst>
          </p:cNvPr>
          <p:cNvCxnSpPr>
            <a:cxnSpLocks/>
          </p:cNvCxnSpPr>
          <p:nvPr/>
        </p:nvCxnSpPr>
        <p:spPr>
          <a:xfrm>
            <a:off x="33468856" y="10035295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Arrow Connector 417">
            <a:extLst>
              <a:ext uri="{FF2B5EF4-FFF2-40B4-BE49-F238E27FC236}">
                <a16:creationId xmlns:a16="http://schemas.microsoft.com/office/drawing/2014/main" id="{155B8817-A571-B2BD-294B-32A73912E7D0}"/>
              </a:ext>
            </a:extLst>
          </p:cNvPr>
          <p:cNvCxnSpPr>
            <a:cxnSpLocks/>
          </p:cNvCxnSpPr>
          <p:nvPr/>
        </p:nvCxnSpPr>
        <p:spPr>
          <a:xfrm>
            <a:off x="33767742" y="9940137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Straight Arrow Connector 418">
            <a:extLst>
              <a:ext uri="{FF2B5EF4-FFF2-40B4-BE49-F238E27FC236}">
                <a16:creationId xmlns:a16="http://schemas.microsoft.com/office/drawing/2014/main" id="{DC8BEFF4-71BA-7F40-068E-9C98B9023940}"/>
              </a:ext>
            </a:extLst>
          </p:cNvPr>
          <p:cNvCxnSpPr>
            <a:cxnSpLocks/>
          </p:cNvCxnSpPr>
          <p:nvPr/>
        </p:nvCxnSpPr>
        <p:spPr>
          <a:xfrm rot="10800000">
            <a:off x="33767742" y="1011714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Arrow Connector 419">
            <a:extLst>
              <a:ext uri="{FF2B5EF4-FFF2-40B4-BE49-F238E27FC236}">
                <a16:creationId xmlns:a16="http://schemas.microsoft.com/office/drawing/2014/main" id="{00DBD63C-1850-4A4A-F824-67CDE82E5F24}"/>
              </a:ext>
            </a:extLst>
          </p:cNvPr>
          <p:cNvCxnSpPr>
            <a:cxnSpLocks/>
            <a:stCxn id="416" idx="0"/>
          </p:cNvCxnSpPr>
          <p:nvPr/>
        </p:nvCxnSpPr>
        <p:spPr>
          <a:xfrm flipH="1" flipV="1">
            <a:off x="31104052" y="10035315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1" name="Oval 420">
            <a:extLst>
              <a:ext uri="{FF2B5EF4-FFF2-40B4-BE49-F238E27FC236}">
                <a16:creationId xmlns:a16="http://schemas.microsoft.com/office/drawing/2014/main" id="{65256D6D-8EC8-A24E-BDEA-EBD5E883C58C}"/>
              </a:ext>
            </a:extLst>
          </p:cNvPr>
          <p:cNvSpPr/>
          <p:nvPr/>
        </p:nvSpPr>
        <p:spPr>
          <a:xfrm>
            <a:off x="34469308" y="988051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2" name="Oval 421">
            <a:extLst>
              <a:ext uri="{FF2B5EF4-FFF2-40B4-BE49-F238E27FC236}">
                <a16:creationId xmlns:a16="http://schemas.microsoft.com/office/drawing/2014/main" id="{0195A0E4-740D-23C9-9418-C28354CB8814}"/>
              </a:ext>
            </a:extLst>
          </p:cNvPr>
          <p:cNvSpPr/>
          <p:nvPr/>
        </p:nvSpPr>
        <p:spPr>
          <a:xfrm>
            <a:off x="33281483" y="988051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3" name="Oval 422">
            <a:extLst>
              <a:ext uri="{FF2B5EF4-FFF2-40B4-BE49-F238E27FC236}">
                <a16:creationId xmlns:a16="http://schemas.microsoft.com/office/drawing/2014/main" id="{8DFF9FAA-7A33-6E0E-920A-CE4B93A96104}"/>
              </a:ext>
            </a:extLst>
          </p:cNvPr>
          <p:cNvSpPr/>
          <p:nvPr/>
        </p:nvSpPr>
        <p:spPr>
          <a:xfrm>
            <a:off x="30737999" y="988051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4" name="Oval 423">
            <a:extLst>
              <a:ext uri="{FF2B5EF4-FFF2-40B4-BE49-F238E27FC236}">
                <a16:creationId xmlns:a16="http://schemas.microsoft.com/office/drawing/2014/main" id="{8292B0B4-4F47-2FDA-76BE-A7BEDE4F6408}"/>
              </a:ext>
            </a:extLst>
          </p:cNvPr>
          <p:cNvSpPr/>
          <p:nvPr/>
        </p:nvSpPr>
        <p:spPr>
          <a:xfrm>
            <a:off x="29895628" y="951304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6" name="Graphic 425" descr="Mittens outline">
            <a:extLst>
              <a:ext uri="{FF2B5EF4-FFF2-40B4-BE49-F238E27FC236}">
                <a16:creationId xmlns:a16="http://schemas.microsoft.com/office/drawing/2014/main" id="{B50F79FD-68A1-F760-2196-E27D33E594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386680" y="5290797"/>
            <a:ext cx="2101892" cy="2101892"/>
          </a:xfrm>
          <a:prstGeom prst="rect">
            <a:avLst/>
          </a:prstGeom>
        </p:spPr>
      </p:pic>
      <p:pic>
        <p:nvPicPr>
          <p:cNvPr id="427" name="Graphic 426" descr="Mittens with solid fill">
            <a:extLst>
              <a:ext uri="{FF2B5EF4-FFF2-40B4-BE49-F238E27FC236}">
                <a16:creationId xmlns:a16="http://schemas.microsoft.com/office/drawing/2014/main" id="{7D53ABCE-A448-79DD-3C00-FA8414C27C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844542" y="5324731"/>
            <a:ext cx="2168460" cy="2168460"/>
          </a:xfrm>
          <a:prstGeom prst="rect">
            <a:avLst/>
          </a:prstGeom>
        </p:spPr>
      </p:pic>
      <p:cxnSp>
        <p:nvCxnSpPr>
          <p:cNvPr id="446" name="Straight Connector 445">
            <a:extLst>
              <a:ext uri="{FF2B5EF4-FFF2-40B4-BE49-F238E27FC236}">
                <a16:creationId xmlns:a16="http://schemas.microsoft.com/office/drawing/2014/main" id="{56995CC1-0170-DECD-0DB6-BA6400B09FF2}"/>
              </a:ext>
            </a:extLst>
          </p:cNvPr>
          <p:cNvCxnSpPr>
            <a:cxnSpLocks/>
          </p:cNvCxnSpPr>
          <p:nvPr/>
        </p:nvCxnSpPr>
        <p:spPr>
          <a:xfrm>
            <a:off x="22670433" y="1360071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7" name="Freeform: Shape 446">
            <a:extLst>
              <a:ext uri="{FF2B5EF4-FFF2-40B4-BE49-F238E27FC236}">
                <a16:creationId xmlns:a16="http://schemas.microsoft.com/office/drawing/2014/main" id="{FC14A7DB-A470-6E13-D9C0-C4480879458E}"/>
              </a:ext>
            </a:extLst>
          </p:cNvPr>
          <p:cNvSpPr/>
          <p:nvPr/>
        </p:nvSpPr>
        <p:spPr>
          <a:xfrm>
            <a:off x="24452904" y="1241388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118B7174-E50B-0B4F-E698-23D330088505}"/>
              </a:ext>
            </a:extLst>
          </p:cNvPr>
          <p:cNvCxnSpPr>
            <a:cxnSpLocks/>
          </p:cNvCxnSpPr>
          <p:nvPr/>
        </p:nvCxnSpPr>
        <p:spPr>
          <a:xfrm>
            <a:off x="26239855" y="1338366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Straight Arrow Connector 448">
            <a:extLst>
              <a:ext uri="{FF2B5EF4-FFF2-40B4-BE49-F238E27FC236}">
                <a16:creationId xmlns:a16="http://schemas.microsoft.com/office/drawing/2014/main" id="{0B1E53C7-077D-0BE9-5A3A-2EC0210B1C51}"/>
              </a:ext>
            </a:extLst>
          </p:cNvPr>
          <p:cNvCxnSpPr>
            <a:cxnSpLocks/>
          </p:cNvCxnSpPr>
          <p:nvPr/>
        </p:nvCxnSpPr>
        <p:spPr>
          <a:xfrm>
            <a:off x="26538739" y="1328851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Straight Arrow Connector 449">
            <a:extLst>
              <a:ext uri="{FF2B5EF4-FFF2-40B4-BE49-F238E27FC236}">
                <a16:creationId xmlns:a16="http://schemas.microsoft.com/office/drawing/2014/main" id="{3A9972CA-1749-5082-AED9-FD7A08906D65}"/>
              </a:ext>
            </a:extLst>
          </p:cNvPr>
          <p:cNvCxnSpPr>
            <a:cxnSpLocks/>
          </p:cNvCxnSpPr>
          <p:nvPr/>
        </p:nvCxnSpPr>
        <p:spPr>
          <a:xfrm rot="10800000">
            <a:off x="26538739" y="1346551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Arrow Connector 450">
            <a:extLst>
              <a:ext uri="{FF2B5EF4-FFF2-40B4-BE49-F238E27FC236}">
                <a16:creationId xmlns:a16="http://schemas.microsoft.com/office/drawing/2014/main" id="{14A38901-E58A-5F85-C20B-70F4196C90A2}"/>
              </a:ext>
            </a:extLst>
          </p:cNvPr>
          <p:cNvCxnSpPr>
            <a:cxnSpLocks/>
            <a:stCxn id="447" idx="0"/>
          </p:cNvCxnSpPr>
          <p:nvPr/>
        </p:nvCxnSpPr>
        <p:spPr>
          <a:xfrm flipH="1" flipV="1">
            <a:off x="23875049" y="13383691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2" name="Oval 451">
            <a:extLst>
              <a:ext uri="{FF2B5EF4-FFF2-40B4-BE49-F238E27FC236}">
                <a16:creationId xmlns:a16="http://schemas.microsoft.com/office/drawing/2014/main" id="{FD9AD264-EA81-2A61-CB3D-0D629770357E}"/>
              </a:ext>
            </a:extLst>
          </p:cNvPr>
          <p:cNvSpPr/>
          <p:nvPr/>
        </p:nvSpPr>
        <p:spPr>
          <a:xfrm>
            <a:off x="27240305" y="1322888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3" name="Oval 452">
            <a:extLst>
              <a:ext uri="{FF2B5EF4-FFF2-40B4-BE49-F238E27FC236}">
                <a16:creationId xmlns:a16="http://schemas.microsoft.com/office/drawing/2014/main" id="{D59D8C33-FBA2-503B-F223-388CEA895B55}"/>
              </a:ext>
            </a:extLst>
          </p:cNvPr>
          <p:cNvSpPr/>
          <p:nvPr/>
        </p:nvSpPr>
        <p:spPr>
          <a:xfrm>
            <a:off x="23508997" y="1322888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4" name="Oval 453">
            <a:extLst>
              <a:ext uri="{FF2B5EF4-FFF2-40B4-BE49-F238E27FC236}">
                <a16:creationId xmlns:a16="http://schemas.microsoft.com/office/drawing/2014/main" id="{CBBF92A4-BFBB-DE71-0F40-278034D401F2}"/>
              </a:ext>
            </a:extLst>
          </p:cNvPr>
          <p:cNvSpPr/>
          <p:nvPr/>
        </p:nvSpPr>
        <p:spPr>
          <a:xfrm>
            <a:off x="22666625" y="12861422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8CA9338F-68BD-443A-0CE2-0D6F6DD11E91}"/>
              </a:ext>
            </a:extLst>
          </p:cNvPr>
          <p:cNvCxnSpPr>
            <a:cxnSpLocks/>
          </p:cNvCxnSpPr>
          <p:nvPr/>
        </p:nvCxnSpPr>
        <p:spPr>
          <a:xfrm>
            <a:off x="22670433" y="1161055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6" name="Oval 455">
            <a:extLst>
              <a:ext uri="{FF2B5EF4-FFF2-40B4-BE49-F238E27FC236}">
                <a16:creationId xmlns:a16="http://schemas.microsoft.com/office/drawing/2014/main" id="{73D3E7A5-5715-16BE-E473-BFD3DDF5C843}"/>
              </a:ext>
            </a:extLst>
          </p:cNvPr>
          <p:cNvSpPr/>
          <p:nvPr/>
        </p:nvSpPr>
        <p:spPr>
          <a:xfrm>
            <a:off x="27240305" y="1123871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7" name="Oval 456">
            <a:extLst>
              <a:ext uri="{FF2B5EF4-FFF2-40B4-BE49-F238E27FC236}">
                <a16:creationId xmlns:a16="http://schemas.microsoft.com/office/drawing/2014/main" id="{492F2BE3-2B93-7BE5-E2E0-25E21236C804}"/>
              </a:ext>
            </a:extLst>
          </p:cNvPr>
          <p:cNvSpPr/>
          <p:nvPr/>
        </p:nvSpPr>
        <p:spPr>
          <a:xfrm>
            <a:off x="23508997" y="1123871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" name="Oval 457">
            <a:extLst>
              <a:ext uri="{FF2B5EF4-FFF2-40B4-BE49-F238E27FC236}">
                <a16:creationId xmlns:a16="http://schemas.microsoft.com/office/drawing/2014/main" id="{AF7AA255-29E4-4AE3-2E2B-3233106A2586}"/>
              </a:ext>
            </a:extLst>
          </p:cNvPr>
          <p:cNvSpPr/>
          <p:nvPr/>
        </p:nvSpPr>
        <p:spPr>
          <a:xfrm>
            <a:off x="22666625" y="1087126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9" name="Straight Arrow Connector 458">
            <a:extLst>
              <a:ext uri="{FF2B5EF4-FFF2-40B4-BE49-F238E27FC236}">
                <a16:creationId xmlns:a16="http://schemas.microsoft.com/office/drawing/2014/main" id="{30340B9E-3C8E-CC9B-2263-5EC8CDAB96CC}"/>
              </a:ext>
            </a:extLst>
          </p:cNvPr>
          <p:cNvCxnSpPr>
            <a:cxnSpLocks/>
          </p:cNvCxnSpPr>
          <p:nvPr/>
        </p:nvCxnSpPr>
        <p:spPr>
          <a:xfrm flipH="1">
            <a:off x="23987675" y="11416554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AD64B6A7-DD4A-5F32-F306-B38AFA91F642}"/>
              </a:ext>
            </a:extLst>
          </p:cNvPr>
          <p:cNvCxnSpPr>
            <a:cxnSpLocks/>
          </p:cNvCxnSpPr>
          <p:nvPr/>
        </p:nvCxnSpPr>
        <p:spPr>
          <a:xfrm>
            <a:off x="30130012" y="1363887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1" name="Freeform: Shape 460">
            <a:extLst>
              <a:ext uri="{FF2B5EF4-FFF2-40B4-BE49-F238E27FC236}">
                <a16:creationId xmlns:a16="http://schemas.microsoft.com/office/drawing/2014/main" id="{8B694038-9D43-FF11-92FD-3A800191401F}"/>
              </a:ext>
            </a:extLst>
          </p:cNvPr>
          <p:cNvSpPr/>
          <p:nvPr/>
        </p:nvSpPr>
        <p:spPr>
          <a:xfrm>
            <a:off x="31912484" y="12452036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30A46B7A-F325-DEAC-6FDD-C116C67CD46F}"/>
              </a:ext>
            </a:extLst>
          </p:cNvPr>
          <p:cNvCxnSpPr>
            <a:cxnSpLocks/>
          </p:cNvCxnSpPr>
          <p:nvPr/>
        </p:nvCxnSpPr>
        <p:spPr>
          <a:xfrm>
            <a:off x="33699435" y="1342182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Straight Arrow Connector 462">
            <a:extLst>
              <a:ext uri="{FF2B5EF4-FFF2-40B4-BE49-F238E27FC236}">
                <a16:creationId xmlns:a16="http://schemas.microsoft.com/office/drawing/2014/main" id="{FF33806D-461D-51FB-EF20-E765DD5185D2}"/>
              </a:ext>
            </a:extLst>
          </p:cNvPr>
          <p:cNvCxnSpPr>
            <a:cxnSpLocks/>
          </p:cNvCxnSpPr>
          <p:nvPr/>
        </p:nvCxnSpPr>
        <p:spPr>
          <a:xfrm>
            <a:off x="33998317" y="13326666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Straight Arrow Connector 463">
            <a:extLst>
              <a:ext uri="{FF2B5EF4-FFF2-40B4-BE49-F238E27FC236}">
                <a16:creationId xmlns:a16="http://schemas.microsoft.com/office/drawing/2014/main" id="{9F730B4C-FCF0-431C-A3DE-3403C725020D}"/>
              </a:ext>
            </a:extLst>
          </p:cNvPr>
          <p:cNvCxnSpPr>
            <a:cxnSpLocks/>
          </p:cNvCxnSpPr>
          <p:nvPr/>
        </p:nvCxnSpPr>
        <p:spPr>
          <a:xfrm rot="10800000">
            <a:off x="33998317" y="1350367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464">
            <a:extLst>
              <a:ext uri="{FF2B5EF4-FFF2-40B4-BE49-F238E27FC236}">
                <a16:creationId xmlns:a16="http://schemas.microsoft.com/office/drawing/2014/main" id="{4DA658F9-4663-74A6-D96F-D0A703BC3EC9}"/>
              </a:ext>
            </a:extLst>
          </p:cNvPr>
          <p:cNvCxnSpPr>
            <a:cxnSpLocks/>
            <a:stCxn id="461" idx="0"/>
          </p:cNvCxnSpPr>
          <p:nvPr/>
        </p:nvCxnSpPr>
        <p:spPr>
          <a:xfrm flipH="1" flipV="1">
            <a:off x="31334628" y="13421846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Oval 465">
            <a:extLst>
              <a:ext uri="{FF2B5EF4-FFF2-40B4-BE49-F238E27FC236}">
                <a16:creationId xmlns:a16="http://schemas.microsoft.com/office/drawing/2014/main" id="{AC5D6837-FA18-45BD-084C-2A631D7CABB8}"/>
              </a:ext>
            </a:extLst>
          </p:cNvPr>
          <p:cNvSpPr/>
          <p:nvPr/>
        </p:nvSpPr>
        <p:spPr>
          <a:xfrm>
            <a:off x="34699883" y="1326704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Oval 466">
            <a:extLst>
              <a:ext uri="{FF2B5EF4-FFF2-40B4-BE49-F238E27FC236}">
                <a16:creationId xmlns:a16="http://schemas.microsoft.com/office/drawing/2014/main" id="{21E27A89-67CC-24A1-BD0E-08166D353880}"/>
              </a:ext>
            </a:extLst>
          </p:cNvPr>
          <p:cNvSpPr/>
          <p:nvPr/>
        </p:nvSpPr>
        <p:spPr>
          <a:xfrm>
            <a:off x="30968577" y="1326704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8" name="Oval 467">
            <a:extLst>
              <a:ext uri="{FF2B5EF4-FFF2-40B4-BE49-F238E27FC236}">
                <a16:creationId xmlns:a16="http://schemas.microsoft.com/office/drawing/2014/main" id="{0D1A9B84-625E-E752-B9DD-16092C35FDDD}"/>
              </a:ext>
            </a:extLst>
          </p:cNvPr>
          <p:cNvSpPr/>
          <p:nvPr/>
        </p:nvSpPr>
        <p:spPr>
          <a:xfrm>
            <a:off x="30126203" y="1289957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9" name="Straight Connector 468">
            <a:extLst>
              <a:ext uri="{FF2B5EF4-FFF2-40B4-BE49-F238E27FC236}">
                <a16:creationId xmlns:a16="http://schemas.microsoft.com/office/drawing/2014/main" id="{65A0AF98-4C32-0098-DBDE-E06F56E8ED9B}"/>
              </a:ext>
            </a:extLst>
          </p:cNvPr>
          <p:cNvCxnSpPr>
            <a:cxnSpLocks/>
          </p:cNvCxnSpPr>
          <p:nvPr/>
        </p:nvCxnSpPr>
        <p:spPr>
          <a:xfrm>
            <a:off x="30130012" y="1164870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0" name="Oval 469">
            <a:extLst>
              <a:ext uri="{FF2B5EF4-FFF2-40B4-BE49-F238E27FC236}">
                <a16:creationId xmlns:a16="http://schemas.microsoft.com/office/drawing/2014/main" id="{47097825-2E9B-BFA8-EFEC-6202CD654496}"/>
              </a:ext>
            </a:extLst>
          </p:cNvPr>
          <p:cNvSpPr/>
          <p:nvPr/>
        </p:nvSpPr>
        <p:spPr>
          <a:xfrm>
            <a:off x="34699883" y="1127687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Oval 470">
            <a:extLst>
              <a:ext uri="{FF2B5EF4-FFF2-40B4-BE49-F238E27FC236}">
                <a16:creationId xmlns:a16="http://schemas.microsoft.com/office/drawing/2014/main" id="{82D1465B-78B7-AE6F-60FC-1E06DE93E5D9}"/>
              </a:ext>
            </a:extLst>
          </p:cNvPr>
          <p:cNvSpPr/>
          <p:nvPr/>
        </p:nvSpPr>
        <p:spPr>
          <a:xfrm>
            <a:off x="30968577" y="1127687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2" name="Oval 471">
            <a:extLst>
              <a:ext uri="{FF2B5EF4-FFF2-40B4-BE49-F238E27FC236}">
                <a16:creationId xmlns:a16="http://schemas.microsoft.com/office/drawing/2014/main" id="{96259D50-B101-10F8-B593-F07A8A951144}"/>
              </a:ext>
            </a:extLst>
          </p:cNvPr>
          <p:cNvSpPr/>
          <p:nvPr/>
        </p:nvSpPr>
        <p:spPr>
          <a:xfrm>
            <a:off x="30126203" y="1090941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3" name="Straight Arrow Connector 472">
            <a:extLst>
              <a:ext uri="{FF2B5EF4-FFF2-40B4-BE49-F238E27FC236}">
                <a16:creationId xmlns:a16="http://schemas.microsoft.com/office/drawing/2014/main" id="{3C4507F9-3048-8A6E-9FBF-86F46CBDCE0F}"/>
              </a:ext>
            </a:extLst>
          </p:cNvPr>
          <p:cNvCxnSpPr>
            <a:cxnSpLocks/>
          </p:cNvCxnSpPr>
          <p:nvPr/>
        </p:nvCxnSpPr>
        <p:spPr>
          <a:xfrm flipH="1">
            <a:off x="31447256" y="11454709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4" name="Straight Connector 473">
            <a:extLst>
              <a:ext uri="{FF2B5EF4-FFF2-40B4-BE49-F238E27FC236}">
                <a16:creationId xmlns:a16="http://schemas.microsoft.com/office/drawing/2014/main" id="{BE9AC010-60AD-CF17-75BC-6889599392AE}"/>
              </a:ext>
            </a:extLst>
          </p:cNvPr>
          <p:cNvCxnSpPr>
            <a:cxnSpLocks/>
          </p:cNvCxnSpPr>
          <p:nvPr/>
        </p:nvCxnSpPr>
        <p:spPr>
          <a:xfrm>
            <a:off x="37700824" y="1381671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5" name="Freeform: Shape 474">
            <a:extLst>
              <a:ext uri="{FF2B5EF4-FFF2-40B4-BE49-F238E27FC236}">
                <a16:creationId xmlns:a16="http://schemas.microsoft.com/office/drawing/2014/main" id="{7259ADBA-EBC0-1F30-6B38-589F4924696E}"/>
              </a:ext>
            </a:extLst>
          </p:cNvPr>
          <p:cNvSpPr/>
          <p:nvPr/>
        </p:nvSpPr>
        <p:spPr>
          <a:xfrm>
            <a:off x="39483295" y="12629878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6" name="Straight Connector 475">
            <a:extLst>
              <a:ext uri="{FF2B5EF4-FFF2-40B4-BE49-F238E27FC236}">
                <a16:creationId xmlns:a16="http://schemas.microsoft.com/office/drawing/2014/main" id="{52363736-8295-3428-6074-96A6A7761E12}"/>
              </a:ext>
            </a:extLst>
          </p:cNvPr>
          <p:cNvCxnSpPr>
            <a:cxnSpLocks/>
          </p:cNvCxnSpPr>
          <p:nvPr/>
        </p:nvCxnSpPr>
        <p:spPr>
          <a:xfrm>
            <a:off x="41270247" y="13599668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Straight Arrow Connector 476">
            <a:extLst>
              <a:ext uri="{FF2B5EF4-FFF2-40B4-BE49-F238E27FC236}">
                <a16:creationId xmlns:a16="http://schemas.microsoft.com/office/drawing/2014/main" id="{E1C4973C-B258-1664-46FD-BA5B75927463}"/>
              </a:ext>
            </a:extLst>
          </p:cNvPr>
          <p:cNvCxnSpPr>
            <a:cxnSpLocks/>
          </p:cNvCxnSpPr>
          <p:nvPr/>
        </p:nvCxnSpPr>
        <p:spPr>
          <a:xfrm>
            <a:off x="39768902" y="13504510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Straight Arrow Connector 477">
            <a:extLst>
              <a:ext uri="{FF2B5EF4-FFF2-40B4-BE49-F238E27FC236}">
                <a16:creationId xmlns:a16="http://schemas.microsoft.com/office/drawing/2014/main" id="{3B7EBE9B-6700-F6D9-8F3B-CF3BB666F469}"/>
              </a:ext>
            </a:extLst>
          </p:cNvPr>
          <p:cNvCxnSpPr>
            <a:cxnSpLocks/>
          </p:cNvCxnSpPr>
          <p:nvPr/>
        </p:nvCxnSpPr>
        <p:spPr>
          <a:xfrm rot="10800000">
            <a:off x="39768902" y="13681514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Straight Arrow Connector 478">
            <a:extLst>
              <a:ext uri="{FF2B5EF4-FFF2-40B4-BE49-F238E27FC236}">
                <a16:creationId xmlns:a16="http://schemas.microsoft.com/office/drawing/2014/main" id="{3950F6BE-2185-1A70-3B96-69F8A5117FC6}"/>
              </a:ext>
            </a:extLst>
          </p:cNvPr>
          <p:cNvCxnSpPr>
            <a:cxnSpLocks/>
            <a:stCxn id="475" idx="0"/>
          </p:cNvCxnSpPr>
          <p:nvPr/>
        </p:nvCxnSpPr>
        <p:spPr>
          <a:xfrm flipH="1" flipV="1">
            <a:off x="38905442" y="13599688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0" name="Oval 479">
            <a:extLst>
              <a:ext uri="{FF2B5EF4-FFF2-40B4-BE49-F238E27FC236}">
                <a16:creationId xmlns:a16="http://schemas.microsoft.com/office/drawing/2014/main" id="{1C2594EE-627D-4969-5A54-C8EBE3366A48}"/>
              </a:ext>
            </a:extLst>
          </p:cNvPr>
          <p:cNvSpPr/>
          <p:nvPr/>
        </p:nvSpPr>
        <p:spPr>
          <a:xfrm>
            <a:off x="40470473" y="1344488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1" name="Oval 480">
            <a:extLst>
              <a:ext uri="{FF2B5EF4-FFF2-40B4-BE49-F238E27FC236}">
                <a16:creationId xmlns:a16="http://schemas.microsoft.com/office/drawing/2014/main" id="{4E55EBCC-27EA-BC26-DD67-1748A9083231}"/>
              </a:ext>
            </a:extLst>
          </p:cNvPr>
          <p:cNvSpPr/>
          <p:nvPr/>
        </p:nvSpPr>
        <p:spPr>
          <a:xfrm>
            <a:off x="38539390" y="1344488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2" name="Oval 481">
            <a:extLst>
              <a:ext uri="{FF2B5EF4-FFF2-40B4-BE49-F238E27FC236}">
                <a16:creationId xmlns:a16="http://schemas.microsoft.com/office/drawing/2014/main" id="{16FA449C-ACE6-5BC5-1C54-C1A7BCE6BE8A}"/>
              </a:ext>
            </a:extLst>
          </p:cNvPr>
          <p:cNvSpPr/>
          <p:nvPr/>
        </p:nvSpPr>
        <p:spPr>
          <a:xfrm>
            <a:off x="37697017" y="13077422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Straight Connector 482">
            <a:extLst>
              <a:ext uri="{FF2B5EF4-FFF2-40B4-BE49-F238E27FC236}">
                <a16:creationId xmlns:a16="http://schemas.microsoft.com/office/drawing/2014/main" id="{713BDD4D-C92C-FF9E-18C5-29864585FCCB}"/>
              </a:ext>
            </a:extLst>
          </p:cNvPr>
          <p:cNvCxnSpPr>
            <a:cxnSpLocks/>
          </p:cNvCxnSpPr>
          <p:nvPr/>
        </p:nvCxnSpPr>
        <p:spPr>
          <a:xfrm>
            <a:off x="37700824" y="1182655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4" name="Oval 483">
            <a:extLst>
              <a:ext uri="{FF2B5EF4-FFF2-40B4-BE49-F238E27FC236}">
                <a16:creationId xmlns:a16="http://schemas.microsoft.com/office/drawing/2014/main" id="{C28C5110-2CCA-714E-6511-43003867FEF2}"/>
              </a:ext>
            </a:extLst>
          </p:cNvPr>
          <p:cNvSpPr/>
          <p:nvPr/>
        </p:nvSpPr>
        <p:spPr>
          <a:xfrm>
            <a:off x="40470473" y="1145471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5" name="Oval 484">
            <a:extLst>
              <a:ext uri="{FF2B5EF4-FFF2-40B4-BE49-F238E27FC236}">
                <a16:creationId xmlns:a16="http://schemas.microsoft.com/office/drawing/2014/main" id="{DF3F9CF0-8E84-D89E-0F8E-5FA5ADE793F5}"/>
              </a:ext>
            </a:extLst>
          </p:cNvPr>
          <p:cNvSpPr/>
          <p:nvPr/>
        </p:nvSpPr>
        <p:spPr>
          <a:xfrm>
            <a:off x="38539390" y="1145471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6" name="Oval 485">
            <a:extLst>
              <a:ext uri="{FF2B5EF4-FFF2-40B4-BE49-F238E27FC236}">
                <a16:creationId xmlns:a16="http://schemas.microsoft.com/office/drawing/2014/main" id="{A9F49343-1276-9ECF-33E0-6A9145C2707A}"/>
              </a:ext>
            </a:extLst>
          </p:cNvPr>
          <p:cNvSpPr/>
          <p:nvPr/>
        </p:nvSpPr>
        <p:spPr>
          <a:xfrm>
            <a:off x="37697017" y="11087260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7" name="Straight Arrow Connector 486">
            <a:extLst>
              <a:ext uri="{FF2B5EF4-FFF2-40B4-BE49-F238E27FC236}">
                <a16:creationId xmlns:a16="http://schemas.microsoft.com/office/drawing/2014/main" id="{EAEC7DC4-2FAB-062F-0A86-691989C633FB}"/>
              </a:ext>
            </a:extLst>
          </p:cNvPr>
          <p:cNvCxnSpPr>
            <a:cxnSpLocks/>
          </p:cNvCxnSpPr>
          <p:nvPr/>
        </p:nvCxnSpPr>
        <p:spPr>
          <a:xfrm flipH="1">
            <a:off x="39018067" y="11632553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AEBA0E0-DB5C-BE83-89E0-CEFBB58A3492}"/>
              </a:ext>
            </a:extLst>
          </p:cNvPr>
          <p:cNvSpPr txBox="1"/>
          <p:nvPr/>
        </p:nvSpPr>
        <p:spPr>
          <a:xfrm>
            <a:off x="3308894" y="577385"/>
            <a:ext cx="8099077" cy="1323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999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4: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A43D35B-B745-512D-3A30-ECA9D6381780}"/>
              </a:ext>
            </a:extLst>
          </p:cNvPr>
          <p:cNvSpPr txBox="1"/>
          <p:nvPr/>
        </p:nvSpPr>
        <p:spPr>
          <a:xfrm>
            <a:off x="26171844" y="592276"/>
            <a:ext cx="9334094" cy="1323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999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D. Target Finding 5: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000175-4A6D-AC65-95D4-C2F7C65EA3FB}"/>
              </a:ext>
            </a:extLst>
          </p:cNvPr>
          <p:cNvSpPr txBox="1"/>
          <p:nvPr/>
        </p:nvSpPr>
        <p:spPr>
          <a:xfrm>
            <a:off x="732927" y="2042322"/>
            <a:ext cx="1373010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Graded Representations of Efficiency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4F8E41-F14F-2902-D99A-7020AB877AFF}"/>
              </a:ext>
            </a:extLst>
          </p:cNvPr>
          <p:cNvSpPr txBox="1"/>
          <p:nvPr/>
        </p:nvSpPr>
        <p:spPr>
          <a:xfrm>
            <a:off x="19801180" y="2010013"/>
            <a:ext cx="21599234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 efficiency understanding in pre-reaching infants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3BE734D-1ECB-0F9B-995C-FE7AC4A86826}"/>
              </a:ext>
            </a:extLst>
          </p:cNvPr>
          <p:cNvSpPr txBox="1"/>
          <p:nvPr/>
        </p:nvSpPr>
        <p:spPr>
          <a:xfrm>
            <a:off x="-4083215" y="4373898"/>
            <a:ext cx="614546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522F4C-691A-151F-F835-21D83D11D8F1}"/>
              </a:ext>
            </a:extLst>
          </p:cNvPr>
          <p:cNvSpPr txBox="1"/>
          <p:nvPr/>
        </p:nvSpPr>
        <p:spPr>
          <a:xfrm>
            <a:off x="3530337" y="4381217"/>
            <a:ext cx="69149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072426-EDB7-16BB-8A5B-48F0EA31D0EF}"/>
              </a:ext>
            </a:extLst>
          </p:cNvPr>
          <p:cNvSpPr txBox="1"/>
          <p:nvPr/>
        </p:nvSpPr>
        <p:spPr>
          <a:xfrm>
            <a:off x="11362604" y="4419319"/>
            <a:ext cx="69149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BA01800E-4F2D-F4BF-02DF-9C81B874EF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30803" y="15504740"/>
            <a:ext cx="7323120" cy="5230799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0626353A-A469-37B3-7530-6B62EAACFC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8660" y="15474528"/>
            <a:ext cx="7323120" cy="5230799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C05FBF9A-5D72-628B-7127-44EF1B9D6B0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5375" y="15521802"/>
            <a:ext cx="7323120" cy="523079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621EC58-F123-89B3-5A8C-BBA241EC6C82}"/>
              </a:ext>
            </a:extLst>
          </p:cNvPr>
          <p:cNvSpPr txBox="1"/>
          <p:nvPr/>
        </p:nvSpPr>
        <p:spPr>
          <a:xfrm>
            <a:off x="22053391" y="4373902"/>
            <a:ext cx="614546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017A736-8B26-63EC-0B56-097B16B5BACF}"/>
              </a:ext>
            </a:extLst>
          </p:cNvPr>
          <p:cNvSpPr txBox="1"/>
          <p:nvPr/>
        </p:nvSpPr>
        <p:spPr>
          <a:xfrm>
            <a:off x="29444789" y="4373902"/>
            <a:ext cx="614546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5A11750-1009-4F81-740E-E15DE5DD419D}"/>
              </a:ext>
            </a:extLst>
          </p:cNvPr>
          <p:cNvSpPr txBox="1"/>
          <p:nvPr/>
        </p:nvSpPr>
        <p:spPr>
          <a:xfrm>
            <a:off x="36851504" y="4419317"/>
            <a:ext cx="69149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</a:t>
            </a:r>
          </a:p>
        </p:txBody>
      </p:sp>
      <p:pic>
        <p:nvPicPr>
          <p:cNvPr id="489" name="Picture 488">
            <a:extLst>
              <a:ext uri="{FF2B5EF4-FFF2-40B4-BE49-F238E27FC236}">
                <a16:creationId xmlns:a16="http://schemas.microsoft.com/office/drawing/2014/main" id="{8ED1E698-85EF-48C8-15EE-4CD147166AF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47882" y="15524160"/>
            <a:ext cx="7323120" cy="5230799"/>
          </a:xfrm>
          <a:prstGeom prst="rect">
            <a:avLst/>
          </a:prstGeom>
        </p:spPr>
      </p:pic>
      <p:pic>
        <p:nvPicPr>
          <p:cNvPr id="491" name="Picture 490">
            <a:extLst>
              <a:ext uri="{FF2B5EF4-FFF2-40B4-BE49-F238E27FC236}">
                <a16:creationId xmlns:a16="http://schemas.microsoft.com/office/drawing/2014/main" id="{CEB49B19-16D3-D826-B4E7-D3C98294438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25083" y="15524160"/>
            <a:ext cx="7323120" cy="5230799"/>
          </a:xfrm>
          <a:prstGeom prst="rect">
            <a:avLst/>
          </a:prstGeom>
        </p:spPr>
      </p:pic>
      <p:pic>
        <p:nvPicPr>
          <p:cNvPr id="493" name="Picture 492">
            <a:extLst>
              <a:ext uri="{FF2B5EF4-FFF2-40B4-BE49-F238E27FC236}">
                <a16:creationId xmlns:a16="http://schemas.microsoft.com/office/drawing/2014/main" id="{31431181-29E7-FD58-DFD4-B9618E95E21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35582" y="15524158"/>
            <a:ext cx="7323120" cy="5230799"/>
          </a:xfrm>
          <a:prstGeom prst="rect">
            <a:avLst/>
          </a:prstGeom>
        </p:spPr>
      </p:pic>
      <p:cxnSp>
        <p:nvCxnSpPr>
          <p:cNvPr id="504" name="Straight Connector 503">
            <a:extLst>
              <a:ext uri="{FF2B5EF4-FFF2-40B4-BE49-F238E27FC236}">
                <a16:creationId xmlns:a16="http://schemas.microsoft.com/office/drawing/2014/main" id="{3C85AD24-5580-6837-83F3-1CA8E0BBB760}"/>
              </a:ext>
            </a:extLst>
          </p:cNvPr>
          <p:cNvCxnSpPr/>
          <p:nvPr/>
        </p:nvCxnSpPr>
        <p:spPr>
          <a:xfrm>
            <a:off x="2810160" y="4065115"/>
            <a:ext cx="0" cy="10205209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Straight Connector 504">
            <a:extLst>
              <a:ext uri="{FF2B5EF4-FFF2-40B4-BE49-F238E27FC236}">
                <a16:creationId xmlns:a16="http://schemas.microsoft.com/office/drawing/2014/main" id="{0C5B9918-1313-5894-9CDF-9A6EEBAEDD58}"/>
              </a:ext>
            </a:extLst>
          </p:cNvPr>
          <p:cNvCxnSpPr/>
          <p:nvPr/>
        </p:nvCxnSpPr>
        <p:spPr>
          <a:xfrm>
            <a:off x="10767613" y="4054230"/>
            <a:ext cx="0" cy="10205209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Straight Connector 505">
            <a:extLst>
              <a:ext uri="{FF2B5EF4-FFF2-40B4-BE49-F238E27FC236}">
                <a16:creationId xmlns:a16="http://schemas.microsoft.com/office/drawing/2014/main" id="{EB50096B-1C62-D708-3E54-6023CCE26C12}"/>
              </a:ext>
            </a:extLst>
          </p:cNvPr>
          <p:cNvCxnSpPr/>
          <p:nvPr/>
        </p:nvCxnSpPr>
        <p:spPr>
          <a:xfrm>
            <a:off x="28670591" y="4124669"/>
            <a:ext cx="0" cy="10205209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Straight Connector 506">
            <a:extLst>
              <a:ext uri="{FF2B5EF4-FFF2-40B4-BE49-F238E27FC236}">
                <a16:creationId xmlns:a16="http://schemas.microsoft.com/office/drawing/2014/main" id="{9514F543-EA15-A50A-4340-1CF74723F60C}"/>
              </a:ext>
            </a:extLst>
          </p:cNvPr>
          <p:cNvCxnSpPr/>
          <p:nvPr/>
        </p:nvCxnSpPr>
        <p:spPr>
          <a:xfrm>
            <a:off x="36601629" y="4059355"/>
            <a:ext cx="0" cy="10205209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53075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D700C8CE122D6468A01E7E6F602FC93" ma:contentTypeVersion="15" ma:contentTypeDescription="Create a new document." ma:contentTypeScope="" ma:versionID="78a361b573735f4e8f7ea36d196d1741">
  <xsd:schema xmlns:xsd="http://www.w3.org/2001/XMLSchema" xmlns:xs="http://www.w3.org/2001/XMLSchema" xmlns:p="http://schemas.microsoft.com/office/2006/metadata/properties" xmlns:ns3="4668150b-da18-493d-a040-cbc02bf476e5" xmlns:ns4="e584c313-2618-4b13-ba4c-e296ab8c40d5" targetNamespace="http://schemas.microsoft.com/office/2006/metadata/properties" ma:root="true" ma:fieldsID="aacb3e30d10ecf7b0bc1959e7f1d2dde" ns3:_="" ns4:_="">
    <xsd:import namespace="4668150b-da18-493d-a040-cbc02bf476e5"/>
    <xsd:import namespace="e584c313-2618-4b13-ba4c-e296ab8c40d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earchProperties" minOccurs="0"/>
                <xsd:element ref="ns4:SharedWithDetails" minOccurs="0"/>
                <xsd:element ref="ns4:SharingHintHash" minOccurs="0"/>
                <xsd:element ref="ns4:SharedWithUser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68150b-da18-493d-a040-cbc02bf476e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9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84c313-2618-4b13-ba4c-e296ab8c40d5" elementFormDefault="qualified">
    <xsd:import namespace="http://schemas.microsoft.com/office/2006/documentManagement/types"/>
    <xsd:import namespace="http://schemas.microsoft.com/office/infopath/2007/PartnerControls"/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6" nillable="true" ma:displayName="Sharing Hint Hash" ma:hidden="true" ma:internalName="SharingHintHash" ma:readOnly="true">
      <xsd:simpleType>
        <xsd:restriction base="dms:Text"/>
      </xsd:simple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668150b-da18-493d-a040-cbc02bf476e5" xsi:nil="true"/>
  </documentManagement>
</p:properties>
</file>

<file path=customXml/itemProps1.xml><?xml version="1.0" encoding="utf-8"?>
<ds:datastoreItem xmlns:ds="http://schemas.openxmlformats.org/officeDocument/2006/customXml" ds:itemID="{9028DA92-C8DA-4342-B357-E9B52241A81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668150b-da18-493d-a040-cbc02bf476e5"/>
    <ds:schemaRef ds:uri="e584c313-2618-4b13-ba4c-e296ab8c40d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2F1528F-C631-4170-A5E1-A10CC58FFF8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0738C8C-DF76-4388-8A52-04F66B29D512}">
  <ds:schemaRefs>
    <ds:schemaRef ds:uri="http://purl.org/dc/elements/1.1/"/>
    <ds:schemaRef ds:uri="http://www.w3.org/XML/1998/namespace"/>
    <ds:schemaRef ds:uri="http://schemas.microsoft.com/office/2006/documentManagement/types"/>
    <ds:schemaRef ds:uri="e584c313-2618-4b13-ba4c-e296ab8c40d5"/>
    <ds:schemaRef ds:uri="4668150b-da18-493d-a040-cbc02bf476e5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1588</TotalTime>
  <Words>139</Words>
  <Application>Microsoft Office PowerPoint</Application>
  <PresentationFormat>Custom</PresentationFormat>
  <Paragraphs>46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23</cp:revision>
  <dcterms:created xsi:type="dcterms:W3CDTF">2026-06-06T05:20:50Z</dcterms:created>
  <dcterms:modified xsi:type="dcterms:W3CDTF">2026-06-13T06:21:51Z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0x0101003D700C8CE122D6468A01E7E6F602FC93</vt:lpwstr>
  </property>
</Properties>
</file>