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56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60"/>
  </p:normalViewPr>
  <p:slideViewPr>
    <p:cSldViewPr snapToGrid="0">
      <p:cViewPr>
        <p:scale>
          <a:sx n="80" d="100"/>
          <a:sy n="80" d="100"/>
        </p:scale>
        <p:origin x="555" y="1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03B432-A659-47A9-A622-F1F1FE223EE8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6B36E3-9AF0-421E-9CBA-97F4E57A3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529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B36E3-9AF0-421E-9CBA-97F4E57A36B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613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99F71-0A83-CFE8-E6B3-41BE27FA5F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B1735D-3EB3-8230-A9CB-B083BEAA0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D1C55-C147-5B64-836B-3E059101D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C1DF-C9B9-4C32-9FF4-A604B0E589BF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854BA-3CA0-FF1F-46A2-E0D53707F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4EC45-D604-D3E5-316D-F95269630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0944-61CD-48DC-B776-6C19018D0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795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0C136-671D-41B8-649E-8A4F5580C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B2427-8AB5-52A3-DF6D-2B5E1C818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433B6-B09D-4E6B-70D9-82258E97E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C1DF-C9B9-4C32-9FF4-A604B0E589BF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D46C4-D134-415B-75D4-1C1868E3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F7AB9-DEBB-B986-F7A4-8D82CD27C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0944-61CD-48DC-B776-6C19018D0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859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379CE-AF5E-5081-661A-9578CBA6C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F7EFE-6AF1-D604-083F-96FAF2215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FFE836-A0ED-3D25-B169-628BB6C1B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C1DF-C9B9-4C32-9FF4-A604B0E589BF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7B385-B38D-BAAE-C1E1-4A3C7689B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DDA2D-EB33-A96D-4E49-F53680A9E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0944-61CD-48DC-B776-6C19018D0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820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DA3E3-5290-FE0E-A2F4-B94C0F8DE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8ED10-F0D2-BBFF-7F80-30DDD856B8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E91F5B-19FE-9BDE-C374-457AA18FF1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D13B22-69A9-C1C1-0DA0-D12CA514B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C1DF-C9B9-4C32-9FF4-A604B0E589BF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92D928-C759-5351-3AC8-1CD081536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0B8D48-1573-94CC-19E9-CD2B770B8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0944-61CD-48DC-B776-6C19018D0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79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6D1DD-2603-E04A-A970-2D1333D14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72E68-B350-8BDC-C0B9-CF4F7FAFC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E3C79B-1B26-3F9F-C8F1-738BF9F3D5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E48576-0B0A-B3C3-EE40-32688E8C45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5571A7-ECDD-BB60-0C60-CDCEFC4269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8BFC33-6AD8-018F-7573-0746874F2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C1DF-C9B9-4C32-9FF4-A604B0E589BF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00719D-80B5-2546-68EF-44FBF2B72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AB0AFE-B472-F70D-1EAE-F24F12F7E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0944-61CD-48DC-B776-6C19018D0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369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846F5-2496-AED5-3CA5-6C0CCEEFF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EF3B25-E7CD-6BF9-39CB-1484C58D1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C1DF-C9B9-4C32-9FF4-A604B0E589BF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7D112C-A463-CFC7-66C2-D046C5442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96F357-486F-ED28-F2A2-D85E7039C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0944-61CD-48DC-B776-6C19018D0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852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D8B254-AE8A-EA0F-9CF4-1A54DECC2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C1DF-C9B9-4C32-9FF4-A604B0E589BF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24D0A0-C462-9E3D-A59F-51819B4B2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90A1F-7CA6-3A33-BAE5-AE40417DF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0944-61CD-48DC-B776-6C19018D0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355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69950-86DF-6EA3-BBD3-1EDB0219E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714F3-6D65-F5E0-A708-D241FC871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C93564-9FA1-D928-A0BD-A7C44FA649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34370-2C19-38E5-8538-FA62EB4A0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C1DF-C9B9-4C32-9FF4-A604B0E589BF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9483FA-14CA-1777-1382-AF5859035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B3919-021F-B510-C328-4199A4B0C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0944-61CD-48DC-B776-6C19018D0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138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C5158-3C8B-45F8-100F-64CC934E0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3FC7D2-2CEA-5938-EB96-E846870A77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666749-8366-D7D1-3C8D-B77C32A554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DDADB0-838E-836B-6BA1-01B0FA568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C1DF-C9B9-4C32-9FF4-A604B0E589BF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044F35-74EA-A798-CCF7-DA3E524D2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E934CF-0188-E8EC-5C62-4A4EFB9C9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0944-61CD-48DC-B776-6C19018D0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201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07061-8A28-2F2E-88F1-81721766A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F6759A-4AD5-7EDD-19A1-669BD0C4FE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E83A5-1230-5C61-757B-0E99E25F5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C1DF-C9B9-4C32-9FF4-A604B0E589BF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6E691-57AD-C435-953B-717BC8294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3D388-DB92-62DF-4ADC-86E5B155C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0944-61CD-48DC-B776-6C19018D0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54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696693-46BE-0CB0-BA18-53085FB6F0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3AC48C-4ACD-D612-E394-F72DC8E238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6D366-6FD6-395D-6740-9F37A2503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C1DF-C9B9-4C32-9FF4-A604B0E589BF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B482F-EC7B-2B9E-AF10-BE248CE5E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72811-4C4B-6F93-E6A6-9FCF1A0D5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0944-61CD-48DC-B776-6C19018D0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207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99F4DA-A8A0-BD4A-FD79-1B5AAF5C3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5BB3A-6272-25D2-8DF8-C180BE3EA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DC83F-DD5B-98BB-B8AE-8BC8C38A77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44C1DF-C9B9-4C32-9FF4-A604B0E589BF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06ED4-CA14-F52B-49CB-0C5D72393A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14B23-7402-6B3F-4FB5-A61ADAA838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DD0944-61CD-48DC-B776-6C19018D0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721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3D6DA-701F-7B07-9B8F-0CE9E09C42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70F9A3-336F-9E8D-2B2C-C9F62C0BB3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644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7AECEAA-D299-2AA3-72E0-A756F1895BCA}"/>
              </a:ext>
            </a:extLst>
          </p:cNvPr>
          <p:cNvCxnSpPr>
            <a:cxnSpLocks/>
          </p:cNvCxnSpPr>
          <p:nvPr/>
        </p:nvCxnSpPr>
        <p:spPr>
          <a:xfrm>
            <a:off x="265378" y="4699538"/>
            <a:ext cx="56016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BCA2DEEC-F802-6F55-E0DC-F71A258EB7CA}"/>
              </a:ext>
            </a:extLst>
          </p:cNvPr>
          <p:cNvSpPr/>
          <p:nvPr/>
        </p:nvSpPr>
        <p:spPr>
          <a:xfrm>
            <a:off x="5382982" y="3743279"/>
            <a:ext cx="370541" cy="940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E6140C3-9A96-FFE5-38EC-DF18DB32FF8E}"/>
              </a:ext>
            </a:extLst>
          </p:cNvPr>
          <p:cNvCxnSpPr>
            <a:cxnSpLocks/>
          </p:cNvCxnSpPr>
          <p:nvPr/>
        </p:nvCxnSpPr>
        <p:spPr>
          <a:xfrm>
            <a:off x="4129879" y="4482487"/>
            <a:ext cx="608107" cy="0"/>
          </a:xfrm>
          <a:prstGeom prst="line">
            <a:avLst/>
          </a:prstGeom>
          <a:ln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F7F529A3-A53F-4F6E-5C17-69EC27DDC49B}"/>
              </a:ext>
            </a:extLst>
          </p:cNvPr>
          <p:cNvSpPr/>
          <p:nvPr/>
        </p:nvSpPr>
        <p:spPr>
          <a:xfrm>
            <a:off x="4935451" y="4519066"/>
            <a:ext cx="168298" cy="16829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154E737-58B0-11B1-A1A2-A92B9B0E8CB8}"/>
              </a:ext>
            </a:extLst>
          </p:cNvPr>
          <p:cNvSpPr/>
          <p:nvPr/>
        </p:nvSpPr>
        <p:spPr>
          <a:xfrm>
            <a:off x="399460" y="4221005"/>
            <a:ext cx="464093" cy="464093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C2A4D49-0B42-DDA5-8771-6638C8D07EF3}"/>
              </a:ext>
            </a:extLst>
          </p:cNvPr>
          <p:cNvSpPr/>
          <p:nvPr/>
        </p:nvSpPr>
        <p:spPr>
          <a:xfrm>
            <a:off x="4835250" y="4327699"/>
            <a:ext cx="355691" cy="355691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461D11D-8526-AD67-4049-20DF580D67B6}"/>
              </a:ext>
            </a:extLst>
          </p:cNvPr>
          <p:cNvCxnSpPr>
            <a:cxnSpLocks/>
          </p:cNvCxnSpPr>
          <p:nvPr/>
        </p:nvCxnSpPr>
        <p:spPr>
          <a:xfrm flipV="1">
            <a:off x="5003558" y="4331666"/>
            <a:ext cx="0" cy="17877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D8E7A39-442A-2B10-169D-8A34CB19FF0E}"/>
              </a:ext>
            </a:extLst>
          </p:cNvPr>
          <p:cNvCxnSpPr>
            <a:cxnSpLocks/>
          </p:cNvCxnSpPr>
          <p:nvPr/>
        </p:nvCxnSpPr>
        <p:spPr>
          <a:xfrm rot="-1200000" flipH="1" flipV="1">
            <a:off x="4867463" y="4411596"/>
            <a:ext cx="91841" cy="14629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DB1ED9C-5D6D-43FC-24ED-161A34DD2E26}"/>
              </a:ext>
            </a:extLst>
          </p:cNvPr>
          <p:cNvCxnSpPr>
            <a:cxnSpLocks/>
          </p:cNvCxnSpPr>
          <p:nvPr/>
        </p:nvCxnSpPr>
        <p:spPr>
          <a:xfrm rot="1200000" flipV="1">
            <a:off x="5108254" y="4376462"/>
            <a:ext cx="0" cy="17877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BF2B73F-CE13-6971-D877-E2D07B496034}"/>
              </a:ext>
            </a:extLst>
          </p:cNvPr>
          <p:cNvSpPr/>
          <p:nvPr/>
        </p:nvSpPr>
        <p:spPr>
          <a:xfrm>
            <a:off x="3647429" y="4327699"/>
            <a:ext cx="355691" cy="355691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A64203D-5EC9-04F0-43AB-E0CA50F0600C}"/>
              </a:ext>
            </a:extLst>
          </p:cNvPr>
          <p:cNvSpPr/>
          <p:nvPr/>
        </p:nvSpPr>
        <p:spPr>
          <a:xfrm>
            <a:off x="261572" y="3960239"/>
            <a:ext cx="739299" cy="73929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4F12BAF-4185-E558-485C-E502D495B28A}"/>
              </a:ext>
            </a:extLst>
          </p:cNvPr>
          <p:cNvCxnSpPr>
            <a:cxnSpLocks/>
          </p:cNvCxnSpPr>
          <p:nvPr/>
        </p:nvCxnSpPr>
        <p:spPr>
          <a:xfrm flipH="1" flipV="1">
            <a:off x="615318" y="3976142"/>
            <a:ext cx="4420" cy="23400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D065686-8DFF-EF5A-F119-C9C716EA70C0}"/>
              </a:ext>
            </a:extLst>
          </p:cNvPr>
          <p:cNvCxnSpPr>
            <a:cxnSpLocks/>
          </p:cNvCxnSpPr>
          <p:nvPr/>
        </p:nvCxnSpPr>
        <p:spPr>
          <a:xfrm rot="3000000" flipH="1" flipV="1">
            <a:off x="863358" y="4099613"/>
            <a:ext cx="4420" cy="19800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9035F2C-6C23-B5C6-0D69-6FB5A0397D71}"/>
              </a:ext>
            </a:extLst>
          </p:cNvPr>
          <p:cNvCxnSpPr>
            <a:cxnSpLocks/>
          </p:cNvCxnSpPr>
          <p:nvPr/>
        </p:nvCxnSpPr>
        <p:spPr>
          <a:xfrm rot="-3000000" flipH="1" flipV="1">
            <a:off x="397249" y="4107565"/>
            <a:ext cx="4420" cy="19800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C65B5D6-C897-F350-1EDB-D9BBF67D7B72}"/>
              </a:ext>
            </a:extLst>
          </p:cNvPr>
          <p:cNvCxnSpPr>
            <a:cxnSpLocks/>
          </p:cNvCxnSpPr>
          <p:nvPr/>
        </p:nvCxnSpPr>
        <p:spPr>
          <a:xfrm>
            <a:off x="261572" y="6500999"/>
            <a:ext cx="56016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7B7D6628-3EDF-628E-B420-BBE027E85454}"/>
              </a:ext>
            </a:extLst>
          </p:cNvPr>
          <p:cNvSpPr/>
          <p:nvPr/>
        </p:nvSpPr>
        <p:spPr>
          <a:xfrm>
            <a:off x="5379176" y="5544740"/>
            <a:ext cx="370541" cy="940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5CBE8CE8-5A25-FDC1-D251-EE1E9898B5E2}"/>
              </a:ext>
            </a:extLst>
          </p:cNvPr>
          <p:cNvSpPr/>
          <p:nvPr/>
        </p:nvSpPr>
        <p:spPr>
          <a:xfrm>
            <a:off x="2044041" y="5314154"/>
            <a:ext cx="1786965" cy="985828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6E79C62-5369-D850-02A8-09A5B267E020}"/>
              </a:ext>
            </a:extLst>
          </p:cNvPr>
          <p:cNvCxnSpPr>
            <a:cxnSpLocks/>
          </p:cNvCxnSpPr>
          <p:nvPr/>
        </p:nvCxnSpPr>
        <p:spPr>
          <a:xfrm>
            <a:off x="3831006" y="6283948"/>
            <a:ext cx="9031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21C2573-4427-8DA0-59B6-E9F4B26B15B6}"/>
              </a:ext>
            </a:extLst>
          </p:cNvPr>
          <p:cNvCxnSpPr/>
          <p:nvPr/>
        </p:nvCxnSpPr>
        <p:spPr>
          <a:xfrm>
            <a:off x="4129879" y="6188792"/>
            <a:ext cx="508884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A0A9CC8-596B-C315-256F-CDA583D12442}"/>
              </a:ext>
            </a:extLst>
          </p:cNvPr>
          <p:cNvCxnSpPr>
            <a:cxnSpLocks/>
          </p:cNvCxnSpPr>
          <p:nvPr/>
        </p:nvCxnSpPr>
        <p:spPr>
          <a:xfrm rot="10800000">
            <a:off x="4129879" y="6365798"/>
            <a:ext cx="508884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EBFA3E5-B7A5-050A-9188-1EC83AE0AD93}"/>
              </a:ext>
            </a:extLst>
          </p:cNvPr>
          <p:cNvCxnSpPr>
            <a:cxnSpLocks/>
            <a:stCxn id="47" idx="0"/>
          </p:cNvCxnSpPr>
          <p:nvPr/>
        </p:nvCxnSpPr>
        <p:spPr>
          <a:xfrm flipH="1" flipV="1">
            <a:off x="1466194" y="6283948"/>
            <a:ext cx="577847" cy="160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1608BD06-3A3F-EF19-0E82-24F5626CC030}"/>
              </a:ext>
            </a:extLst>
          </p:cNvPr>
          <p:cNvSpPr/>
          <p:nvPr/>
        </p:nvSpPr>
        <p:spPr>
          <a:xfrm>
            <a:off x="4831444" y="6129160"/>
            <a:ext cx="355691" cy="35569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5A2D62-A3B5-31A7-37D5-540752ABEB32}"/>
              </a:ext>
            </a:extLst>
          </p:cNvPr>
          <p:cNvSpPr/>
          <p:nvPr/>
        </p:nvSpPr>
        <p:spPr>
          <a:xfrm>
            <a:off x="3643623" y="6129160"/>
            <a:ext cx="355691" cy="355691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F5BA909-3FAF-EEC1-1A56-D0B80923A0BF}"/>
              </a:ext>
            </a:extLst>
          </p:cNvPr>
          <p:cNvSpPr/>
          <p:nvPr/>
        </p:nvSpPr>
        <p:spPr>
          <a:xfrm>
            <a:off x="1100139" y="6129159"/>
            <a:ext cx="355691" cy="355691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3EA0F32-4727-4738-3032-CD06D3FC5F58}"/>
              </a:ext>
            </a:extLst>
          </p:cNvPr>
          <p:cNvSpPr/>
          <p:nvPr/>
        </p:nvSpPr>
        <p:spPr>
          <a:xfrm>
            <a:off x="257766" y="5761700"/>
            <a:ext cx="739299" cy="73929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10236EF-0218-9603-D098-A65AA623B3D6}"/>
              </a:ext>
            </a:extLst>
          </p:cNvPr>
          <p:cNvCxnSpPr>
            <a:cxnSpLocks/>
          </p:cNvCxnSpPr>
          <p:nvPr/>
        </p:nvCxnSpPr>
        <p:spPr>
          <a:xfrm>
            <a:off x="272990" y="1510510"/>
            <a:ext cx="56016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05B2E6A4-9004-149C-3858-7D95375C44DB}"/>
              </a:ext>
            </a:extLst>
          </p:cNvPr>
          <p:cNvSpPr/>
          <p:nvPr/>
        </p:nvSpPr>
        <p:spPr>
          <a:xfrm>
            <a:off x="2774973" y="554251"/>
            <a:ext cx="370541" cy="940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068966E-740A-56E2-DD5F-C36FDA3DFF3C}"/>
              </a:ext>
            </a:extLst>
          </p:cNvPr>
          <p:cNvCxnSpPr>
            <a:cxnSpLocks/>
          </p:cNvCxnSpPr>
          <p:nvPr/>
        </p:nvCxnSpPr>
        <p:spPr>
          <a:xfrm>
            <a:off x="4137491" y="1293459"/>
            <a:ext cx="608107" cy="0"/>
          </a:xfrm>
          <a:prstGeom prst="line">
            <a:avLst/>
          </a:prstGeom>
          <a:ln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>
            <a:extLst>
              <a:ext uri="{FF2B5EF4-FFF2-40B4-BE49-F238E27FC236}">
                <a16:creationId xmlns:a16="http://schemas.microsoft.com/office/drawing/2014/main" id="{3CD01706-6939-1088-CF3A-A2AC45B85E7A}"/>
              </a:ext>
            </a:extLst>
          </p:cNvPr>
          <p:cNvSpPr/>
          <p:nvPr/>
        </p:nvSpPr>
        <p:spPr>
          <a:xfrm>
            <a:off x="4943063" y="1330038"/>
            <a:ext cx="168298" cy="16829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201F174A-8EE9-A315-9F39-BB5D2DC31C90}"/>
              </a:ext>
            </a:extLst>
          </p:cNvPr>
          <p:cNvSpPr/>
          <p:nvPr/>
        </p:nvSpPr>
        <p:spPr>
          <a:xfrm>
            <a:off x="407072" y="1031977"/>
            <a:ext cx="464093" cy="464093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EFE43E12-90A0-58FA-F757-45677565F50C}"/>
              </a:ext>
            </a:extLst>
          </p:cNvPr>
          <p:cNvSpPr/>
          <p:nvPr/>
        </p:nvSpPr>
        <p:spPr>
          <a:xfrm>
            <a:off x="4842862" y="1138671"/>
            <a:ext cx="355691" cy="355691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8E1BF94F-28EA-6AB2-6D04-DE55BA8E783F}"/>
              </a:ext>
            </a:extLst>
          </p:cNvPr>
          <p:cNvCxnSpPr>
            <a:cxnSpLocks/>
          </p:cNvCxnSpPr>
          <p:nvPr/>
        </p:nvCxnSpPr>
        <p:spPr>
          <a:xfrm flipV="1">
            <a:off x="5011170" y="1142638"/>
            <a:ext cx="0" cy="17877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225C6D4-64C1-12C7-4198-C627FBBE4092}"/>
              </a:ext>
            </a:extLst>
          </p:cNvPr>
          <p:cNvCxnSpPr>
            <a:cxnSpLocks/>
          </p:cNvCxnSpPr>
          <p:nvPr/>
        </p:nvCxnSpPr>
        <p:spPr>
          <a:xfrm rot="-1200000" flipH="1" flipV="1">
            <a:off x="4875075" y="1222568"/>
            <a:ext cx="91841" cy="14629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4512E185-10EB-7E77-3B37-0B76ACEA57C4}"/>
              </a:ext>
            </a:extLst>
          </p:cNvPr>
          <p:cNvCxnSpPr>
            <a:cxnSpLocks/>
          </p:cNvCxnSpPr>
          <p:nvPr/>
        </p:nvCxnSpPr>
        <p:spPr>
          <a:xfrm rot="1200000" flipV="1">
            <a:off x="5115866" y="1187434"/>
            <a:ext cx="0" cy="17877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Oval 93">
            <a:extLst>
              <a:ext uri="{FF2B5EF4-FFF2-40B4-BE49-F238E27FC236}">
                <a16:creationId xmlns:a16="http://schemas.microsoft.com/office/drawing/2014/main" id="{5DB42F32-4ADB-7DD7-15E6-79E8C41A3B92}"/>
              </a:ext>
            </a:extLst>
          </p:cNvPr>
          <p:cNvSpPr/>
          <p:nvPr/>
        </p:nvSpPr>
        <p:spPr>
          <a:xfrm>
            <a:off x="3655041" y="1138671"/>
            <a:ext cx="355691" cy="355691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EB2D48DB-9299-21CB-A0A7-A4ACAD24E892}"/>
              </a:ext>
            </a:extLst>
          </p:cNvPr>
          <p:cNvSpPr/>
          <p:nvPr/>
        </p:nvSpPr>
        <p:spPr>
          <a:xfrm>
            <a:off x="269184" y="771211"/>
            <a:ext cx="739299" cy="73929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38AD168F-DFA9-AFBB-9661-709361AF04D5}"/>
              </a:ext>
            </a:extLst>
          </p:cNvPr>
          <p:cNvCxnSpPr>
            <a:cxnSpLocks/>
          </p:cNvCxnSpPr>
          <p:nvPr/>
        </p:nvCxnSpPr>
        <p:spPr>
          <a:xfrm flipH="1" flipV="1">
            <a:off x="622930" y="787114"/>
            <a:ext cx="4420" cy="23400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3C511BA6-6A03-C964-81D8-5FC927DD096C}"/>
              </a:ext>
            </a:extLst>
          </p:cNvPr>
          <p:cNvCxnSpPr>
            <a:cxnSpLocks/>
          </p:cNvCxnSpPr>
          <p:nvPr/>
        </p:nvCxnSpPr>
        <p:spPr>
          <a:xfrm rot="3000000" flipH="1" flipV="1">
            <a:off x="870970" y="910585"/>
            <a:ext cx="4420" cy="19800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980A1E94-76A9-3C5E-165B-5338DE275A47}"/>
              </a:ext>
            </a:extLst>
          </p:cNvPr>
          <p:cNvCxnSpPr>
            <a:cxnSpLocks/>
          </p:cNvCxnSpPr>
          <p:nvPr/>
        </p:nvCxnSpPr>
        <p:spPr>
          <a:xfrm rot="-3000000" flipH="1" flipV="1">
            <a:off x="404861" y="918537"/>
            <a:ext cx="4420" cy="19800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91DA6CE6-A6DF-1536-B78D-1C8663906CD2}"/>
              </a:ext>
            </a:extLst>
          </p:cNvPr>
          <p:cNvCxnSpPr>
            <a:cxnSpLocks/>
          </p:cNvCxnSpPr>
          <p:nvPr/>
        </p:nvCxnSpPr>
        <p:spPr>
          <a:xfrm>
            <a:off x="269184" y="3311971"/>
            <a:ext cx="56016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B9F528E5-6751-86E9-2F22-CE760371FA96}"/>
              </a:ext>
            </a:extLst>
          </p:cNvPr>
          <p:cNvSpPr/>
          <p:nvPr/>
        </p:nvSpPr>
        <p:spPr>
          <a:xfrm>
            <a:off x="2771167" y="2355712"/>
            <a:ext cx="370541" cy="940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5A4FC2DB-D1F5-8BD9-952C-03FDC5CCD312}"/>
              </a:ext>
            </a:extLst>
          </p:cNvPr>
          <p:cNvSpPr/>
          <p:nvPr/>
        </p:nvSpPr>
        <p:spPr>
          <a:xfrm>
            <a:off x="2051653" y="2125126"/>
            <a:ext cx="1786965" cy="985828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26A6E54-C179-F228-27EF-DFF4DD9FCABC}"/>
              </a:ext>
            </a:extLst>
          </p:cNvPr>
          <p:cNvCxnSpPr>
            <a:cxnSpLocks/>
          </p:cNvCxnSpPr>
          <p:nvPr/>
        </p:nvCxnSpPr>
        <p:spPr>
          <a:xfrm>
            <a:off x="3838618" y="3094920"/>
            <a:ext cx="9031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670311EE-8E02-B76F-FD6F-EBF32B925692}"/>
              </a:ext>
            </a:extLst>
          </p:cNvPr>
          <p:cNvCxnSpPr/>
          <p:nvPr/>
        </p:nvCxnSpPr>
        <p:spPr>
          <a:xfrm>
            <a:off x="4137491" y="2999764"/>
            <a:ext cx="508884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68B2D73D-A907-80DF-CFD3-B3FC8C42A256}"/>
              </a:ext>
            </a:extLst>
          </p:cNvPr>
          <p:cNvCxnSpPr>
            <a:cxnSpLocks/>
          </p:cNvCxnSpPr>
          <p:nvPr/>
        </p:nvCxnSpPr>
        <p:spPr>
          <a:xfrm rot="10800000">
            <a:off x="4137491" y="3176770"/>
            <a:ext cx="508884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CFB0377E-A0AA-522D-1724-513C2C57B22C}"/>
              </a:ext>
            </a:extLst>
          </p:cNvPr>
          <p:cNvCxnSpPr>
            <a:cxnSpLocks/>
            <a:stCxn id="101" idx="0"/>
          </p:cNvCxnSpPr>
          <p:nvPr/>
        </p:nvCxnSpPr>
        <p:spPr>
          <a:xfrm flipH="1" flipV="1">
            <a:off x="1473806" y="3094920"/>
            <a:ext cx="577847" cy="160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Oval 105">
            <a:extLst>
              <a:ext uri="{FF2B5EF4-FFF2-40B4-BE49-F238E27FC236}">
                <a16:creationId xmlns:a16="http://schemas.microsoft.com/office/drawing/2014/main" id="{75332DAF-A584-A78B-DBF0-8F5597920C90}"/>
              </a:ext>
            </a:extLst>
          </p:cNvPr>
          <p:cNvSpPr/>
          <p:nvPr/>
        </p:nvSpPr>
        <p:spPr>
          <a:xfrm>
            <a:off x="4839056" y="2940132"/>
            <a:ext cx="355691" cy="35569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5A581177-D5E1-E13E-F30F-729A02F83DF6}"/>
              </a:ext>
            </a:extLst>
          </p:cNvPr>
          <p:cNvSpPr/>
          <p:nvPr/>
        </p:nvSpPr>
        <p:spPr>
          <a:xfrm>
            <a:off x="3651235" y="2940132"/>
            <a:ext cx="355691" cy="355691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57C0AE97-0A18-6241-7E2C-0288DE87B626}"/>
              </a:ext>
            </a:extLst>
          </p:cNvPr>
          <p:cNvSpPr/>
          <p:nvPr/>
        </p:nvSpPr>
        <p:spPr>
          <a:xfrm>
            <a:off x="1107751" y="2940131"/>
            <a:ext cx="355691" cy="355691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80C1FD9B-217B-9075-FD4A-E69DA83B1387}"/>
              </a:ext>
            </a:extLst>
          </p:cNvPr>
          <p:cNvSpPr/>
          <p:nvPr/>
        </p:nvSpPr>
        <p:spPr>
          <a:xfrm>
            <a:off x="265378" y="2572672"/>
            <a:ext cx="739299" cy="73929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7E76B13C-ACCF-A949-5BD8-8990B1E99D4D}"/>
              </a:ext>
            </a:extLst>
          </p:cNvPr>
          <p:cNvCxnSpPr>
            <a:cxnSpLocks/>
          </p:cNvCxnSpPr>
          <p:nvPr/>
        </p:nvCxnSpPr>
        <p:spPr>
          <a:xfrm>
            <a:off x="6385039" y="4704382"/>
            <a:ext cx="56016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2" name="Freeform: Shape 111">
            <a:extLst>
              <a:ext uri="{FF2B5EF4-FFF2-40B4-BE49-F238E27FC236}">
                <a16:creationId xmlns:a16="http://schemas.microsoft.com/office/drawing/2014/main" id="{CD5A0544-1A44-364C-C315-50AFBAC10AE9}"/>
              </a:ext>
            </a:extLst>
          </p:cNvPr>
          <p:cNvSpPr/>
          <p:nvPr/>
        </p:nvSpPr>
        <p:spPr>
          <a:xfrm>
            <a:off x="8167508" y="3517537"/>
            <a:ext cx="1786965" cy="985828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F659367E-0BC2-DB43-8FD1-533B2F94F1B3}"/>
              </a:ext>
            </a:extLst>
          </p:cNvPr>
          <p:cNvCxnSpPr>
            <a:cxnSpLocks/>
          </p:cNvCxnSpPr>
          <p:nvPr/>
        </p:nvCxnSpPr>
        <p:spPr>
          <a:xfrm>
            <a:off x="9954473" y="4487331"/>
            <a:ext cx="9031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B0FE3F9C-DFFC-4D0D-1673-AD480D3E81E1}"/>
              </a:ext>
            </a:extLst>
          </p:cNvPr>
          <p:cNvCxnSpPr/>
          <p:nvPr/>
        </p:nvCxnSpPr>
        <p:spPr>
          <a:xfrm>
            <a:off x="10253346" y="4392175"/>
            <a:ext cx="508884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A7594382-C5D4-C9B1-3BCF-BE0DA3AD55BF}"/>
              </a:ext>
            </a:extLst>
          </p:cNvPr>
          <p:cNvCxnSpPr>
            <a:cxnSpLocks/>
          </p:cNvCxnSpPr>
          <p:nvPr/>
        </p:nvCxnSpPr>
        <p:spPr>
          <a:xfrm rot="10800000">
            <a:off x="10253346" y="4569181"/>
            <a:ext cx="508884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70F13F1D-7404-A974-1260-727042E80EE5}"/>
              </a:ext>
            </a:extLst>
          </p:cNvPr>
          <p:cNvCxnSpPr>
            <a:cxnSpLocks/>
            <a:stCxn id="112" idx="0"/>
          </p:cNvCxnSpPr>
          <p:nvPr/>
        </p:nvCxnSpPr>
        <p:spPr>
          <a:xfrm flipH="1" flipV="1">
            <a:off x="7589661" y="4487331"/>
            <a:ext cx="577847" cy="160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Oval 116">
            <a:extLst>
              <a:ext uri="{FF2B5EF4-FFF2-40B4-BE49-F238E27FC236}">
                <a16:creationId xmlns:a16="http://schemas.microsoft.com/office/drawing/2014/main" id="{D583EBC0-221F-3AB9-5444-FB1972C13128}"/>
              </a:ext>
            </a:extLst>
          </p:cNvPr>
          <p:cNvSpPr/>
          <p:nvPr/>
        </p:nvSpPr>
        <p:spPr>
          <a:xfrm>
            <a:off x="10954911" y="4332543"/>
            <a:ext cx="355691" cy="35569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5024483F-B313-0DA3-9973-2487225BD912}"/>
              </a:ext>
            </a:extLst>
          </p:cNvPr>
          <p:cNvSpPr/>
          <p:nvPr/>
        </p:nvSpPr>
        <p:spPr>
          <a:xfrm>
            <a:off x="7223606" y="4332542"/>
            <a:ext cx="355691" cy="355691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97378F1D-FC0A-6127-F99A-45D2A7C73596}"/>
              </a:ext>
            </a:extLst>
          </p:cNvPr>
          <p:cNvSpPr/>
          <p:nvPr/>
        </p:nvSpPr>
        <p:spPr>
          <a:xfrm>
            <a:off x="6381233" y="3965083"/>
            <a:ext cx="739299" cy="73929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663FC03D-CB51-448E-C480-23EC2145EBB6}"/>
              </a:ext>
            </a:extLst>
          </p:cNvPr>
          <p:cNvCxnSpPr>
            <a:cxnSpLocks/>
          </p:cNvCxnSpPr>
          <p:nvPr/>
        </p:nvCxnSpPr>
        <p:spPr>
          <a:xfrm>
            <a:off x="6385039" y="2714214"/>
            <a:ext cx="56016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7" name="Oval 126">
            <a:extLst>
              <a:ext uri="{FF2B5EF4-FFF2-40B4-BE49-F238E27FC236}">
                <a16:creationId xmlns:a16="http://schemas.microsoft.com/office/drawing/2014/main" id="{D1430A90-AC5E-7A52-E62F-6834F53768D0}"/>
              </a:ext>
            </a:extLst>
          </p:cNvPr>
          <p:cNvSpPr/>
          <p:nvPr/>
        </p:nvSpPr>
        <p:spPr>
          <a:xfrm>
            <a:off x="10954911" y="2342375"/>
            <a:ext cx="355691" cy="35569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B8D6B9ED-2DEB-BF31-4CC6-123BED45A954}"/>
              </a:ext>
            </a:extLst>
          </p:cNvPr>
          <p:cNvSpPr/>
          <p:nvPr/>
        </p:nvSpPr>
        <p:spPr>
          <a:xfrm>
            <a:off x="7223606" y="2342374"/>
            <a:ext cx="355691" cy="355691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D3093D28-F6BE-444A-2925-10DDB67709A4}"/>
              </a:ext>
            </a:extLst>
          </p:cNvPr>
          <p:cNvSpPr/>
          <p:nvPr/>
        </p:nvSpPr>
        <p:spPr>
          <a:xfrm>
            <a:off x="6381233" y="1974915"/>
            <a:ext cx="739299" cy="73929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94074212-E083-C79C-BF3F-8483EA55AF91}"/>
              </a:ext>
            </a:extLst>
          </p:cNvPr>
          <p:cNvCxnSpPr/>
          <p:nvPr/>
        </p:nvCxnSpPr>
        <p:spPr>
          <a:xfrm flipH="1">
            <a:off x="7702272" y="2520219"/>
            <a:ext cx="31436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6103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D700C8CE122D6468A01E7E6F602FC93" ma:contentTypeVersion="15" ma:contentTypeDescription="Create a new document." ma:contentTypeScope="" ma:versionID="78a361b573735f4e8f7ea36d196d1741">
  <xsd:schema xmlns:xsd="http://www.w3.org/2001/XMLSchema" xmlns:xs="http://www.w3.org/2001/XMLSchema" xmlns:p="http://schemas.microsoft.com/office/2006/metadata/properties" xmlns:ns3="4668150b-da18-493d-a040-cbc02bf476e5" xmlns:ns4="e584c313-2618-4b13-ba4c-e296ab8c40d5" targetNamespace="http://schemas.microsoft.com/office/2006/metadata/properties" ma:root="true" ma:fieldsID="aacb3e30d10ecf7b0bc1959e7f1d2dde" ns3:_="" ns4:_="">
    <xsd:import namespace="4668150b-da18-493d-a040-cbc02bf476e5"/>
    <xsd:import namespace="e584c313-2618-4b13-ba4c-e296ab8c40d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4:SharedWithDetails" minOccurs="0"/>
                <xsd:element ref="ns4:SharingHintHash" minOccurs="0"/>
                <xsd:element ref="ns4:SharedWithUser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68150b-da18-493d-a040-cbc02bf476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84c313-2618-4b13-ba4c-e296ab8c40d5" elementFormDefault="qualified">
    <xsd:import namespace="http://schemas.microsoft.com/office/2006/documentManagement/types"/>
    <xsd:import namespace="http://schemas.microsoft.com/office/infopath/2007/PartnerControls"/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668150b-da18-493d-a040-cbc02bf476e5" xsi:nil="true"/>
  </documentManagement>
</p:properties>
</file>

<file path=customXml/itemProps1.xml><?xml version="1.0" encoding="utf-8"?>
<ds:datastoreItem xmlns:ds="http://schemas.openxmlformats.org/officeDocument/2006/customXml" ds:itemID="{9028DA92-C8DA-4342-B357-E9B52241A8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68150b-da18-493d-a040-cbc02bf476e5"/>
    <ds:schemaRef ds:uri="e584c313-2618-4b13-ba4c-e296ab8c40d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2F1528F-C631-4170-A5E1-A10CC58FFF8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0738C8C-DF76-4388-8A52-04F66B29D512}">
  <ds:schemaRefs>
    <ds:schemaRef ds:uri="http://purl.org/dc/elements/1.1/"/>
    <ds:schemaRef ds:uri="http://www.w3.org/XML/1998/namespace"/>
    <ds:schemaRef ds:uri="http://schemas.microsoft.com/office/2006/documentManagement/types"/>
    <ds:schemaRef ds:uri="e584c313-2618-4b13-ba4c-e296ab8c40d5"/>
    <ds:schemaRef ds:uri="4668150b-da18-493d-a040-cbc02bf476e5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</Words>
  <Application>Microsoft Office PowerPoint</Application>
  <PresentationFormat>Widescreen</PresentationFormat>
  <Paragraphs>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Benton, Deon</dc:creator>
  <cp:lastModifiedBy>Benton, Deon</cp:lastModifiedBy>
  <cp:revision>4</cp:revision>
  <dcterms:created xsi:type="dcterms:W3CDTF">2026-06-06T05:20:50Z</dcterms:created>
  <dcterms:modified xsi:type="dcterms:W3CDTF">2026-06-06T05:27:16Z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0x0101003D700C8CE122D6468A01E7E6F602FC93</vt:lpwstr>
  </property>
</Properties>
</file>