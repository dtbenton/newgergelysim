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9" r:id="rId2"/>
  </p:sldIdLst>
  <p:sldSz cx="12960350" cy="11520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228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2026" y="1885414"/>
            <a:ext cx="11016298" cy="4010837"/>
          </a:xfrm>
        </p:spPr>
        <p:txBody>
          <a:bodyPr anchor="b"/>
          <a:lstStyle>
            <a:lvl1pPr algn="ctr">
              <a:defRPr sz="85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0044" y="6050924"/>
            <a:ext cx="9720263" cy="2781450"/>
          </a:xfrm>
        </p:spPr>
        <p:txBody>
          <a:bodyPr/>
          <a:lstStyle>
            <a:lvl1pPr marL="0" indent="0" algn="ctr">
              <a:buNone/>
              <a:defRPr sz="3402"/>
            </a:lvl1pPr>
            <a:lvl2pPr marL="648035" indent="0" algn="ctr">
              <a:buNone/>
              <a:defRPr sz="2835"/>
            </a:lvl2pPr>
            <a:lvl3pPr marL="1296071" indent="0" algn="ctr">
              <a:buNone/>
              <a:defRPr sz="2551"/>
            </a:lvl3pPr>
            <a:lvl4pPr marL="1944106" indent="0" algn="ctr">
              <a:buNone/>
              <a:defRPr sz="2268"/>
            </a:lvl4pPr>
            <a:lvl5pPr marL="2592141" indent="0" algn="ctr">
              <a:buNone/>
              <a:defRPr sz="2268"/>
            </a:lvl5pPr>
            <a:lvl6pPr marL="3240176" indent="0" algn="ctr">
              <a:buNone/>
              <a:defRPr sz="2268"/>
            </a:lvl6pPr>
            <a:lvl7pPr marL="3888212" indent="0" algn="ctr">
              <a:buNone/>
              <a:defRPr sz="2268"/>
            </a:lvl7pPr>
            <a:lvl8pPr marL="4536247" indent="0" algn="ctr">
              <a:buNone/>
              <a:defRPr sz="2268"/>
            </a:lvl8pPr>
            <a:lvl9pPr marL="5184282" indent="0" algn="ctr">
              <a:buNone/>
              <a:defRPr sz="226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7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64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4275" y="2872125"/>
            <a:ext cx="11178302" cy="4792202"/>
          </a:xfrm>
        </p:spPr>
        <p:txBody>
          <a:bodyPr anchor="b"/>
          <a:lstStyle>
            <a:lvl1pPr>
              <a:defRPr sz="85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275" y="7709663"/>
            <a:ext cx="11178302" cy="2520106"/>
          </a:xfrm>
        </p:spPr>
        <p:txBody>
          <a:bodyPr/>
          <a:lstStyle>
            <a:lvl1pPr marL="0" indent="0">
              <a:buNone/>
              <a:defRPr sz="3402">
                <a:solidFill>
                  <a:schemeClr val="tx1">
                    <a:tint val="82000"/>
                  </a:schemeClr>
                </a:solidFill>
              </a:defRPr>
            </a:lvl1pPr>
            <a:lvl2pPr marL="648035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2pPr>
            <a:lvl3pPr marL="1296071" indent="0">
              <a:buNone/>
              <a:defRPr sz="2551">
                <a:solidFill>
                  <a:schemeClr val="tx1">
                    <a:tint val="82000"/>
                  </a:schemeClr>
                </a:solidFill>
              </a:defRPr>
            </a:lvl3pPr>
            <a:lvl4pPr marL="1944106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4pPr>
            <a:lvl5pPr marL="2592141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5pPr>
            <a:lvl6pPr marL="3240176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6pPr>
            <a:lvl7pPr marL="3888212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7pPr>
            <a:lvl8pPr marL="4536247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8pPr>
            <a:lvl9pPr marL="5184282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666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1024" y="3066796"/>
            <a:ext cx="5508149" cy="73096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61177" y="3066796"/>
            <a:ext cx="5508149" cy="73096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678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2" y="613362"/>
            <a:ext cx="11178302" cy="22267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2713" y="2824120"/>
            <a:ext cx="5482835" cy="1384058"/>
          </a:xfrm>
        </p:spPr>
        <p:txBody>
          <a:bodyPr anchor="b"/>
          <a:lstStyle>
            <a:lvl1pPr marL="0" indent="0">
              <a:buNone/>
              <a:defRPr sz="3402" b="1"/>
            </a:lvl1pPr>
            <a:lvl2pPr marL="648035" indent="0">
              <a:buNone/>
              <a:defRPr sz="2835" b="1"/>
            </a:lvl2pPr>
            <a:lvl3pPr marL="1296071" indent="0">
              <a:buNone/>
              <a:defRPr sz="2551" b="1"/>
            </a:lvl3pPr>
            <a:lvl4pPr marL="1944106" indent="0">
              <a:buNone/>
              <a:defRPr sz="2268" b="1"/>
            </a:lvl4pPr>
            <a:lvl5pPr marL="2592141" indent="0">
              <a:buNone/>
              <a:defRPr sz="2268" b="1"/>
            </a:lvl5pPr>
            <a:lvl6pPr marL="3240176" indent="0">
              <a:buNone/>
              <a:defRPr sz="2268" b="1"/>
            </a:lvl6pPr>
            <a:lvl7pPr marL="3888212" indent="0">
              <a:buNone/>
              <a:defRPr sz="2268" b="1"/>
            </a:lvl7pPr>
            <a:lvl8pPr marL="4536247" indent="0">
              <a:buNone/>
              <a:defRPr sz="2268" b="1"/>
            </a:lvl8pPr>
            <a:lvl9pPr marL="5184282" indent="0">
              <a:buNone/>
              <a:defRPr sz="226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2713" y="4208178"/>
            <a:ext cx="5482835" cy="61895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61178" y="2824120"/>
            <a:ext cx="5509837" cy="1384058"/>
          </a:xfrm>
        </p:spPr>
        <p:txBody>
          <a:bodyPr anchor="b"/>
          <a:lstStyle>
            <a:lvl1pPr marL="0" indent="0">
              <a:buNone/>
              <a:defRPr sz="3402" b="1"/>
            </a:lvl1pPr>
            <a:lvl2pPr marL="648035" indent="0">
              <a:buNone/>
              <a:defRPr sz="2835" b="1"/>
            </a:lvl2pPr>
            <a:lvl3pPr marL="1296071" indent="0">
              <a:buNone/>
              <a:defRPr sz="2551" b="1"/>
            </a:lvl3pPr>
            <a:lvl4pPr marL="1944106" indent="0">
              <a:buNone/>
              <a:defRPr sz="2268" b="1"/>
            </a:lvl4pPr>
            <a:lvl5pPr marL="2592141" indent="0">
              <a:buNone/>
              <a:defRPr sz="2268" b="1"/>
            </a:lvl5pPr>
            <a:lvl6pPr marL="3240176" indent="0">
              <a:buNone/>
              <a:defRPr sz="2268" b="1"/>
            </a:lvl6pPr>
            <a:lvl7pPr marL="3888212" indent="0">
              <a:buNone/>
              <a:defRPr sz="2268" b="1"/>
            </a:lvl7pPr>
            <a:lvl8pPr marL="4536247" indent="0">
              <a:buNone/>
              <a:defRPr sz="2268" b="1"/>
            </a:lvl8pPr>
            <a:lvl9pPr marL="5184282" indent="0">
              <a:buNone/>
              <a:defRPr sz="226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61178" y="4208178"/>
            <a:ext cx="5509837" cy="61895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787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119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8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2" y="768032"/>
            <a:ext cx="4180050" cy="2688114"/>
          </a:xfrm>
        </p:spPr>
        <p:txBody>
          <a:bodyPr anchor="b"/>
          <a:lstStyle>
            <a:lvl1pPr>
              <a:defRPr sz="453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09837" y="1658740"/>
            <a:ext cx="6561177" cy="8187013"/>
          </a:xfrm>
        </p:spPr>
        <p:txBody>
          <a:bodyPr/>
          <a:lstStyle>
            <a:lvl1pPr>
              <a:defRPr sz="4536"/>
            </a:lvl1pPr>
            <a:lvl2pPr>
              <a:defRPr sz="3969"/>
            </a:lvl2pPr>
            <a:lvl3pPr>
              <a:defRPr sz="3402"/>
            </a:lvl3pPr>
            <a:lvl4pPr>
              <a:defRPr sz="2835"/>
            </a:lvl4pPr>
            <a:lvl5pPr>
              <a:defRPr sz="2835"/>
            </a:lvl5pPr>
            <a:lvl6pPr>
              <a:defRPr sz="2835"/>
            </a:lvl6pPr>
            <a:lvl7pPr>
              <a:defRPr sz="2835"/>
            </a:lvl7pPr>
            <a:lvl8pPr>
              <a:defRPr sz="2835"/>
            </a:lvl8pPr>
            <a:lvl9pPr>
              <a:defRPr sz="283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2" y="3456146"/>
            <a:ext cx="4180050" cy="6402939"/>
          </a:xfrm>
        </p:spPr>
        <p:txBody>
          <a:bodyPr/>
          <a:lstStyle>
            <a:lvl1pPr marL="0" indent="0">
              <a:buNone/>
              <a:defRPr sz="2268"/>
            </a:lvl1pPr>
            <a:lvl2pPr marL="648035" indent="0">
              <a:buNone/>
              <a:defRPr sz="1984"/>
            </a:lvl2pPr>
            <a:lvl3pPr marL="1296071" indent="0">
              <a:buNone/>
              <a:defRPr sz="1701"/>
            </a:lvl3pPr>
            <a:lvl4pPr marL="1944106" indent="0">
              <a:buNone/>
              <a:defRPr sz="1417"/>
            </a:lvl4pPr>
            <a:lvl5pPr marL="2592141" indent="0">
              <a:buNone/>
              <a:defRPr sz="1417"/>
            </a:lvl5pPr>
            <a:lvl6pPr marL="3240176" indent="0">
              <a:buNone/>
              <a:defRPr sz="1417"/>
            </a:lvl6pPr>
            <a:lvl7pPr marL="3888212" indent="0">
              <a:buNone/>
              <a:defRPr sz="1417"/>
            </a:lvl7pPr>
            <a:lvl8pPr marL="4536247" indent="0">
              <a:buNone/>
              <a:defRPr sz="1417"/>
            </a:lvl8pPr>
            <a:lvl9pPr marL="5184282" indent="0">
              <a:buNone/>
              <a:defRPr sz="14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2" y="768032"/>
            <a:ext cx="4180050" cy="2688114"/>
          </a:xfrm>
        </p:spPr>
        <p:txBody>
          <a:bodyPr anchor="b"/>
          <a:lstStyle>
            <a:lvl1pPr>
              <a:defRPr sz="453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09837" y="1658740"/>
            <a:ext cx="6561177" cy="8187013"/>
          </a:xfrm>
        </p:spPr>
        <p:txBody>
          <a:bodyPr anchor="t"/>
          <a:lstStyle>
            <a:lvl1pPr marL="0" indent="0">
              <a:buNone/>
              <a:defRPr sz="4536"/>
            </a:lvl1pPr>
            <a:lvl2pPr marL="648035" indent="0">
              <a:buNone/>
              <a:defRPr sz="3969"/>
            </a:lvl2pPr>
            <a:lvl3pPr marL="1296071" indent="0">
              <a:buNone/>
              <a:defRPr sz="3402"/>
            </a:lvl3pPr>
            <a:lvl4pPr marL="1944106" indent="0">
              <a:buNone/>
              <a:defRPr sz="2835"/>
            </a:lvl4pPr>
            <a:lvl5pPr marL="2592141" indent="0">
              <a:buNone/>
              <a:defRPr sz="2835"/>
            </a:lvl5pPr>
            <a:lvl6pPr marL="3240176" indent="0">
              <a:buNone/>
              <a:defRPr sz="2835"/>
            </a:lvl6pPr>
            <a:lvl7pPr marL="3888212" indent="0">
              <a:buNone/>
              <a:defRPr sz="2835"/>
            </a:lvl7pPr>
            <a:lvl8pPr marL="4536247" indent="0">
              <a:buNone/>
              <a:defRPr sz="2835"/>
            </a:lvl8pPr>
            <a:lvl9pPr marL="5184282" indent="0">
              <a:buNone/>
              <a:defRPr sz="283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2" y="3456146"/>
            <a:ext cx="4180050" cy="6402939"/>
          </a:xfrm>
        </p:spPr>
        <p:txBody>
          <a:bodyPr/>
          <a:lstStyle>
            <a:lvl1pPr marL="0" indent="0">
              <a:buNone/>
              <a:defRPr sz="2268"/>
            </a:lvl1pPr>
            <a:lvl2pPr marL="648035" indent="0">
              <a:buNone/>
              <a:defRPr sz="1984"/>
            </a:lvl2pPr>
            <a:lvl3pPr marL="1296071" indent="0">
              <a:buNone/>
              <a:defRPr sz="1701"/>
            </a:lvl3pPr>
            <a:lvl4pPr marL="1944106" indent="0">
              <a:buNone/>
              <a:defRPr sz="1417"/>
            </a:lvl4pPr>
            <a:lvl5pPr marL="2592141" indent="0">
              <a:buNone/>
              <a:defRPr sz="1417"/>
            </a:lvl5pPr>
            <a:lvl6pPr marL="3240176" indent="0">
              <a:buNone/>
              <a:defRPr sz="1417"/>
            </a:lvl6pPr>
            <a:lvl7pPr marL="3888212" indent="0">
              <a:buNone/>
              <a:defRPr sz="1417"/>
            </a:lvl7pPr>
            <a:lvl8pPr marL="4536247" indent="0">
              <a:buNone/>
              <a:defRPr sz="1417"/>
            </a:lvl8pPr>
            <a:lvl9pPr marL="5184282" indent="0">
              <a:buNone/>
              <a:defRPr sz="14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768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871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4751" y="613359"/>
            <a:ext cx="2794575" cy="976308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91025" y="613359"/>
            <a:ext cx="8221722" cy="976308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97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024" y="613362"/>
            <a:ext cx="11178302" cy="2226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1024" y="3066796"/>
            <a:ext cx="11178302" cy="730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1024" y="10677788"/>
            <a:ext cx="2916079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0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93116" y="10677788"/>
            <a:ext cx="4374118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0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3247" y="10677788"/>
            <a:ext cx="2916079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0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705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296071" rtl="0" eaLnBrk="1" latinLnBrk="0" hangingPunct="1">
        <a:lnSpc>
          <a:spcPct val="90000"/>
        </a:lnSpc>
        <a:spcBef>
          <a:spcPct val="0"/>
        </a:spcBef>
        <a:buNone/>
        <a:defRPr sz="62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4018" indent="-324018" algn="l" defTabSz="1296071" rtl="0" eaLnBrk="1" latinLnBrk="0" hangingPunct="1">
        <a:lnSpc>
          <a:spcPct val="90000"/>
        </a:lnSpc>
        <a:spcBef>
          <a:spcPts val="1417"/>
        </a:spcBef>
        <a:buFont typeface="Arial" panose="020B0604020202020204" pitchFamily="34" charset="0"/>
        <a:buChar char="•"/>
        <a:defRPr sz="3969" kern="1200">
          <a:solidFill>
            <a:schemeClr val="tx1"/>
          </a:solidFill>
          <a:latin typeface="+mn-lt"/>
          <a:ea typeface="+mn-ea"/>
          <a:cs typeface="+mn-cs"/>
        </a:defRPr>
      </a:lvl1pPr>
      <a:lvl2pPr marL="972053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3402" kern="1200">
          <a:solidFill>
            <a:schemeClr val="tx1"/>
          </a:solidFill>
          <a:latin typeface="+mn-lt"/>
          <a:ea typeface="+mn-ea"/>
          <a:cs typeface="+mn-cs"/>
        </a:defRPr>
      </a:lvl2pPr>
      <a:lvl3pPr marL="1620088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268123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4pPr>
      <a:lvl5pPr marL="2916159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5pPr>
      <a:lvl6pPr marL="3564194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6pPr>
      <a:lvl7pPr marL="4212229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7pPr>
      <a:lvl8pPr marL="4860265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8pPr>
      <a:lvl9pPr marL="5508300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1pPr>
      <a:lvl2pPr marL="648035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96071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3pPr>
      <a:lvl4pPr marL="1944106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4pPr>
      <a:lvl5pPr marL="2592141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5pPr>
      <a:lvl6pPr marL="3240176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6pPr>
      <a:lvl7pPr marL="3888212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7pPr>
      <a:lvl8pPr marL="4536247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8pPr>
      <a:lvl9pPr marL="5184282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4656B08-1A3E-FD9B-4027-02DF5277B0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0511946"/>
              </p:ext>
            </p:extLst>
          </p:nvPr>
        </p:nvGraphicFramePr>
        <p:xfrm>
          <a:off x="935362" y="373213"/>
          <a:ext cx="1286765" cy="2400935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BBDF3E8-022C-04DF-44FA-BEA3AEE86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373745"/>
              </p:ext>
            </p:extLst>
          </p:nvPr>
        </p:nvGraphicFramePr>
        <p:xfrm>
          <a:off x="319659" y="1851493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448910-36FF-3999-BFC6-B5FCB2F7D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316399"/>
              </p:ext>
            </p:extLst>
          </p:nvPr>
        </p:nvGraphicFramePr>
        <p:xfrm>
          <a:off x="2544890" y="1851493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0" name="Arc 19">
            <a:extLst>
              <a:ext uri="{FF2B5EF4-FFF2-40B4-BE49-F238E27FC236}">
                <a16:creationId xmlns:a16="http://schemas.microsoft.com/office/drawing/2014/main" id="{B8C0B4EA-72E0-E77F-83FF-97687CFB76EC}"/>
              </a:ext>
            </a:extLst>
          </p:cNvPr>
          <p:cNvSpPr/>
          <p:nvPr/>
        </p:nvSpPr>
        <p:spPr>
          <a:xfrm rot="16424262">
            <a:off x="2209329" y="1169315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6F8B9E-1AF4-DD89-64B3-5350AA1D5BA2}"/>
              </a:ext>
            </a:extLst>
          </p:cNvPr>
          <p:cNvSpPr txBox="1"/>
          <p:nvPr/>
        </p:nvSpPr>
        <p:spPr>
          <a:xfrm>
            <a:off x="1389433" y="2801220"/>
            <a:ext cx="452368" cy="4308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200" baseline="-25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2650E6E-7A66-D5B2-6FA2-B3EBA09DBF47}"/>
              </a:ext>
            </a:extLst>
          </p:cNvPr>
          <p:cNvCxnSpPr/>
          <p:nvPr/>
        </p:nvCxnSpPr>
        <p:spPr>
          <a:xfrm flipV="1">
            <a:off x="607605" y="1501768"/>
            <a:ext cx="268735" cy="47414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6949A91-0912-9679-53B7-6D69C6C5E5D8}"/>
              </a:ext>
            </a:extLst>
          </p:cNvPr>
          <p:cNvCxnSpPr>
            <a:cxnSpLocks/>
          </p:cNvCxnSpPr>
          <p:nvPr/>
        </p:nvCxnSpPr>
        <p:spPr>
          <a:xfrm flipV="1">
            <a:off x="612439" y="1815403"/>
            <a:ext cx="234849" cy="26113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22DCC62-348B-5108-32B5-B8F5ADC9D325}"/>
              </a:ext>
            </a:extLst>
          </p:cNvPr>
          <p:cNvCxnSpPr>
            <a:cxnSpLocks/>
          </p:cNvCxnSpPr>
          <p:nvPr/>
        </p:nvCxnSpPr>
        <p:spPr>
          <a:xfrm>
            <a:off x="628981" y="2108617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907D39A-E935-48AF-D072-12EFC4333960}"/>
              </a:ext>
            </a:extLst>
          </p:cNvPr>
          <p:cNvCxnSpPr>
            <a:cxnSpLocks/>
          </p:cNvCxnSpPr>
          <p:nvPr/>
        </p:nvCxnSpPr>
        <p:spPr>
          <a:xfrm>
            <a:off x="624547" y="2171970"/>
            <a:ext cx="246805" cy="2061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5AD4C51-FCBB-37CD-9EF5-455EDAE3DFC0}"/>
              </a:ext>
            </a:extLst>
          </p:cNvPr>
          <p:cNvCxnSpPr>
            <a:cxnSpLocks/>
          </p:cNvCxnSpPr>
          <p:nvPr/>
        </p:nvCxnSpPr>
        <p:spPr>
          <a:xfrm>
            <a:off x="2255452" y="1598153"/>
            <a:ext cx="249633" cy="41386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9AC89BD3-7B34-3601-7B62-3FA2BC8423EF}"/>
              </a:ext>
            </a:extLst>
          </p:cNvPr>
          <p:cNvCxnSpPr>
            <a:cxnSpLocks/>
          </p:cNvCxnSpPr>
          <p:nvPr/>
        </p:nvCxnSpPr>
        <p:spPr>
          <a:xfrm>
            <a:off x="2268699" y="1850783"/>
            <a:ext cx="182913" cy="2200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63D5774-54F5-159A-5008-31CD47E07BE9}"/>
              </a:ext>
            </a:extLst>
          </p:cNvPr>
          <p:cNvCxnSpPr>
            <a:cxnSpLocks/>
          </p:cNvCxnSpPr>
          <p:nvPr/>
        </p:nvCxnSpPr>
        <p:spPr>
          <a:xfrm>
            <a:off x="2261270" y="2128669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42AC793-5C63-67E6-F4BB-B17513F88450}"/>
              </a:ext>
            </a:extLst>
          </p:cNvPr>
          <p:cNvCxnSpPr>
            <a:cxnSpLocks/>
          </p:cNvCxnSpPr>
          <p:nvPr/>
        </p:nvCxnSpPr>
        <p:spPr>
          <a:xfrm flipH="1">
            <a:off x="2286002" y="2199837"/>
            <a:ext cx="166253" cy="21974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Box 218">
            <a:extLst>
              <a:ext uri="{FF2B5EF4-FFF2-40B4-BE49-F238E27FC236}">
                <a16:creationId xmlns:a16="http://schemas.microsoft.com/office/drawing/2014/main" id="{F69EDCC3-33F0-2E54-5852-A0662D8DB672}"/>
              </a:ext>
            </a:extLst>
          </p:cNvPr>
          <p:cNvSpPr txBox="1"/>
          <p:nvPr/>
        </p:nvSpPr>
        <p:spPr>
          <a:xfrm>
            <a:off x="75492" y="2266488"/>
            <a:ext cx="803425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CD44F12E-4A1E-F87B-262B-AE713867DC32}"/>
              </a:ext>
            </a:extLst>
          </p:cNvPr>
          <p:cNvSpPr txBox="1"/>
          <p:nvPr/>
        </p:nvSpPr>
        <p:spPr>
          <a:xfrm>
            <a:off x="2347522" y="2281342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 object</a:t>
            </a:r>
          </a:p>
        </p:txBody>
      </p:sp>
      <p:graphicFrame>
        <p:nvGraphicFramePr>
          <p:cNvPr id="221" name="Table 220">
            <a:extLst>
              <a:ext uri="{FF2B5EF4-FFF2-40B4-BE49-F238E27FC236}">
                <a16:creationId xmlns:a16="http://schemas.microsoft.com/office/drawing/2014/main" id="{37A0FB98-36EC-6B8C-9D5C-5AE66D8B4A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09411"/>
              </p:ext>
            </p:extLst>
          </p:nvPr>
        </p:nvGraphicFramePr>
        <p:xfrm>
          <a:off x="5487484" y="373213"/>
          <a:ext cx="1286765" cy="2400935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22" name="Table 221">
            <a:extLst>
              <a:ext uri="{FF2B5EF4-FFF2-40B4-BE49-F238E27FC236}">
                <a16:creationId xmlns:a16="http://schemas.microsoft.com/office/drawing/2014/main" id="{DA06AEF5-EC48-7843-38B4-2B7FBD11A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3111518"/>
              </p:ext>
            </p:extLst>
          </p:nvPr>
        </p:nvGraphicFramePr>
        <p:xfrm>
          <a:off x="4871781" y="1851493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23" name="Table 222">
            <a:extLst>
              <a:ext uri="{FF2B5EF4-FFF2-40B4-BE49-F238E27FC236}">
                <a16:creationId xmlns:a16="http://schemas.microsoft.com/office/drawing/2014/main" id="{532E6AF9-771A-5422-D0F2-42B0D9BF8D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4833322"/>
              </p:ext>
            </p:extLst>
          </p:nvPr>
        </p:nvGraphicFramePr>
        <p:xfrm>
          <a:off x="7097012" y="1851493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24" name="Arc 223">
            <a:extLst>
              <a:ext uri="{FF2B5EF4-FFF2-40B4-BE49-F238E27FC236}">
                <a16:creationId xmlns:a16="http://schemas.microsoft.com/office/drawing/2014/main" id="{F43D02F3-EE40-A41C-7E32-26BEB3AC900A}"/>
              </a:ext>
            </a:extLst>
          </p:cNvPr>
          <p:cNvSpPr/>
          <p:nvPr/>
        </p:nvSpPr>
        <p:spPr>
          <a:xfrm rot="16424262">
            <a:off x="6761451" y="1169315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60458D2-4C60-51AC-B1B3-15F3CB8DCD3E}"/>
              </a:ext>
            </a:extLst>
          </p:cNvPr>
          <p:cNvSpPr txBox="1"/>
          <p:nvPr/>
        </p:nvSpPr>
        <p:spPr>
          <a:xfrm>
            <a:off x="5941555" y="2801220"/>
            <a:ext cx="452368" cy="4308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200" baseline="-25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A405B3F5-8EA9-503C-E8A7-5B60CB085022}"/>
              </a:ext>
            </a:extLst>
          </p:cNvPr>
          <p:cNvCxnSpPr/>
          <p:nvPr/>
        </p:nvCxnSpPr>
        <p:spPr>
          <a:xfrm flipV="1">
            <a:off x="5159727" y="1501768"/>
            <a:ext cx="268735" cy="47414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04CE83B0-FD23-F369-FF2D-02F1B050CBF0}"/>
              </a:ext>
            </a:extLst>
          </p:cNvPr>
          <p:cNvCxnSpPr>
            <a:cxnSpLocks/>
          </p:cNvCxnSpPr>
          <p:nvPr/>
        </p:nvCxnSpPr>
        <p:spPr>
          <a:xfrm flipV="1">
            <a:off x="5164561" y="1815403"/>
            <a:ext cx="234849" cy="26113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BAA6925D-C710-86E4-FB49-D991422FB753}"/>
              </a:ext>
            </a:extLst>
          </p:cNvPr>
          <p:cNvCxnSpPr>
            <a:cxnSpLocks/>
          </p:cNvCxnSpPr>
          <p:nvPr/>
        </p:nvCxnSpPr>
        <p:spPr>
          <a:xfrm>
            <a:off x="5181103" y="2108617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A39282EF-D700-4845-440A-221A3CFCFB78}"/>
              </a:ext>
            </a:extLst>
          </p:cNvPr>
          <p:cNvCxnSpPr>
            <a:cxnSpLocks/>
          </p:cNvCxnSpPr>
          <p:nvPr/>
        </p:nvCxnSpPr>
        <p:spPr>
          <a:xfrm>
            <a:off x="5176669" y="2171970"/>
            <a:ext cx="246805" cy="2061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A50CFA7B-1ADC-7EA4-CEA2-608C3C7F4458}"/>
              </a:ext>
            </a:extLst>
          </p:cNvPr>
          <p:cNvCxnSpPr>
            <a:cxnSpLocks/>
          </p:cNvCxnSpPr>
          <p:nvPr/>
        </p:nvCxnSpPr>
        <p:spPr>
          <a:xfrm>
            <a:off x="6807574" y="1598153"/>
            <a:ext cx="249633" cy="41386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DFB49F0F-A5A8-16FF-9212-1620E680CFDF}"/>
              </a:ext>
            </a:extLst>
          </p:cNvPr>
          <p:cNvCxnSpPr>
            <a:cxnSpLocks/>
          </p:cNvCxnSpPr>
          <p:nvPr/>
        </p:nvCxnSpPr>
        <p:spPr>
          <a:xfrm>
            <a:off x="6820821" y="1850783"/>
            <a:ext cx="182913" cy="2200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Arrow Connector 231">
            <a:extLst>
              <a:ext uri="{FF2B5EF4-FFF2-40B4-BE49-F238E27FC236}">
                <a16:creationId xmlns:a16="http://schemas.microsoft.com/office/drawing/2014/main" id="{17A719B1-5E4C-58CE-4F0F-AF6FF4520D71}"/>
              </a:ext>
            </a:extLst>
          </p:cNvPr>
          <p:cNvCxnSpPr>
            <a:cxnSpLocks/>
          </p:cNvCxnSpPr>
          <p:nvPr/>
        </p:nvCxnSpPr>
        <p:spPr>
          <a:xfrm>
            <a:off x="6813392" y="2128669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BFD05F5-3B84-452B-BA0B-44D3A38B5EF3}"/>
              </a:ext>
            </a:extLst>
          </p:cNvPr>
          <p:cNvCxnSpPr>
            <a:cxnSpLocks/>
          </p:cNvCxnSpPr>
          <p:nvPr/>
        </p:nvCxnSpPr>
        <p:spPr>
          <a:xfrm flipH="1">
            <a:off x="6838124" y="2199837"/>
            <a:ext cx="166253" cy="21974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2B79DB2E-F9B9-EAAD-E692-9172627058C2}"/>
              </a:ext>
            </a:extLst>
          </p:cNvPr>
          <p:cNvSpPr txBox="1"/>
          <p:nvPr/>
        </p:nvSpPr>
        <p:spPr>
          <a:xfrm>
            <a:off x="4627614" y="2266488"/>
            <a:ext cx="803425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F3B2086A-F705-D18B-C488-4B3840E5D12B}"/>
              </a:ext>
            </a:extLst>
          </p:cNvPr>
          <p:cNvSpPr txBox="1"/>
          <p:nvPr/>
        </p:nvSpPr>
        <p:spPr>
          <a:xfrm>
            <a:off x="6899644" y="2281342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 object</a:t>
            </a:r>
          </a:p>
        </p:txBody>
      </p:sp>
      <p:graphicFrame>
        <p:nvGraphicFramePr>
          <p:cNvPr id="236" name="Table 235">
            <a:extLst>
              <a:ext uri="{FF2B5EF4-FFF2-40B4-BE49-F238E27FC236}">
                <a16:creationId xmlns:a16="http://schemas.microsoft.com/office/drawing/2014/main" id="{91A60F46-0731-63C8-11F6-A9597C0443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6469438"/>
              </p:ext>
            </p:extLst>
          </p:nvPr>
        </p:nvGraphicFramePr>
        <p:xfrm>
          <a:off x="10105919" y="320237"/>
          <a:ext cx="1286765" cy="2400935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37" name="Table 236">
            <a:extLst>
              <a:ext uri="{FF2B5EF4-FFF2-40B4-BE49-F238E27FC236}">
                <a16:creationId xmlns:a16="http://schemas.microsoft.com/office/drawing/2014/main" id="{50315286-D4F7-DED4-D6A5-7F888E125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8549599"/>
              </p:ext>
            </p:extLst>
          </p:nvPr>
        </p:nvGraphicFramePr>
        <p:xfrm>
          <a:off x="9490216" y="1798517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38" name="Table 237">
            <a:extLst>
              <a:ext uri="{FF2B5EF4-FFF2-40B4-BE49-F238E27FC236}">
                <a16:creationId xmlns:a16="http://schemas.microsoft.com/office/drawing/2014/main" id="{2A460D4C-B448-F694-4EFE-55B479426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856403"/>
              </p:ext>
            </p:extLst>
          </p:nvPr>
        </p:nvGraphicFramePr>
        <p:xfrm>
          <a:off x="11715447" y="1798517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39" name="Arc 238">
            <a:extLst>
              <a:ext uri="{FF2B5EF4-FFF2-40B4-BE49-F238E27FC236}">
                <a16:creationId xmlns:a16="http://schemas.microsoft.com/office/drawing/2014/main" id="{702C847D-6C42-F63F-F294-594FAD5F056B}"/>
              </a:ext>
            </a:extLst>
          </p:cNvPr>
          <p:cNvSpPr/>
          <p:nvPr/>
        </p:nvSpPr>
        <p:spPr>
          <a:xfrm rot="16424262">
            <a:off x="11379886" y="1116339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0A0C76A4-C391-F034-1B7B-F0370D04A66D}"/>
              </a:ext>
            </a:extLst>
          </p:cNvPr>
          <p:cNvSpPr txBox="1"/>
          <p:nvPr/>
        </p:nvSpPr>
        <p:spPr>
          <a:xfrm>
            <a:off x="10559990" y="2748244"/>
            <a:ext cx="452368" cy="4308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200" baseline="-25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F8033A09-EDF5-FD40-FF25-D57CF255BFC2}"/>
              </a:ext>
            </a:extLst>
          </p:cNvPr>
          <p:cNvCxnSpPr/>
          <p:nvPr/>
        </p:nvCxnSpPr>
        <p:spPr>
          <a:xfrm flipV="1">
            <a:off x="9778162" y="1448792"/>
            <a:ext cx="268735" cy="47414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0318392F-B130-CCA4-CAA7-EBAE7BB6BF71}"/>
              </a:ext>
            </a:extLst>
          </p:cNvPr>
          <p:cNvCxnSpPr>
            <a:cxnSpLocks/>
          </p:cNvCxnSpPr>
          <p:nvPr/>
        </p:nvCxnSpPr>
        <p:spPr>
          <a:xfrm flipV="1">
            <a:off x="9782996" y="1762427"/>
            <a:ext cx="234849" cy="26113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70F2FE8-9AC5-86E2-2011-D982A17C6E92}"/>
              </a:ext>
            </a:extLst>
          </p:cNvPr>
          <p:cNvCxnSpPr>
            <a:cxnSpLocks/>
          </p:cNvCxnSpPr>
          <p:nvPr/>
        </p:nvCxnSpPr>
        <p:spPr>
          <a:xfrm>
            <a:off x="9799538" y="2055641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Arrow Connector 243">
            <a:extLst>
              <a:ext uri="{FF2B5EF4-FFF2-40B4-BE49-F238E27FC236}">
                <a16:creationId xmlns:a16="http://schemas.microsoft.com/office/drawing/2014/main" id="{B4DDC0D6-336C-BD8C-289F-C916C89E8464}"/>
              </a:ext>
            </a:extLst>
          </p:cNvPr>
          <p:cNvCxnSpPr>
            <a:cxnSpLocks/>
          </p:cNvCxnSpPr>
          <p:nvPr/>
        </p:nvCxnSpPr>
        <p:spPr>
          <a:xfrm>
            <a:off x="9795104" y="2118994"/>
            <a:ext cx="246805" cy="2061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Arrow Connector 244">
            <a:extLst>
              <a:ext uri="{FF2B5EF4-FFF2-40B4-BE49-F238E27FC236}">
                <a16:creationId xmlns:a16="http://schemas.microsoft.com/office/drawing/2014/main" id="{D3970B6D-BB4D-BEE8-6F33-FE327A64468B}"/>
              </a:ext>
            </a:extLst>
          </p:cNvPr>
          <p:cNvCxnSpPr>
            <a:cxnSpLocks/>
          </p:cNvCxnSpPr>
          <p:nvPr/>
        </p:nvCxnSpPr>
        <p:spPr>
          <a:xfrm>
            <a:off x="11426009" y="1545177"/>
            <a:ext cx="249633" cy="41386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F2210D7B-F95D-6688-F1AA-957B5F830E41}"/>
              </a:ext>
            </a:extLst>
          </p:cNvPr>
          <p:cNvCxnSpPr>
            <a:cxnSpLocks/>
          </p:cNvCxnSpPr>
          <p:nvPr/>
        </p:nvCxnSpPr>
        <p:spPr>
          <a:xfrm>
            <a:off x="11439256" y="1797807"/>
            <a:ext cx="182913" cy="2200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8C5D9D0B-F53D-282F-E983-02D90BFBA34B}"/>
              </a:ext>
            </a:extLst>
          </p:cNvPr>
          <p:cNvCxnSpPr>
            <a:cxnSpLocks/>
          </p:cNvCxnSpPr>
          <p:nvPr/>
        </p:nvCxnSpPr>
        <p:spPr>
          <a:xfrm>
            <a:off x="11431827" y="2075693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BAE8C1CE-867E-0EC7-F540-CCC29C9AB845}"/>
              </a:ext>
            </a:extLst>
          </p:cNvPr>
          <p:cNvCxnSpPr>
            <a:cxnSpLocks/>
          </p:cNvCxnSpPr>
          <p:nvPr/>
        </p:nvCxnSpPr>
        <p:spPr>
          <a:xfrm flipH="1">
            <a:off x="11456559" y="2146861"/>
            <a:ext cx="166253" cy="21974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48">
            <a:extLst>
              <a:ext uri="{FF2B5EF4-FFF2-40B4-BE49-F238E27FC236}">
                <a16:creationId xmlns:a16="http://schemas.microsoft.com/office/drawing/2014/main" id="{5E99A0B2-A17A-F21F-1175-48DF0B321482}"/>
              </a:ext>
            </a:extLst>
          </p:cNvPr>
          <p:cNvSpPr txBox="1"/>
          <p:nvPr/>
        </p:nvSpPr>
        <p:spPr>
          <a:xfrm>
            <a:off x="9246049" y="2213512"/>
            <a:ext cx="803425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C85D3FA-D616-21CA-3F0F-D0FB6AD4421B}"/>
              </a:ext>
            </a:extLst>
          </p:cNvPr>
          <p:cNvSpPr txBox="1"/>
          <p:nvPr/>
        </p:nvSpPr>
        <p:spPr>
          <a:xfrm>
            <a:off x="11518079" y="2228366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 object</a:t>
            </a:r>
          </a:p>
        </p:txBody>
      </p:sp>
      <p:graphicFrame>
        <p:nvGraphicFramePr>
          <p:cNvPr id="251" name="Table 250">
            <a:extLst>
              <a:ext uri="{FF2B5EF4-FFF2-40B4-BE49-F238E27FC236}">
                <a16:creationId xmlns:a16="http://schemas.microsoft.com/office/drawing/2014/main" id="{8B64E6D2-D86D-69D4-7204-9F4A4065E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551590"/>
              </p:ext>
            </p:extLst>
          </p:nvPr>
        </p:nvGraphicFramePr>
        <p:xfrm>
          <a:off x="981934" y="4323022"/>
          <a:ext cx="1286765" cy="2400935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52" name="Table 251">
            <a:extLst>
              <a:ext uri="{FF2B5EF4-FFF2-40B4-BE49-F238E27FC236}">
                <a16:creationId xmlns:a16="http://schemas.microsoft.com/office/drawing/2014/main" id="{AF168266-6025-B02E-D1AD-B461D180CE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451594"/>
              </p:ext>
            </p:extLst>
          </p:nvPr>
        </p:nvGraphicFramePr>
        <p:xfrm>
          <a:off x="366231" y="5801302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53" name="Table 252">
            <a:extLst>
              <a:ext uri="{FF2B5EF4-FFF2-40B4-BE49-F238E27FC236}">
                <a16:creationId xmlns:a16="http://schemas.microsoft.com/office/drawing/2014/main" id="{A696CE48-4852-2182-3BA9-D56CDBAFC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314875"/>
              </p:ext>
            </p:extLst>
          </p:nvPr>
        </p:nvGraphicFramePr>
        <p:xfrm>
          <a:off x="2591462" y="5801302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54" name="Arc 253">
            <a:extLst>
              <a:ext uri="{FF2B5EF4-FFF2-40B4-BE49-F238E27FC236}">
                <a16:creationId xmlns:a16="http://schemas.microsoft.com/office/drawing/2014/main" id="{1C813289-E6B6-083F-F076-1F07EF6FE304}"/>
              </a:ext>
            </a:extLst>
          </p:cNvPr>
          <p:cNvSpPr/>
          <p:nvPr/>
        </p:nvSpPr>
        <p:spPr>
          <a:xfrm rot="16424262">
            <a:off x="2255901" y="5119124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4CF63DBA-308E-EA1B-EB4C-5BB413B81D22}"/>
              </a:ext>
            </a:extLst>
          </p:cNvPr>
          <p:cNvSpPr txBox="1"/>
          <p:nvPr/>
        </p:nvSpPr>
        <p:spPr>
          <a:xfrm>
            <a:off x="1436005" y="6796749"/>
            <a:ext cx="452368" cy="4308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200" baseline="-25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cxnSp>
        <p:nvCxnSpPr>
          <p:cNvPr id="256" name="Straight Arrow Connector 255">
            <a:extLst>
              <a:ext uri="{FF2B5EF4-FFF2-40B4-BE49-F238E27FC236}">
                <a16:creationId xmlns:a16="http://schemas.microsoft.com/office/drawing/2014/main" id="{F826849B-C90F-807B-F3F2-8165551DFE1C}"/>
              </a:ext>
            </a:extLst>
          </p:cNvPr>
          <p:cNvCxnSpPr/>
          <p:nvPr/>
        </p:nvCxnSpPr>
        <p:spPr>
          <a:xfrm flipV="1">
            <a:off x="654177" y="5451577"/>
            <a:ext cx="268735" cy="47414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5F8730E0-0933-C673-33C0-D52A9AC78699}"/>
              </a:ext>
            </a:extLst>
          </p:cNvPr>
          <p:cNvCxnSpPr>
            <a:cxnSpLocks/>
          </p:cNvCxnSpPr>
          <p:nvPr/>
        </p:nvCxnSpPr>
        <p:spPr>
          <a:xfrm flipV="1">
            <a:off x="659011" y="5765212"/>
            <a:ext cx="234849" cy="26113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Arrow Connector 257">
            <a:extLst>
              <a:ext uri="{FF2B5EF4-FFF2-40B4-BE49-F238E27FC236}">
                <a16:creationId xmlns:a16="http://schemas.microsoft.com/office/drawing/2014/main" id="{BE1BBFAC-CCD2-52B3-EB7C-4CA23718B993}"/>
              </a:ext>
            </a:extLst>
          </p:cNvPr>
          <p:cNvCxnSpPr>
            <a:cxnSpLocks/>
          </p:cNvCxnSpPr>
          <p:nvPr/>
        </p:nvCxnSpPr>
        <p:spPr>
          <a:xfrm>
            <a:off x="675553" y="6058426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Arrow Connector 258">
            <a:extLst>
              <a:ext uri="{FF2B5EF4-FFF2-40B4-BE49-F238E27FC236}">
                <a16:creationId xmlns:a16="http://schemas.microsoft.com/office/drawing/2014/main" id="{B5357EF7-E4DA-638B-304C-AC5112748187}"/>
              </a:ext>
            </a:extLst>
          </p:cNvPr>
          <p:cNvCxnSpPr>
            <a:cxnSpLocks/>
          </p:cNvCxnSpPr>
          <p:nvPr/>
        </p:nvCxnSpPr>
        <p:spPr>
          <a:xfrm>
            <a:off x="671119" y="6121779"/>
            <a:ext cx="246805" cy="2061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7BF5A32F-FC50-D2C3-F691-BF9EFFBD477F}"/>
              </a:ext>
            </a:extLst>
          </p:cNvPr>
          <p:cNvCxnSpPr>
            <a:cxnSpLocks/>
          </p:cNvCxnSpPr>
          <p:nvPr/>
        </p:nvCxnSpPr>
        <p:spPr>
          <a:xfrm>
            <a:off x="2302024" y="5547962"/>
            <a:ext cx="249633" cy="41386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BF1107FA-A5B0-BC41-D74D-7FFC93E522FA}"/>
              </a:ext>
            </a:extLst>
          </p:cNvPr>
          <p:cNvCxnSpPr>
            <a:cxnSpLocks/>
          </p:cNvCxnSpPr>
          <p:nvPr/>
        </p:nvCxnSpPr>
        <p:spPr>
          <a:xfrm>
            <a:off x="2315271" y="5800592"/>
            <a:ext cx="182913" cy="2200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26727490-F5D4-9A47-0992-E6C2B0FFB4FB}"/>
              </a:ext>
            </a:extLst>
          </p:cNvPr>
          <p:cNvCxnSpPr>
            <a:cxnSpLocks/>
          </p:cNvCxnSpPr>
          <p:nvPr/>
        </p:nvCxnSpPr>
        <p:spPr>
          <a:xfrm>
            <a:off x="2307842" y="6078478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28A54DB8-D687-4FC6-1DAB-3070E6DCC17E}"/>
              </a:ext>
            </a:extLst>
          </p:cNvPr>
          <p:cNvCxnSpPr>
            <a:cxnSpLocks/>
          </p:cNvCxnSpPr>
          <p:nvPr/>
        </p:nvCxnSpPr>
        <p:spPr>
          <a:xfrm flipH="1">
            <a:off x="2332574" y="6149646"/>
            <a:ext cx="166253" cy="21974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982FC12F-8C30-956E-BB72-89110B7510D2}"/>
              </a:ext>
            </a:extLst>
          </p:cNvPr>
          <p:cNvSpPr txBox="1"/>
          <p:nvPr/>
        </p:nvSpPr>
        <p:spPr>
          <a:xfrm>
            <a:off x="122064" y="6206359"/>
            <a:ext cx="803425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6EAAC23B-0841-5DB1-653F-85BD1E57FFF7}"/>
              </a:ext>
            </a:extLst>
          </p:cNvPr>
          <p:cNvSpPr txBox="1"/>
          <p:nvPr/>
        </p:nvSpPr>
        <p:spPr>
          <a:xfrm>
            <a:off x="2394094" y="6231151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 object</a:t>
            </a:r>
          </a:p>
        </p:txBody>
      </p:sp>
      <p:graphicFrame>
        <p:nvGraphicFramePr>
          <p:cNvPr id="266" name="Table 265">
            <a:extLst>
              <a:ext uri="{FF2B5EF4-FFF2-40B4-BE49-F238E27FC236}">
                <a16:creationId xmlns:a16="http://schemas.microsoft.com/office/drawing/2014/main" id="{4F61EC3D-6150-C88E-BAC4-68E84E5C4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503721"/>
              </p:ext>
            </p:extLst>
          </p:nvPr>
        </p:nvGraphicFramePr>
        <p:xfrm>
          <a:off x="5534056" y="4323022"/>
          <a:ext cx="1286765" cy="2400935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67" name="Table 266">
            <a:extLst>
              <a:ext uri="{FF2B5EF4-FFF2-40B4-BE49-F238E27FC236}">
                <a16:creationId xmlns:a16="http://schemas.microsoft.com/office/drawing/2014/main" id="{E5C38A55-3343-7215-7BF1-85ADE19B0F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205797"/>
              </p:ext>
            </p:extLst>
          </p:nvPr>
        </p:nvGraphicFramePr>
        <p:xfrm>
          <a:off x="4918353" y="5801302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68" name="Table 267">
            <a:extLst>
              <a:ext uri="{FF2B5EF4-FFF2-40B4-BE49-F238E27FC236}">
                <a16:creationId xmlns:a16="http://schemas.microsoft.com/office/drawing/2014/main" id="{48724AF0-31CC-992B-C679-0FF9FC2C0C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4012538"/>
              </p:ext>
            </p:extLst>
          </p:nvPr>
        </p:nvGraphicFramePr>
        <p:xfrm>
          <a:off x="7143584" y="5801302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69" name="Arc 268">
            <a:extLst>
              <a:ext uri="{FF2B5EF4-FFF2-40B4-BE49-F238E27FC236}">
                <a16:creationId xmlns:a16="http://schemas.microsoft.com/office/drawing/2014/main" id="{2A84BFB6-FB42-AAA3-3B5F-45FAD87B641B}"/>
              </a:ext>
            </a:extLst>
          </p:cNvPr>
          <p:cNvSpPr/>
          <p:nvPr/>
        </p:nvSpPr>
        <p:spPr>
          <a:xfrm rot="16424262">
            <a:off x="6808023" y="5119124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3376F2FD-F713-17D5-B009-3CF4CB6F04D5}"/>
              </a:ext>
            </a:extLst>
          </p:cNvPr>
          <p:cNvSpPr txBox="1"/>
          <p:nvPr/>
        </p:nvSpPr>
        <p:spPr>
          <a:xfrm>
            <a:off x="5988127" y="6796749"/>
            <a:ext cx="452368" cy="4308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200" baseline="-25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cxnSp>
        <p:nvCxnSpPr>
          <p:cNvPr id="271" name="Straight Arrow Connector 270">
            <a:extLst>
              <a:ext uri="{FF2B5EF4-FFF2-40B4-BE49-F238E27FC236}">
                <a16:creationId xmlns:a16="http://schemas.microsoft.com/office/drawing/2014/main" id="{66B1CE9A-B041-08B1-7348-AF0667A4DED2}"/>
              </a:ext>
            </a:extLst>
          </p:cNvPr>
          <p:cNvCxnSpPr/>
          <p:nvPr/>
        </p:nvCxnSpPr>
        <p:spPr>
          <a:xfrm flipV="1">
            <a:off x="5206299" y="5451577"/>
            <a:ext cx="268735" cy="47414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754E9ECC-E40F-569D-9101-FBC7FF595AB2}"/>
              </a:ext>
            </a:extLst>
          </p:cNvPr>
          <p:cNvCxnSpPr>
            <a:cxnSpLocks/>
          </p:cNvCxnSpPr>
          <p:nvPr/>
        </p:nvCxnSpPr>
        <p:spPr>
          <a:xfrm flipV="1">
            <a:off x="5211133" y="5765212"/>
            <a:ext cx="234849" cy="26113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41692783-3828-0357-C7A5-546CE81DF305}"/>
              </a:ext>
            </a:extLst>
          </p:cNvPr>
          <p:cNvCxnSpPr>
            <a:cxnSpLocks/>
          </p:cNvCxnSpPr>
          <p:nvPr/>
        </p:nvCxnSpPr>
        <p:spPr>
          <a:xfrm>
            <a:off x="5227675" y="6058426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7657DF1F-D968-E565-7FCD-6D14472FC8CE}"/>
              </a:ext>
            </a:extLst>
          </p:cNvPr>
          <p:cNvCxnSpPr>
            <a:cxnSpLocks/>
          </p:cNvCxnSpPr>
          <p:nvPr/>
        </p:nvCxnSpPr>
        <p:spPr>
          <a:xfrm>
            <a:off x="5223241" y="6121779"/>
            <a:ext cx="246805" cy="2061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93C3D4AA-A890-1088-82D5-8AAB12DC52AB}"/>
              </a:ext>
            </a:extLst>
          </p:cNvPr>
          <p:cNvCxnSpPr>
            <a:cxnSpLocks/>
          </p:cNvCxnSpPr>
          <p:nvPr/>
        </p:nvCxnSpPr>
        <p:spPr>
          <a:xfrm>
            <a:off x="6854146" y="5547962"/>
            <a:ext cx="249633" cy="41386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42A607B1-1293-0F40-5EB9-54A39AD119D4}"/>
              </a:ext>
            </a:extLst>
          </p:cNvPr>
          <p:cNvCxnSpPr>
            <a:cxnSpLocks/>
          </p:cNvCxnSpPr>
          <p:nvPr/>
        </p:nvCxnSpPr>
        <p:spPr>
          <a:xfrm>
            <a:off x="6867393" y="5800592"/>
            <a:ext cx="182913" cy="2200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F98A6438-F13F-5E7B-E7D5-20653D52E9D5}"/>
              </a:ext>
            </a:extLst>
          </p:cNvPr>
          <p:cNvCxnSpPr>
            <a:cxnSpLocks/>
          </p:cNvCxnSpPr>
          <p:nvPr/>
        </p:nvCxnSpPr>
        <p:spPr>
          <a:xfrm>
            <a:off x="6859964" y="6078478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6F36CEF5-47E9-EB0D-8E6E-6B395290D0C8}"/>
              </a:ext>
            </a:extLst>
          </p:cNvPr>
          <p:cNvCxnSpPr>
            <a:cxnSpLocks/>
          </p:cNvCxnSpPr>
          <p:nvPr/>
        </p:nvCxnSpPr>
        <p:spPr>
          <a:xfrm flipH="1">
            <a:off x="6884696" y="6149646"/>
            <a:ext cx="166253" cy="21974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9" name="TextBox 278">
            <a:extLst>
              <a:ext uri="{FF2B5EF4-FFF2-40B4-BE49-F238E27FC236}">
                <a16:creationId xmlns:a16="http://schemas.microsoft.com/office/drawing/2014/main" id="{59142189-E6E7-0948-B64A-DE8A3C39AE4E}"/>
              </a:ext>
            </a:extLst>
          </p:cNvPr>
          <p:cNvSpPr txBox="1"/>
          <p:nvPr/>
        </p:nvSpPr>
        <p:spPr>
          <a:xfrm>
            <a:off x="4674186" y="6216297"/>
            <a:ext cx="803425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57508BC9-CC81-8B36-DEAA-8E0E6B0B156C}"/>
              </a:ext>
            </a:extLst>
          </p:cNvPr>
          <p:cNvSpPr txBox="1"/>
          <p:nvPr/>
        </p:nvSpPr>
        <p:spPr>
          <a:xfrm>
            <a:off x="6946216" y="6231151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 object</a:t>
            </a:r>
          </a:p>
        </p:txBody>
      </p:sp>
      <p:graphicFrame>
        <p:nvGraphicFramePr>
          <p:cNvPr id="281" name="Table 280">
            <a:extLst>
              <a:ext uri="{FF2B5EF4-FFF2-40B4-BE49-F238E27FC236}">
                <a16:creationId xmlns:a16="http://schemas.microsoft.com/office/drawing/2014/main" id="{B3497606-827C-FB3C-78C7-9A5D5093D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5326022"/>
              </p:ext>
            </p:extLst>
          </p:nvPr>
        </p:nvGraphicFramePr>
        <p:xfrm>
          <a:off x="10152491" y="4270046"/>
          <a:ext cx="1286765" cy="2400935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82" name="Table 281">
            <a:extLst>
              <a:ext uri="{FF2B5EF4-FFF2-40B4-BE49-F238E27FC236}">
                <a16:creationId xmlns:a16="http://schemas.microsoft.com/office/drawing/2014/main" id="{86BBE56A-C3C9-91E0-FF65-06B764C6AA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895521"/>
              </p:ext>
            </p:extLst>
          </p:nvPr>
        </p:nvGraphicFramePr>
        <p:xfrm>
          <a:off x="9536788" y="5748326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83" name="Table 282">
            <a:extLst>
              <a:ext uri="{FF2B5EF4-FFF2-40B4-BE49-F238E27FC236}">
                <a16:creationId xmlns:a16="http://schemas.microsoft.com/office/drawing/2014/main" id="{509D3C8A-2ADE-22F5-5CB5-EA5A45D6D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797413"/>
              </p:ext>
            </p:extLst>
          </p:nvPr>
        </p:nvGraphicFramePr>
        <p:xfrm>
          <a:off x="11762019" y="5748326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84" name="Arc 283">
            <a:extLst>
              <a:ext uri="{FF2B5EF4-FFF2-40B4-BE49-F238E27FC236}">
                <a16:creationId xmlns:a16="http://schemas.microsoft.com/office/drawing/2014/main" id="{2DE0E663-57FA-4661-D3BE-451E5E9C0D1C}"/>
              </a:ext>
            </a:extLst>
          </p:cNvPr>
          <p:cNvSpPr/>
          <p:nvPr/>
        </p:nvSpPr>
        <p:spPr>
          <a:xfrm rot="16424262">
            <a:off x="11426458" y="5066148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E3FCC467-80E7-5170-A304-2105785B8727}"/>
              </a:ext>
            </a:extLst>
          </p:cNvPr>
          <p:cNvSpPr txBox="1"/>
          <p:nvPr/>
        </p:nvSpPr>
        <p:spPr>
          <a:xfrm>
            <a:off x="10606562" y="6743773"/>
            <a:ext cx="452368" cy="4308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200" baseline="-25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46908B9B-90E2-6D65-3C5B-09673F4F476B}"/>
              </a:ext>
            </a:extLst>
          </p:cNvPr>
          <p:cNvCxnSpPr/>
          <p:nvPr/>
        </p:nvCxnSpPr>
        <p:spPr>
          <a:xfrm flipV="1">
            <a:off x="9824734" y="5398601"/>
            <a:ext cx="268735" cy="47414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68414B58-8743-0563-4BF2-5A6AF52A847B}"/>
              </a:ext>
            </a:extLst>
          </p:cNvPr>
          <p:cNvCxnSpPr>
            <a:cxnSpLocks/>
          </p:cNvCxnSpPr>
          <p:nvPr/>
        </p:nvCxnSpPr>
        <p:spPr>
          <a:xfrm flipV="1">
            <a:off x="9829568" y="5712236"/>
            <a:ext cx="234849" cy="26113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Arrow Connector 287">
            <a:extLst>
              <a:ext uri="{FF2B5EF4-FFF2-40B4-BE49-F238E27FC236}">
                <a16:creationId xmlns:a16="http://schemas.microsoft.com/office/drawing/2014/main" id="{95D06BAA-B7EB-BF08-738D-76452E415F98}"/>
              </a:ext>
            </a:extLst>
          </p:cNvPr>
          <p:cNvCxnSpPr>
            <a:cxnSpLocks/>
          </p:cNvCxnSpPr>
          <p:nvPr/>
        </p:nvCxnSpPr>
        <p:spPr>
          <a:xfrm>
            <a:off x="9846110" y="6005450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515DBCD6-A12E-9FE0-07E6-4AFF342E765E}"/>
              </a:ext>
            </a:extLst>
          </p:cNvPr>
          <p:cNvCxnSpPr>
            <a:cxnSpLocks/>
          </p:cNvCxnSpPr>
          <p:nvPr/>
        </p:nvCxnSpPr>
        <p:spPr>
          <a:xfrm>
            <a:off x="9841676" y="6068803"/>
            <a:ext cx="246805" cy="2061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A370CEEE-2B75-4849-F665-EB71753A5C8A}"/>
              </a:ext>
            </a:extLst>
          </p:cNvPr>
          <p:cNvCxnSpPr>
            <a:cxnSpLocks/>
          </p:cNvCxnSpPr>
          <p:nvPr/>
        </p:nvCxnSpPr>
        <p:spPr>
          <a:xfrm>
            <a:off x="11472581" y="5494986"/>
            <a:ext cx="249633" cy="41386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C462887A-28B5-C1A2-12E4-E26EBAA40668}"/>
              </a:ext>
            </a:extLst>
          </p:cNvPr>
          <p:cNvCxnSpPr>
            <a:cxnSpLocks/>
          </p:cNvCxnSpPr>
          <p:nvPr/>
        </p:nvCxnSpPr>
        <p:spPr>
          <a:xfrm>
            <a:off x="11485828" y="5747616"/>
            <a:ext cx="182913" cy="2200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Arrow Connector 291">
            <a:extLst>
              <a:ext uri="{FF2B5EF4-FFF2-40B4-BE49-F238E27FC236}">
                <a16:creationId xmlns:a16="http://schemas.microsoft.com/office/drawing/2014/main" id="{72CE3AE2-9A2E-BF0C-3297-2333D5800D69}"/>
              </a:ext>
            </a:extLst>
          </p:cNvPr>
          <p:cNvCxnSpPr>
            <a:cxnSpLocks/>
          </p:cNvCxnSpPr>
          <p:nvPr/>
        </p:nvCxnSpPr>
        <p:spPr>
          <a:xfrm>
            <a:off x="11478399" y="6025502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97B96FF4-33E4-C1E0-8910-52BE3B5533F4}"/>
              </a:ext>
            </a:extLst>
          </p:cNvPr>
          <p:cNvCxnSpPr>
            <a:cxnSpLocks/>
          </p:cNvCxnSpPr>
          <p:nvPr/>
        </p:nvCxnSpPr>
        <p:spPr>
          <a:xfrm flipH="1">
            <a:off x="11503131" y="6096670"/>
            <a:ext cx="166253" cy="21974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6C4CC816-3BA5-2903-C721-235AA0F84DC6}"/>
              </a:ext>
            </a:extLst>
          </p:cNvPr>
          <p:cNvSpPr txBox="1"/>
          <p:nvPr/>
        </p:nvSpPr>
        <p:spPr>
          <a:xfrm>
            <a:off x="9292621" y="6163321"/>
            <a:ext cx="803425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6BCEACFF-FF16-3035-0451-0BBD2DC69947}"/>
              </a:ext>
            </a:extLst>
          </p:cNvPr>
          <p:cNvSpPr txBox="1"/>
          <p:nvPr/>
        </p:nvSpPr>
        <p:spPr>
          <a:xfrm>
            <a:off x="11564651" y="6178175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 object</a:t>
            </a:r>
          </a:p>
        </p:txBody>
      </p:sp>
      <p:graphicFrame>
        <p:nvGraphicFramePr>
          <p:cNvPr id="296" name="Table 295">
            <a:extLst>
              <a:ext uri="{FF2B5EF4-FFF2-40B4-BE49-F238E27FC236}">
                <a16:creationId xmlns:a16="http://schemas.microsoft.com/office/drawing/2014/main" id="{015B3A91-DEE9-0633-59C7-F3EC79A30D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7605359"/>
              </p:ext>
            </p:extLst>
          </p:nvPr>
        </p:nvGraphicFramePr>
        <p:xfrm>
          <a:off x="981934" y="7865194"/>
          <a:ext cx="1286765" cy="2400935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97" name="Table 296">
            <a:extLst>
              <a:ext uri="{FF2B5EF4-FFF2-40B4-BE49-F238E27FC236}">
                <a16:creationId xmlns:a16="http://schemas.microsoft.com/office/drawing/2014/main" id="{975E0AF0-4FC2-C2AB-3A8C-2DA320A845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0562714"/>
              </p:ext>
            </p:extLst>
          </p:nvPr>
        </p:nvGraphicFramePr>
        <p:xfrm>
          <a:off x="366231" y="9343474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98" name="Table 297">
            <a:extLst>
              <a:ext uri="{FF2B5EF4-FFF2-40B4-BE49-F238E27FC236}">
                <a16:creationId xmlns:a16="http://schemas.microsoft.com/office/drawing/2014/main" id="{1DDC43BC-9429-8789-B627-38F68E1506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24100"/>
              </p:ext>
            </p:extLst>
          </p:nvPr>
        </p:nvGraphicFramePr>
        <p:xfrm>
          <a:off x="2591462" y="9343474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99" name="Arc 298">
            <a:extLst>
              <a:ext uri="{FF2B5EF4-FFF2-40B4-BE49-F238E27FC236}">
                <a16:creationId xmlns:a16="http://schemas.microsoft.com/office/drawing/2014/main" id="{FC053922-022A-F576-24B0-561D1B59EA8D}"/>
              </a:ext>
            </a:extLst>
          </p:cNvPr>
          <p:cNvSpPr/>
          <p:nvPr/>
        </p:nvSpPr>
        <p:spPr>
          <a:xfrm rot="16424262">
            <a:off x="2255901" y="8661296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F8C783B7-0F9C-544F-B3FA-C40F839C4EFB}"/>
              </a:ext>
            </a:extLst>
          </p:cNvPr>
          <p:cNvSpPr txBox="1"/>
          <p:nvPr/>
        </p:nvSpPr>
        <p:spPr>
          <a:xfrm>
            <a:off x="1436005" y="10354161"/>
            <a:ext cx="452368" cy="4308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200" baseline="-25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cxnSp>
        <p:nvCxnSpPr>
          <p:cNvPr id="301" name="Straight Arrow Connector 300">
            <a:extLst>
              <a:ext uri="{FF2B5EF4-FFF2-40B4-BE49-F238E27FC236}">
                <a16:creationId xmlns:a16="http://schemas.microsoft.com/office/drawing/2014/main" id="{861AFD16-4AC0-4FED-32A0-8FFA8029BFC8}"/>
              </a:ext>
            </a:extLst>
          </p:cNvPr>
          <p:cNvCxnSpPr/>
          <p:nvPr/>
        </p:nvCxnSpPr>
        <p:spPr>
          <a:xfrm flipV="1">
            <a:off x="654177" y="8993749"/>
            <a:ext cx="268735" cy="47414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E617D353-2156-D616-FBD2-172BE6C94F3C}"/>
              </a:ext>
            </a:extLst>
          </p:cNvPr>
          <p:cNvCxnSpPr>
            <a:cxnSpLocks/>
          </p:cNvCxnSpPr>
          <p:nvPr/>
        </p:nvCxnSpPr>
        <p:spPr>
          <a:xfrm flipV="1">
            <a:off x="659011" y="9307384"/>
            <a:ext cx="234849" cy="26113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Arrow Connector 302">
            <a:extLst>
              <a:ext uri="{FF2B5EF4-FFF2-40B4-BE49-F238E27FC236}">
                <a16:creationId xmlns:a16="http://schemas.microsoft.com/office/drawing/2014/main" id="{7C613346-7294-A469-E3D9-D7C79D2773FD}"/>
              </a:ext>
            </a:extLst>
          </p:cNvPr>
          <p:cNvCxnSpPr>
            <a:cxnSpLocks/>
          </p:cNvCxnSpPr>
          <p:nvPr/>
        </p:nvCxnSpPr>
        <p:spPr>
          <a:xfrm>
            <a:off x="675553" y="9600598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C02ABED5-D704-4B72-B45C-FC3005079421}"/>
              </a:ext>
            </a:extLst>
          </p:cNvPr>
          <p:cNvCxnSpPr>
            <a:cxnSpLocks/>
          </p:cNvCxnSpPr>
          <p:nvPr/>
        </p:nvCxnSpPr>
        <p:spPr>
          <a:xfrm>
            <a:off x="671119" y="9663951"/>
            <a:ext cx="246805" cy="2061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252E11E4-7715-A71F-B8C3-06AEA66BD707}"/>
              </a:ext>
            </a:extLst>
          </p:cNvPr>
          <p:cNvCxnSpPr>
            <a:cxnSpLocks/>
          </p:cNvCxnSpPr>
          <p:nvPr/>
        </p:nvCxnSpPr>
        <p:spPr>
          <a:xfrm>
            <a:off x="2302024" y="9090134"/>
            <a:ext cx="249633" cy="41386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Arrow Connector 305">
            <a:extLst>
              <a:ext uri="{FF2B5EF4-FFF2-40B4-BE49-F238E27FC236}">
                <a16:creationId xmlns:a16="http://schemas.microsoft.com/office/drawing/2014/main" id="{4B29E73D-CFF0-9064-86A9-BE94628D1687}"/>
              </a:ext>
            </a:extLst>
          </p:cNvPr>
          <p:cNvCxnSpPr>
            <a:cxnSpLocks/>
          </p:cNvCxnSpPr>
          <p:nvPr/>
        </p:nvCxnSpPr>
        <p:spPr>
          <a:xfrm>
            <a:off x="2315271" y="9342764"/>
            <a:ext cx="182913" cy="2200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Arrow Connector 306">
            <a:extLst>
              <a:ext uri="{FF2B5EF4-FFF2-40B4-BE49-F238E27FC236}">
                <a16:creationId xmlns:a16="http://schemas.microsoft.com/office/drawing/2014/main" id="{464308BF-E6F6-7098-90B6-4C85E5966F24}"/>
              </a:ext>
            </a:extLst>
          </p:cNvPr>
          <p:cNvCxnSpPr>
            <a:cxnSpLocks/>
          </p:cNvCxnSpPr>
          <p:nvPr/>
        </p:nvCxnSpPr>
        <p:spPr>
          <a:xfrm>
            <a:off x="2307842" y="9620650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F2757C2A-2A7D-504C-3EDB-BBF6D7FF7532}"/>
              </a:ext>
            </a:extLst>
          </p:cNvPr>
          <p:cNvCxnSpPr>
            <a:cxnSpLocks/>
          </p:cNvCxnSpPr>
          <p:nvPr/>
        </p:nvCxnSpPr>
        <p:spPr>
          <a:xfrm flipH="1">
            <a:off x="2332574" y="9691818"/>
            <a:ext cx="166253" cy="21974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9" name="TextBox 308">
            <a:extLst>
              <a:ext uri="{FF2B5EF4-FFF2-40B4-BE49-F238E27FC236}">
                <a16:creationId xmlns:a16="http://schemas.microsoft.com/office/drawing/2014/main" id="{2FEFD7D0-1586-5706-F5C5-B829F0422A26}"/>
              </a:ext>
            </a:extLst>
          </p:cNvPr>
          <p:cNvSpPr txBox="1"/>
          <p:nvPr/>
        </p:nvSpPr>
        <p:spPr>
          <a:xfrm>
            <a:off x="122064" y="9733291"/>
            <a:ext cx="803425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</a:t>
            </a: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A5854AA-F363-E31A-F675-4767D575A415}"/>
              </a:ext>
            </a:extLst>
          </p:cNvPr>
          <p:cNvSpPr txBox="1"/>
          <p:nvPr/>
        </p:nvSpPr>
        <p:spPr>
          <a:xfrm>
            <a:off x="2394094" y="9773323"/>
            <a:ext cx="676788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</a:p>
        </p:txBody>
      </p:sp>
      <p:graphicFrame>
        <p:nvGraphicFramePr>
          <p:cNvPr id="311" name="Table 310">
            <a:extLst>
              <a:ext uri="{FF2B5EF4-FFF2-40B4-BE49-F238E27FC236}">
                <a16:creationId xmlns:a16="http://schemas.microsoft.com/office/drawing/2014/main" id="{1C61FF66-C5AF-AD85-902F-9FBCD18AA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881121"/>
              </p:ext>
            </p:extLst>
          </p:nvPr>
        </p:nvGraphicFramePr>
        <p:xfrm>
          <a:off x="5534056" y="7865194"/>
          <a:ext cx="1286765" cy="2400935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12" name="Table 311">
            <a:extLst>
              <a:ext uri="{FF2B5EF4-FFF2-40B4-BE49-F238E27FC236}">
                <a16:creationId xmlns:a16="http://schemas.microsoft.com/office/drawing/2014/main" id="{89C80814-FFF1-E8E1-38A0-C8A959E175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411302"/>
              </p:ext>
            </p:extLst>
          </p:nvPr>
        </p:nvGraphicFramePr>
        <p:xfrm>
          <a:off x="4918353" y="9343474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13" name="Table 312">
            <a:extLst>
              <a:ext uri="{FF2B5EF4-FFF2-40B4-BE49-F238E27FC236}">
                <a16:creationId xmlns:a16="http://schemas.microsoft.com/office/drawing/2014/main" id="{42B6E87A-2DF2-7D28-606D-7D53DDB31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8518158"/>
              </p:ext>
            </p:extLst>
          </p:nvPr>
        </p:nvGraphicFramePr>
        <p:xfrm>
          <a:off x="7143584" y="9343474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314" name="Arc 313">
            <a:extLst>
              <a:ext uri="{FF2B5EF4-FFF2-40B4-BE49-F238E27FC236}">
                <a16:creationId xmlns:a16="http://schemas.microsoft.com/office/drawing/2014/main" id="{563F63BA-F3A6-ECD4-7361-0FB1BE3510C7}"/>
              </a:ext>
            </a:extLst>
          </p:cNvPr>
          <p:cNvSpPr/>
          <p:nvPr/>
        </p:nvSpPr>
        <p:spPr>
          <a:xfrm rot="16424262">
            <a:off x="6808023" y="8661296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57207F94-626C-A416-16B7-EB36F3BDD5C6}"/>
              </a:ext>
            </a:extLst>
          </p:cNvPr>
          <p:cNvSpPr txBox="1"/>
          <p:nvPr/>
        </p:nvSpPr>
        <p:spPr>
          <a:xfrm>
            <a:off x="5988127" y="10354161"/>
            <a:ext cx="452368" cy="4308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200" baseline="-25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cxnSp>
        <p:nvCxnSpPr>
          <p:cNvPr id="316" name="Straight Arrow Connector 315">
            <a:extLst>
              <a:ext uri="{FF2B5EF4-FFF2-40B4-BE49-F238E27FC236}">
                <a16:creationId xmlns:a16="http://schemas.microsoft.com/office/drawing/2014/main" id="{EB788D39-3BE6-20A9-A54D-19957E4AB26B}"/>
              </a:ext>
            </a:extLst>
          </p:cNvPr>
          <p:cNvCxnSpPr/>
          <p:nvPr/>
        </p:nvCxnSpPr>
        <p:spPr>
          <a:xfrm flipV="1">
            <a:off x="5206299" y="8993749"/>
            <a:ext cx="268735" cy="47414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2966773F-3436-AFEF-C5DF-5C5B126ED8E4}"/>
              </a:ext>
            </a:extLst>
          </p:cNvPr>
          <p:cNvCxnSpPr>
            <a:cxnSpLocks/>
          </p:cNvCxnSpPr>
          <p:nvPr/>
        </p:nvCxnSpPr>
        <p:spPr>
          <a:xfrm flipV="1">
            <a:off x="5211133" y="9307384"/>
            <a:ext cx="234849" cy="26113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Arrow Connector 317">
            <a:extLst>
              <a:ext uri="{FF2B5EF4-FFF2-40B4-BE49-F238E27FC236}">
                <a16:creationId xmlns:a16="http://schemas.microsoft.com/office/drawing/2014/main" id="{E4F035D7-4C44-02CE-AE93-C55075D8A7F4}"/>
              </a:ext>
            </a:extLst>
          </p:cNvPr>
          <p:cNvCxnSpPr>
            <a:cxnSpLocks/>
          </p:cNvCxnSpPr>
          <p:nvPr/>
        </p:nvCxnSpPr>
        <p:spPr>
          <a:xfrm>
            <a:off x="5227675" y="9600598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Arrow Connector 318">
            <a:extLst>
              <a:ext uri="{FF2B5EF4-FFF2-40B4-BE49-F238E27FC236}">
                <a16:creationId xmlns:a16="http://schemas.microsoft.com/office/drawing/2014/main" id="{EBA70FD4-314A-3C9D-6733-F5C436EB3EEA}"/>
              </a:ext>
            </a:extLst>
          </p:cNvPr>
          <p:cNvCxnSpPr>
            <a:cxnSpLocks/>
          </p:cNvCxnSpPr>
          <p:nvPr/>
        </p:nvCxnSpPr>
        <p:spPr>
          <a:xfrm>
            <a:off x="5223241" y="9663951"/>
            <a:ext cx="246805" cy="2061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B7A13244-9CD9-833C-FC01-101804633E7C}"/>
              </a:ext>
            </a:extLst>
          </p:cNvPr>
          <p:cNvCxnSpPr>
            <a:cxnSpLocks/>
          </p:cNvCxnSpPr>
          <p:nvPr/>
        </p:nvCxnSpPr>
        <p:spPr>
          <a:xfrm>
            <a:off x="6854146" y="9090134"/>
            <a:ext cx="249633" cy="41386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Arrow Connector 320">
            <a:extLst>
              <a:ext uri="{FF2B5EF4-FFF2-40B4-BE49-F238E27FC236}">
                <a16:creationId xmlns:a16="http://schemas.microsoft.com/office/drawing/2014/main" id="{DA72D21F-783B-61DB-23D6-4D67DD8D3489}"/>
              </a:ext>
            </a:extLst>
          </p:cNvPr>
          <p:cNvCxnSpPr>
            <a:cxnSpLocks/>
          </p:cNvCxnSpPr>
          <p:nvPr/>
        </p:nvCxnSpPr>
        <p:spPr>
          <a:xfrm>
            <a:off x="6867393" y="9342764"/>
            <a:ext cx="182913" cy="2200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Arrow Connector 321">
            <a:extLst>
              <a:ext uri="{FF2B5EF4-FFF2-40B4-BE49-F238E27FC236}">
                <a16:creationId xmlns:a16="http://schemas.microsoft.com/office/drawing/2014/main" id="{71391E5B-81ED-56BF-8308-CA98A4D07A91}"/>
              </a:ext>
            </a:extLst>
          </p:cNvPr>
          <p:cNvCxnSpPr>
            <a:cxnSpLocks/>
          </p:cNvCxnSpPr>
          <p:nvPr/>
        </p:nvCxnSpPr>
        <p:spPr>
          <a:xfrm>
            <a:off x="6859964" y="9620650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3BBCDD1D-E979-86E5-8FA8-11BE6994852E}"/>
              </a:ext>
            </a:extLst>
          </p:cNvPr>
          <p:cNvCxnSpPr>
            <a:cxnSpLocks/>
          </p:cNvCxnSpPr>
          <p:nvPr/>
        </p:nvCxnSpPr>
        <p:spPr>
          <a:xfrm flipH="1">
            <a:off x="6884696" y="9691818"/>
            <a:ext cx="166253" cy="21974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BFE4E717-3354-45C7-C13C-C8B40D8D6EF8}"/>
              </a:ext>
            </a:extLst>
          </p:cNvPr>
          <p:cNvSpPr txBox="1"/>
          <p:nvPr/>
        </p:nvSpPr>
        <p:spPr>
          <a:xfrm>
            <a:off x="4674186" y="9758469"/>
            <a:ext cx="803425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8C7FB4A4-495C-AFA3-AD9F-20B18EC78C18}"/>
              </a:ext>
            </a:extLst>
          </p:cNvPr>
          <p:cNvSpPr txBox="1"/>
          <p:nvPr/>
        </p:nvSpPr>
        <p:spPr>
          <a:xfrm>
            <a:off x="6946216" y="9773323"/>
            <a:ext cx="676788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</a:p>
        </p:txBody>
      </p:sp>
      <p:graphicFrame>
        <p:nvGraphicFramePr>
          <p:cNvPr id="326" name="Table 325">
            <a:extLst>
              <a:ext uri="{FF2B5EF4-FFF2-40B4-BE49-F238E27FC236}">
                <a16:creationId xmlns:a16="http://schemas.microsoft.com/office/drawing/2014/main" id="{068C6DF3-01F2-4BF5-39F6-C9E5D92E7F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673945"/>
              </p:ext>
            </p:extLst>
          </p:nvPr>
        </p:nvGraphicFramePr>
        <p:xfrm>
          <a:off x="10152491" y="7812218"/>
          <a:ext cx="1286765" cy="2400935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27" name="Table 326">
            <a:extLst>
              <a:ext uri="{FF2B5EF4-FFF2-40B4-BE49-F238E27FC236}">
                <a16:creationId xmlns:a16="http://schemas.microsoft.com/office/drawing/2014/main" id="{8A007175-8CE8-E1D8-83A8-5DFC9A3C23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83871"/>
              </p:ext>
            </p:extLst>
          </p:nvPr>
        </p:nvGraphicFramePr>
        <p:xfrm>
          <a:off x="9536788" y="9290498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28" name="Table 327">
            <a:extLst>
              <a:ext uri="{FF2B5EF4-FFF2-40B4-BE49-F238E27FC236}">
                <a16:creationId xmlns:a16="http://schemas.microsoft.com/office/drawing/2014/main" id="{9891776E-7537-D723-1EEE-86B66E110E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182361"/>
              </p:ext>
            </p:extLst>
          </p:nvPr>
        </p:nvGraphicFramePr>
        <p:xfrm>
          <a:off x="11762019" y="9290498"/>
          <a:ext cx="228918" cy="480187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329" name="Arc 328">
            <a:extLst>
              <a:ext uri="{FF2B5EF4-FFF2-40B4-BE49-F238E27FC236}">
                <a16:creationId xmlns:a16="http://schemas.microsoft.com/office/drawing/2014/main" id="{0FAF2D13-5DF2-9761-8C63-96F8CE5DD8E4}"/>
              </a:ext>
            </a:extLst>
          </p:cNvPr>
          <p:cNvSpPr/>
          <p:nvPr/>
        </p:nvSpPr>
        <p:spPr>
          <a:xfrm rot="16424262">
            <a:off x="11426458" y="8608320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63B80717-64CF-D360-E194-BFFD6B4693E0}"/>
              </a:ext>
            </a:extLst>
          </p:cNvPr>
          <p:cNvSpPr txBox="1"/>
          <p:nvPr/>
        </p:nvSpPr>
        <p:spPr>
          <a:xfrm>
            <a:off x="10606562" y="10301185"/>
            <a:ext cx="452368" cy="4308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200" baseline="-25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cxnSp>
        <p:nvCxnSpPr>
          <p:cNvPr id="331" name="Straight Arrow Connector 330">
            <a:extLst>
              <a:ext uri="{FF2B5EF4-FFF2-40B4-BE49-F238E27FC236}">
                <a16:creationId xmlns:a16="http://schemas.microsoft.com/office/drawing/2014/main" id="{D2026BE5-1A76-CFAC-820E-4307D9333EEF}"/>
              </a:ext>
            </a:extLst>
          </p:cNvPr>
          <p:cNvCxnSpPr/>
          <p:nvPr/>
        </p:nvCxnSpPr>
        <p:spPr>
          <a:xfrm flipV="1">
            <a:off x="9824734" y="8940773"/>
            <a:ext cx="268735" cy="47414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Arrow Connector 331">
            <a:extLst>
              <a:ext uri="{FF2B5EF4-FFF2-40B4-BE49-F238E27FC236}">
                <a16:creationId xmlns:a16="http://schemas.microsoft.com/office/drawing/2014/main" id="{0B6C510C-BDAD-B18E-ABB8-526A179D4127}"/>
              </a:ext>
            </a:extLst>
          </p:cNvPr>
          <p:cNvCxnSpPr>
            <a:cxnSpLocks/>
          </p:cNvCxnSpPr>
          <p:nvPr/>
        </p:nvCxnSpPr>
        <p:spPr>
          <a:xfrm flipV="1">
            <a:off x="9829568" y="9254408"/>
            <a:ext cx="234849" cy="26113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2B6AC540-80FB-226F-380E-2D29616A0ADD}"/>
              </a:ext>
            </a:extLst>
          </p:cNvPr>
          <p:cNvCxnSpPr>
            <a:cxnSpLocks/>
          </p:cNvCxnSpPr>
          <p:nvPr/>
        </p:nvCxnSpPr>
        <p:spPr>
          <a:xfrm>
            <a:off x="9846110" y="9547622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Arrow Connector 333">
            <a:extLst>
              <a:ext uri="{FF2B5EF4-FFF2-40B4-BE49-F238E27FC236}">
                <a16:creationId xmlns:a16="http://schemas.microsoft.com/office/drawing/2014/main" id="{282FFCEE-856D-4ACC-190E-96BEBDAEF766}"/>
              </a:ext>
            </a:extLst>
          </p:cNvPr>
          <p:cNvCxnSpPr>
            <a:cxnSpLocks/>
          </p:cNvCxnSpPr>
          <p:nvPr/>
        </p:nvCxnSpPr>
        <p:spPr>
          <a:xfrm>
            <a:off x="9841676" y="9610975"/>
            <a:ext cx="246805" cy="20616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8B9C88C4-B97C-E89B-E354-D50069BE5360}"/>
              </a:ext>
            </a:extLst>
          </p:cNvPr>
          <p:cNvCxnSpPr>
            <a:cxnSpLocks/>
          </p:cNvCxnSpPr>
          <p:nvPr/>
        </p:nvCxnSpPr>
        <p:spPr>
          <a:xfrm>
            <a:off x="11472581" y="9037158"/>
            <a:ext cx="249633" cy="41386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118A0C02-48A3-DAA4-1A73-5B25096D000C}"/>
              </a:ext>
            </a:extLst>
          </p:cNvPr>
          <p:cNvCxnSpPr>
            <a:cxnSpLocks/>
          </p:cNvCxnSpPr>
          <p:nvPr/>
        </p:nvCxnSpPr>
        <p:spPr>
          <a:xfrm>
            <a:off x="11485828" y="9289788"/>
            <a:ext cx="182913" cy="2200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7948CA47-2CA3-6189-5243-A4E6A6F1BE80}"/>
              </a:ext>
            </a:extLst>
          </p:cNvPr>
          <p:cNvCxnSpPr>
            <a:cxnSpLocks/>
          </p:cNvCxnSpPr>
          <p:nvPr/>
        </p:nvCxnSpPr>
        <p:spPr>
          <a:xfrm>
            <a:off x="11478399" y="9567674"/>
            <a:ext cx="20176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855C0873-AF7E-66DA-649E-8D130D302412}"/>
              </a:ext>
            </a:extLst>
          </p:cNvPr>
          <p:cNvCxnSpPr>
            <a:cxnSpLocks/>
          </p:cNvCxnSpPr>
          <p:nvPr/>
        </p:nvCxnSpPr>
        <p:spPr>
          <a:xfrm flipH="1">
            <a:off x="11503131" y="9638842"/>
            <a:ext cx="166253" cy="21974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9" name="TextBox 338">
            <a:extLst>
              <a:ext uri="{FF2B5EF4-FFF2-40B4-BE49-F238E27FC236}">
                <a16:creationId xmlns:a16="http://schemas.microsoft.com/office/drawing/2014/main" id="{F92B18CD-0E72-AC20-39F5-A32590C17958}"/>
              </a:ext>
            </a:extLst>
          </p:cNvPr>
          <p:cNvSpPr txBox="1"/>
          <p:nvPr/>
        </p:nvSpPr>
        <p:spPr>
          <a:xfrm>
            <a:off x="9292621" y="9705493"/>
            <a:ext cx="803425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</a:t>
            </a:r>
          </a:p>
        </p:txBody>
      </p:sp>
      <p:sp>
        <p:nvSpPr>
          <p:cNvPr id="340" name="TextBox 339">
            <a:extLst>
              <a:ext uri="{FF2B5EF4-FFF2-40B4-BE49-F238E27FC236}">
                <a16:creationId xmlns:a16="http://schemas.microsoft.com/office/drawing/2014/main" id="{E97CFD56-9AA7-9027-7514-4605FEC34AD5}"/>
              </a:ext>
            </a:extLst>
          </p:cNvPr>
          <p:cNvSpPr txBox="1"/>
          <p:nvPr/>
        </p:nvSpPr>
        <p:spPr>
          <a:xfrm>
            <a:off x="11564651" y="9720347"/>
            <a:ext cx="676788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77C6246-9F89-0D73-C877-B2D2C0CC6347}"/>
              </a:ext>
            </a:extLst>
          </p:cNvPr>
          <p:cNvCxnSpPr/>
          <p:nvPr/>
        </p:nvCxnSpPr>
        <p:spPr>
          <a:xfrm>
            <a:off x="1295261" y="3330610"/>
            <a:ext cx="917050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1CADF10-A73F-8595-7A82-5F83E61F384F}"/>
              </a:ext>
            </a:extLst>
          </p:cNvPr>
          <p:cNvSpPr txBox="1"/>
          <p:nvPr/>
        </p:nvSpPr>
        <p:spPr>
          <a:xfrm>
            <a:off x="5428655" y="3856809"/>
            <a:ext cx="744371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C22366-AC54-D4F6-BB10-EF9B4D78C49E}"/>
              </a:ext>
            </a:extLst>
          </p:cNvPr>
          <p:cNvCxnSpPr/>
          <p:nvPr/>
        </p:nvCxnSpPr>
        <p:spPr>
          <a:xfrm>
            <a:off x="1306226" y="7368065"/>
            <a:ext cx="917050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B53B776-2848-D4B3-74DE-93DF6B8B9F1C}"/>
              </a:ext>
            </a:extLst>
          </p:cNvPr>
          <p:cNvSpPr txBox="1"/>
          <p:nvPr/>
        </p:nvSpPr>
        <p:spPr>
          <a:xfrm>
            <a:off x="5439620" y="7330384"/>
            <a:ext cx="2049215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(continued)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A24944-AB3A-B53F-4703-84E8AD79E015}"/>
              </a:ext>
            </a:extLst>
          </p:cNvPr>
          <p:cNvCxnSpPr/>
          <p:nvPr/>
        </p:nvCxnSpPr>
        <p:spPr>
          <a:xfrm>
            <a:off x="1306226" y="10918985"/>
            <a:ext cx="917050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D8444BB-550E-4921-EAD8-A3E29760BADE}"/>
              </a:ext>
            </a:extLst>
          </p:cNvPr>
          <p:cNvSpPr txBox="1"/>
          <p:nvPr/>
        </p:nvSpPr>
        <p:spPr>
          <a:xfrm>
            <a:off x="5439620" y="10881304"/>
            <a:ext cx="2049215" cy="3967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(continued)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A95698E-0513-6E01-9617-3B95F166667D}"/>
              </a:ext>
            </a:extLst>
          </p:cNvPr>
          <p:cNvSpPr/>
          <p:nvPr/>
        </p:nvSpPr>
        <p:spPr>
          <a:xfrm>
            <a:off x="10165080" y="2072640"/>
            <a:ext cx="305908" cy="434368"/>
          </a:xfrm>
          <a:custGeom>
            <a:avLst/>
            <a:gdLst>
              <a:gd name="csX0" fmla="*/ 0 w 305908"/>
              <a:gd name="csY0" fmla="*/ 396240 h 434368"/>
              <a:gd name="csX1" fmla="*/ 259080 w 305908"/>
              <a:gd name="csY1" fmla="*/ 396240 h 434368"/>
              <a:gd name="csX2" fmla="*/ 304800 w 305908"/>
              <a:gd name="csY2" fmla="*/ 0 h 4343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05908" h="434368">
                <a:moveTo>
                  <a:pt x="0" y="396240"/>
                </a:moveTo>
                <a:cubicBezTo>
                  <a:pt x="104140" y="429260"/>
                  <a:pt x="208280" y="462280"/>
                  <a:pt x="259080" y="396240"/>
                </a:cubicBezTo>
                <a:cubicBezTo>
                  <a:pt x="309880" y="330200"/>
                  <a:pt x="307340" y="165100"/>
                  <a:pt x="304800" y="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3EA0E1A-17EC-0573-E8DA-A12BD96E7CE1}"/>
              </a:ext>
            </a:extLst>
          </p:cNvPr>
          <p:cNvSpPr/>
          <p:nvPr/>
        </p:nvSpPr>
        <p:spPr>
          <a:xfrm>
            <a:off x="1082811" y="5451577"/>
            <a:ext cx="286663" cy="1047096"/>
          </a:xfrm>
          <a:custGeom>
            <a:avLst/>
            <a:gdLst>
              <a:gd name="csX0" fmla="*/ 0 w 305908"/>
              <a:gd name="csY0" fmla="*/ 396240 h 434368"/>
              <a:gd name="csX1" fmla="*/ 259080 w 305908"/>
              <a:gd name="csY1" fmla="*/ 396240 h 434368"/>
              <a:gd name="csX2" fmla="*/ 304800 w 305908"/>
              <a:gd name="csY2" fmla="*/ 0 h 4343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05908" h="434368">
                <a:moveTo>
                  <a:pt x="0" y="396240"/>
                </a:moveTo>
                <a:cubicBezTo>
                  <a:pt x="104140" y="429260"/>
                  <a:pt x="208280" y="462280"/>
                  <a:pt x="259080" y="396240"/>
                </a:cubicBezTo>
                <a:cubicBezTo>
                  <a:pt x="309880" y="330200"/>
                  <a:pt x="307340" y="165100"/>
                  <a:pt x="304800" y="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12D9CA8-08D1-3DFB-DD81-7ECE225E3168}"/>
              </a:ext>
            </a:extLst>
          </p:cNvPr>
          <p:cNvSpPr/>
          <p:nvPr/>
        </p:nvSpPr>
        <p:spPr>
          <a:xfrm>
            <a:off x="5577840" y="5514488"/>
            <a:ext cx="606346" cy="1058407"/>
          </a:xfrm>
          <a:custGeom>
            <a:avLst/>
            <a:gdLst>
              <a:gd name="csX0" fmla="*/ 0 w 579120"/>
              <a:gd name="csY0" fmla="*/ 948477 h 1029132"/>
              <a:gd name="csX1" fmla="*/ 335280 w 579120"/>
              <a:gd name="csY1" fmla="*/ 948477 h 1029132"/>
              <a:gd name="csX2" fmla="*/ 320040 w 579120"/>
              <a:gd name="csY2" fmla="*/ 110277 h 1029132"/>
              <a:gd name="csX3" fmla="*/ 579120 w 579120"/>
              <a:gd name="csY3" fmla="*/ 34077 h 1029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9120" h="1029132">
                <a:moveTo>
                  <a:pt x="0" y="948477"/>
                </a:moveTo>
                <a:cubicBezTo>
                  <a:pt x="140970" y="1018327"/>
                  <a:pt x="281940" y="1088177"/>
                  <a:pt x="335280" y="948477"/>
                </a:cubicBezTo>
                <a:cubicBezTo>
                  <a:pt x="388620" y="808777"/>
                  <a:pt x="279400" y="262677"/>
                  <a:pt x="320040" y="110277"/>
                </a:cubicBezTo>
                <a:cubicBezTo>
                  <a:pt x="360680" y="-42123"/>
                  <a:pt x="469900" y="-4023"/>
                  <a:pt x="579120" y="34077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F5A89EF-9CB3-E758-320D-204E9B1B0E20}"/>
              </a:ext>
            </a:extLst>
          </p:cNvPr>
          <p:cNvSpPr/>
          <p:nvPr/>
        </p:nvSpPr>
        <p:spPr>
          <a:xfrm>
            <a:off x="10189526" y="5373483"/>
            <a:ext cx="911279" cy="1117547"/>
          </a:xfrm>
          <a:custGeom>
            <a:avLst/>
            <a:gdLst>
              <a:gd name="csX0" fmla="*/ 0 w 579120"/>
              <a:gd name="csY0" fmla="*/ 948477 h 1029132"/>
              <a:gd name="csX1" fmla="*/ 335280 w 579120"/>
              <a:gd name="csY1" fmla="*/ 948477 h 1029132"/>
              <a:gd name="csX2" fmla="*/ 320040 w 579120"/>
              <a:gd name="csY2" fmla="*/ 110277 h 1029132"/>
              <a:gd name="csX3" fmla="*/ 579120 w 579120"/>
              <a:gd name="csY3" fmla="*/ 34077 h 1029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9120" h="1029132">
                <a:moveTo>
                  <a:pt x="0" y="948477"/>
                </a:moveTo>
                <a:cubicBezTo>
                  <a:pt x="140970" y="1018327"/>
                  <a:pt x="281940" y="1088177"/>
                  <a:pt x="335280" y="948477"/>
                </a:cubicBezTo>
                <a:cubicBezTo>
                  <a:pt x="388620" y="808777"/>
                  <a:pt x="279400" y="262677"/>
                  <a:pt x="320040" y="110277"/>
                </a:cubicBezTo>
                <a:cubicBezTo>
                  <a:pt x="360680" y="-42123"/>
                  <a:pt x="469900" y="-4023"/>
                  <a:pt x="579120" y="34077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F4A1596B-3C3A-F570-5340-FB02FFD340C9}"/>
              </a:ext>
            </a:extLst>
          </p:cNvPr>
          <p:cNvSpPr/>
          <p:nvPr/>
        </p:nvSpPr>
        <p:spPr>
          <a:xfrm>
            <a:off x="1097280" y="9058950"/>
            <a:ext cx="794976" cy="1039525"/>
          </a:xfrm>
          <a:custGeom>
            <a:avLst/>
            <a:gdLst>
              <a:gd name="csX0" fmla="*/ 0 w 794976"/>
              <a:gd name="csY0" fmla="*/ 968970 h 1039525"/>
              <a:gd name="csX1" fmla="*/ 259080 w 794976"/>
              <a:gd name="csY1" fmla="*/ 953730 h 1039525"/>
              <a:gd name="csX2" fmla="*/ 259080 w 794976"/>
              <a:gd name="csY2" fmla="*/ 115530 h 1039525"/>
              <a:gd name="csX3" fmla="*/ 731520 w 794976"/>
              <a:gd name="csY3" fmla="*/ 39330 h 1039525"/>
              <a:gd name="csX4" fmla="*/ 777240 w 794976"/>
              <a:gd name="csY4" fmla="*/ 420330 h 103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94976" h="1039525">
                <a:moveTo>
                  <a:pt x="0" y="968970"/>
                </a:moveTo>
                <a:cubicBezTo>
                  <a:pt x="107950" y="1032470"/>
                  <a:pt x="215900" y="1095970"/>
                  <a:pt x="259080" y="953730"/>
                </a:cubicBezTo>
                <a:cubicBezTo>
                  <a:pt x="302260" y="811490"/>
                  <a:pt x="180340" y="267930"/>
                  <a:pt x="259080" y="115530"/>
                </a:cubicBezTo>
                <a:cubicBezTo>
                  <a:pt x="337820" y="-36870"/>
                  <a:pt x="645160" y="-11470"/>
                  <a:pt x="731520" y="39330"/>
                </a:cubicBezTo>
                <a:cubicBezTo>
                  <a:pt x="817880" y="90130"/>
                  <a:pt x="797560" y="255230"/>
                  <a:pt x="777240" y="42033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6B1191F9-4E8A-F0DD-79A3-A72C41803DDF}"/>
              </a:ext>
            </a:extLst>
          </p:cNvPr>
          <p:cNvSpPr/>
          <p:nvPr/>
        </p:nvSpPr>
        <p:spPr>
          <a:xfrm>
            <a:off x="5608320" y="8953244"/>
            <a:ext cx="818204" cy="1164130"/>
          </a:xfrm>
          <a:custGeom>
            <a:avLst/>
            <a:gdLst>
              <a:gd name="csX0" fmla="*/ 0 w 818204"/>
              <a:gd name="csY0" fmla="*/ 1074676 h 1164130"/>
              <a:gd name="csX1" fmla="*/ 289560 w 818204"/>
              <a:gd name="csY1" fmla="*/ 1074676 h 1164130"/>
              <a:gd name="csX2" fmla="*/ 274320 w 818204"/>
              <a:gd name="csY2" fmla="*/ 145036 h 1164130"/>
              <a:gd name="csX3" fmla="*/ 762000 w 818204"/>
              <a:gd name="csY3" fmla="*/ 99316 h 1164130"/>
              <a:gd name="csX4" fmla="*/ 807720 w 818204"/>
              <a:gd name="csY4" fmla="*/ 1089916 h 1164130"/>
              <a:gd name="csX5" fmla="*/ 807720 w 818204"/>
              <a:gd name="csY5" fmla="*/ 1089916 h 11641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818204" h="1164130">
                <a:moveTo>
                  <a:pt x="0" y="1074676"/>
                </a:moveTo>
                <a:cubicBezTo>
                  <a:pt x="121920" y="1152146"/>
                  <a:pt x="243840" y="1229616"/>
                  <a:pt x="289560" y="1074676"/>
                </a:cubicBezTo>
                <a:cubicBezTo>
                  <a:pt x="335280" y="919736"/>
                  <a:pt x="195580" y="307596"/>
                  <a:pt x="274320" y="145036"/>
                </a:cubicBezTo>
                <a:cubicBezTo>
                  <a:pt x="353060" y="-17524"/>
                  <a:pt x="673100" y="-58164"/>
                  <a:pt x="762000" y="99316"/>
                </a:cubicBezTo>
                <a:cubicBezTo>
                  <a:pt x="850900" y="256796"/>
                  <a:pt x="807720" y="1089916"/>
                  <a:pt x="807720" y="1089916"/>
                </a:cubicBezTo>
                <a:lnTo>
                  <a:pt x="807720" y="1089916"/>
                </a:ln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763C3E96-98E6-972B-768D-19EFFD633FF2}"/>
              </a:ext>
            </a:extLst>
          </p:cNvPr>
          <p:cNvSpPr/>
          <p:nvPr/>
        </p:nvSpPr>
        <p:spPr>
          <a:xfrm>
            <a:off x="10226040" y="8966678"/>
            <a:ext cx="1127760" cy="1149230"/>
          </a:xfrm>
          <a:custGeom>
            <a:avLst/>
            <a:gdLst>
              <a:gd name="csX0" fmla="*/ 0 w 1127760"/>
              <a:gd name="csY0" fmla="*/ 1061242 h 1149230"/>
              <a:gd name="csX1" fmla="*/ 228600 w 1127760"/>
              <a:gd name="csY1" fmla="*/ 1061242 h 1149230"/>
              <a:gd name="csX2" fmla="*/ 289560 w 1127760"/>
              <a:gd name="csY2" fmla="*/ 146842 h 1149230"/>
              <a:gd name="csX3" fmla="*/ 838200 w 1127760"/>
              <a:gd name="csY3" fmla="*/ 85882 h 1149230"/>
              <a:gd name="csX4" fmla="*/ 853440 w 1127760"/>
              <a:gd name="csY4" fmla="*/ 985042 h 1149230"/>
              <a:gd name="csX5" fmla="*/ 1127760 w 1127760"/>
              <a:gd name="csY5" fmla="*/ 1046002 h 11492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127760" h="1149230">
                <a:moveTo>
                  <a:pt x="0" y="1061242"/>
                </a:moveTo>
                <a:cubicBezTo>
                  <a:pt x="90170" y="1137442"/>
                  <a:pt x="180340" y="1213642"/>
                  <a:pt x="228600" y="1061242"/>
                </a:cubicBezTo>
                <a:cubicBezTo>
                  <a:pt x="276860" y="908842"/>
                  <a:pt x="187960" y="309402"/>
                  <a:pt x="289560" y="146842"/>
                </a:cubicBezTo>
                <a:cubicBezTo>
                  <a:pt x="391160" y="-15718"/>
                  <a:pt x="744220" y="-53818"/>
                  <a:pt x="838200" y="85882"/>
                </a:cubicBezTo>
                <a:cubicBezTo>
                  <a:pt x="932180" y="225582"/>
                  <a:pt x="805180" y="825022"/>
                  <a:pt x="853440" y="985042"/>
                </a:cubicBezTo>
                <a:cubicBezTo>
                  <a:pt x="901700" y="1145062"/>
                  <a:pt x="1014730" y="1095532"/>
                  <a:pt x="1127760" y="1046002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8289B107-384C-237B-A93A-892143F98351}"/>
              </a:ext>
            </a:extLst>
          </p:cNvPr>
          <p:cNvSpPr/>
          <p:nvPr/>
        </p:nvSpPr>
        <p:spPr>
          <a:xfrm>
            <a:off x="5577840" y="2575560"/>
            <a:ext cx="320040" cy="0"/>
          </a:xfrm>
          <a:custGeom>
            <a:avLst/>
            <a:gdLst>
              <a:gd name="csX0" fmla="*/ 0 w 320040"/>
              <a:gd name="csY0" fmla="*/ 0 h 0"/>
              <a:gd name="csX1" fmla="*/ 320040 w 3200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0040">
                <a:moveTo>
                  <a:pt x="0" y="0"/>
                </a:moveTo>
                <a:lnTo>
                  <a:pt x="320040" y="0"/>
                </a:ln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0931ABAF-25BA-0B77-3302-CBF4AF620B9A}"/>
              </a:ext>
            </a:extLst>
          </p:cNvPr>
          <p:cNvSpPr/>
          <p:nvPr/>
        </p:nvSpPr>
        <p:spPr>
          <a:xfrm>
            <a:off x="975360" y="2575560"/>
            <a:ext cx="152400" cy="0"/>
          </a:xfrm>
          <a:custGeom>
            <a:avLst/>
            <a:gdLst>
              <a:gd name="csX0" fmla="*/ 0 w 152400"/>
              <a:gd name="csY0" fmla="*/ 0 h 0"/>
              <a:gd name="csX1" fmla="*/ 152400 w 152400"/>
              <a:gd name="csY1" fmla="*/ 0 h 0"/>
              <a:gd name="csX2" fmla="*/ 152400 w 152400"/>
              <a:gd name="csY2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2400">
                <a:moveTo>
                  <a:pt x="0" y="0"/>
                </a:moveTo>
                <a:lnTo>
                  <a:pt x="152400" y="0"/>
                </a:lnTo>
                <a:lnTo>
                  <a:pt x="152400" y="0"/>
                </a:ln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289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210</TotalTime>
  <Words>42</Words>
  <Application>Microsoft Office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10</cp:revision>
  <dcterms:created xsi:type="dcterms:W3CDTF">2025-07-09T22:20:24Z</dcterms:created>
  <dcterms:modified xsi:type="dcterms:W3CDTF">2026-03-23T22:01:53Z</dcterms:modified>
</cp:coreProperties>
</file>