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708" r:id="rId4"/>
  </p:sldMasterIdLst>
  <p:notesMasterIdLst>
    <p:notesMasterId r:id="rId7"/>
  </p:notesMasterIdLst>
  <p:sldIdLst>
    <p:sldId id="256" r:id="rId5"/>
    <p:sldId id="257" r:id="rId6"/>
  </p:sldIdLst>
  <p:sldSz cx="43200638" cy="1800066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4991" autoAdjust="0"/>
    <p:restoredTop sz="94660"/>
  </p:normalViewPr>
  <p:slideViewPr>
    <p:cSldViewPr snapToGrid="0">
      <p:cViewPr>
        <p:scale>
          <a:sx n="20" d="100"/>
          <a:sy n="20" d="100"/>
        </p:scale>
        <p:origin x="921" y="723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presProps" Target="presProps.xml"/><Relationship Id="rId3" Type="http://schemas.openxmlformats.org/officeDocument/2006/relationships/customXml" Target="../customXml/item3.xml"/><Relationship Id="rId7" Type="http://schemas.openxmlformats.org/officeDocument/2006/relationships/notesMaster" Target="notesMasters/notesMaster1.xml"/><Relationship Id="rId2" Type="http://schemas.openxmlformats.org/officeDocument/2006/relationships/customXml" Target="../customXml/item2.xml"/><Relationship Id="rId1" Type="http://schemas.openxmlformats.org/officeDocument/2006/relationships/customXml" Target="../customXml/item1.xml"/><Relationship Id="rId6" Type="http://schemas.openxmlformats.org/officeDocument/2006/relationships/slide" Target="slides/slide2.xml"/><Relationship Id="rId11" Type="http://schemas.openxmlformats.org/officeDocument/2006/relationships/tableStyles" Target="tableStyles.xml"/><Relationship Id="rId5" Type="http://schemas.openxmlformats.org/officeDocument/2006/relationships/slide" Target="slides/slide1.xml"/><Relationship Id="rId10" Type="http://schemas.openxmlformats.org/officeDocument/2006/relationships/theme" Target="theme/theme1.xml"/><Relationship Id="rId4" Type="http://schemas.openxmlformats.org/officeDocument/2006/relationships/slideMaster" Target="slideMasters/slideMaster1.xml"/><Relationship Id="rId9" Type="http://schemas.openxmlformats.org/officeDocument/2006/relationships/viewProps" Target="view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BF03B432-A659-47A9-A622-F1F1FE223EE8}" type="datetimeFigureOut">
              <a:rPr lang="en-US" smtClean="0"/>
              <a:t>6/6/2026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-273050" y="1143000"/>
            <a:ext cx="74041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B6B36E3-9AF0-421E-9CBA-97F4E57A36B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3152946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-273050" y="1143000"/>
            <a:ext cx="7404100" cy="308610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B6B36E3-9AF0-421E-9CBA-97F4E57A36B0}" type="slidenum">
              <a:rPr lang="en-US" smtClean="0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51613169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5400080" y="2945943"/>
            <a:ext cx="32400479" cy="6266897"/>
          </a:xfrm>
        </p:spPr>
        <p:txBody>
          <a:bodyPr anchor="b"/>
          <a:lstStyle>
            <a:lvl1pPr algn="ctr">
              <a:defRPr sz="15749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5400080" y="9454516"/>
            <a:ext cx="32400479" cy="4345992"/>
          </a:xfrm>
        </p:spPr>
        <p:txBody>
          <a:bodyPr/>
          <a:lstStyle>
            <a:lvl1pPr marL="0" indent="0" algn="ctr">
              <a:buNone/>
              <a:defRPr sz="6300"/>
            </a:lvl1pPr>
            <a:lvl2pPr marL="1200059" indent="0" algn="ctr">
              <a:buNone/>
              <a:defRPr sz="5250"/>
            </a:lvl2pPr>
            <a:lvl3pPr marL="2400117" indent="0" algn="ctr">
              <a:buNone/>
              <a:defRPr sz="4725"/>
            </a:lvl3pPr>
            <a:lvl4pPr marL="3600176" indent="0" algn="ctr">
              <a:buNone/>
              <a:defRPr sz="4200"/>
            </a:lvl4pPr>
            <a:lvl5pPr marL="4800234" indent="0" algn="ctr">
              <a:buNone/>
              <a:defRPr sz="4200"/>
            </a:lvl5pPr>
            <a:lvl6pPr marL="6000293" indent="0" algn="ctr">
              <a:buNone/>
              <a:defRPr sz="4200"/>
            </a:lvl6pPr>
            <a:lvl7pPr marL="7200351" indent="0" algn="ctr">
              <a:buNone/>
              <a:defRPr sz="4200"/>
            </a:lvl7pPr>
            <a:lvl8pPr marL="8400410" indent="0" algn="ctr">
              <a:buNone/>
              <a:defRPr sz="4200"/>
            </a:lvl8pPr>
            <a:lvl9pPr marL="9600468" indent="0" algn="ctr">
              <a:buNone/>
              <a:defRPr sz="4200"/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744C1DF-C9B9-4C32-9FF4-A604B0E589BF}" type="datetimeFigureOut">
              <a:rPr lang="en-US" smtClean="0"/>
              <a:t>6/6/2026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FDD0944-61CD-48DC-B776-6C19018D01E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86825571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744C1DF-C9B9-4C32-9FF4-A604B0E589BF}" type="datetimeFigureOut">
              <a:rPr lang="en-US" smtClean="0"/>
              <a:t>6/6/2026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FDD0944-61CD-48DC-B776-6C19018D01E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0082861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947544" y="4487668"/>
            <a:ext cx="37260550" cy="7487774"/>
          </a:xfrm>
        </p:spPr>
        <p:txBody>
          <a:bodyPr anchor="b"/>
          <a:lstStyle>
            <a:lvl1pPr>
              <a:defRPr sz="15749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2947544" y="12046280"/>
            <a:ext cx="37260550" cy="3937644"/>
          </a:xfrm>
        </p:spPr>
        <p:txBody>
          <a:bodyPr/>
          <a:lstStyle>
            <a:lvl1pPr marL="0" indent="0">
              <a:buNone/>
              <a:defRPr sz="6300">
                <a:solidFill>
                  <a:schemeClr val="tx1">
                    <a:tint val="82000"/>
                  </a:schemeClr>
                </a:solidFill>
              </a:defRPr>
            </a:lvl1pPr>
            <a:lvl2pPr marL="1200059" indent="0">
              <a:buNone/>
              <a:defRPr sz="5250">
                <a:solidFill>
                  <a:schemeClr val="tx1">
                    <a:tint val="82000"/>
                  </a:schemeClr>
                </a:solidFill>
              </a:defRPr>
            </a:lvl2pPr>
            <a:lvl3pPr marL="2400117" indent="0">
              <a:buNone/>
              <a:defRPr sz="4725">
                <a:solidFill>
                  <a:schemeClr val="tx1">
                    <a:tint val="82000"/>
                  </a:schemeClr>
                </a:solidFill>
              </a:defRPr>
            </a:lvl3pPr>
            <a:lvl4pPr marL="3600176" indent="0">
              <a:buNone/>
              <a:defRPr sz="4200">
                <a:solidFill>
                  <a:schemeClr val="tx1">
                    <a:tint val="82000"/>
                  </a:schemeClr>
                </a:solidFill>
              </a:defRPr>
            </a:lvl4pPr>
            <a:lvl5pPr marL="4800234" indent="0">
              <a:buNone/>
              <a:defRPr sz="4200">
                <a:solidFill>
                  <a:schemeClr val="tx1">
                    <a:tint val="82000"/>
                  </a:schemeClr>
                </a:solidFill>
              </a:defRPr>
            </a:lvl5pPr>
            <a:lvl6pPr marL="6000293" indent="0">
              <a:buNone/>
              <a:defRPr sz="4200">
                <a:solidFill>
                  <a:schemeClr val="tx1">
                    <a:tint val="82000"/>
                  </a:schemeClr>
                </a:solidFill>
              </a:defRPr>
            </a:lvl6pPr>
            <a:lvl7pPr marL="7200351" indent="0">
              <a:buNone/>
              <a:defRPr sz="4200">
                <a:solidFill>
                  <a:schemeClr val="tx1">
                    <a:tint val="82000"/>
                  </a:schemeClr>
                </a:solidFill>
              </a:defRPr>
            </a:lvl7pPr>
            <a:lvl8pPr marL="8400410" indent="0">
              <a:buNone/>
              <a:defRPr sz="4200">
                <a:solidFill>
                  <a:schemeClr val="tx1">
                    <a:tint val="82000"/>
                  </a:schemeClr>
                </a:solidFill>
              </a:defRPr>
            </a:lvl8pPr>
            <a:lvl9pPr marL="9600468" indent="0">
              <a:buNone/>
              <a:defRPr sz="42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744C1DF-C9B9-4C32-9FF4-A604B0E589BF}" type="datetimeFigureOut">
              <a:rPr lang="en-US" smtClean="0"/>
              <a:t>6/6/2026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FDD0944-61CD-48DC-B776-6C19018D01E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05932632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2970044" y="4791843"/>
            <a:ext cx="18360271" cy="11421255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21870323" y="4791843"/>
            <a:ext cx="18360271" cy="11421255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744C1DF-C9B9-4C32-9FF4-A604B0E589BF}" type="datetimeFigureOut">
              <a:rPr lang="en-US" smtClean="0"/>
              <a:t>6/6/2026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FDD0944-61CD-48DC-B776-6C19018D01E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56656263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975671" y="958370"/>
            <a:ext cx="37260550" cy="3479296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2975673" y="4412664"/>
            <a:ext cx="18275893" cy="2162578"/>
          </a:xfrm>
        </p:spPr>
        <p:txBody>
          <a:bodyPr anchor="b"/>
          <a:lstStyle>
            <a:lvl1pPr marL="0" indent="0">
              <a:buNone/>
              <a:defRPr sz="6300" b="1"/>
            </a:lvl1pPr>
            <a:lvl2pPr marL="1200059" indent="0">
              <a:buNone/>
              <a:defRPr sz="5250" b="1"/>
            </a:lvl2pPr>
            <a:lvl3pPr marL="2400117" indent="0">
              <a:buNone/>
              <a:defRPr sz="4725" b="1"/>
            </a:lvl3pPr>
            <a:lvl4pPr marL="3600176" indent="0">
              <a:buNone/>
              <a:defRPr sz="4200" b="1"/>
            </a:lvl4pPr>
            <a:lvl5pPr marL="4800234" indent="0">
              <a:buNone/>
              <a:defRPr sz="4200" b="1"/>
            </a:lvl5pPr>
            <a:lvl6pPr marL="6000293" indent="0">
              <a:buNone/>
              <a:defRPr sz="4200" b="1"/>
            </a:lvl6pPr>
            <a:lvl7pPr marL="7200351" indent="0">
              <a:buNone/>
              <a:defRPr sz="4200" b="1"/>
            </a:lvl7pPr>
            <a:lvl8pPr marL="8400410" indent="0">
              <a:buNone/>
              <a:defRPr sz="4200" b="1"/>
            </a:lvl8pPr>
            <a:lvl9pPr marL="9600468" indent="0">
              <a:buNone/>
              <a:defRPr sz="4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2975673" y="6575242"/>
            <a:ext cx="18275893" cy="9671191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21870323" y="4412664"/>
            <a:ext cx="18365898" cy="2162578"/>
          </a:xfrm>
        </p:spPr>
        <p:txBody>
          <a:bodyPr anchor="b"/>
          <a:lstStyle>
            <a:lvl1pPr marL="0" indent="0">
              <a:buNone/>
              <a:defRPr sz="6300" b="1"/>
            </a:lvl1pPr>
            <a:lvl2pPr marL="1200059" indent="0">
              <a:buNone/>
              <a:defRPr sz="5250" b="1"/>
            </a:lvl2pPr>
            <a:lvl3pPr marL="2400117" indent="0">
              <a:buNone/>
              <a:defRPr sz="4725" b="1"/>
            </a:lvl3pPr>
            <a:lvl4pPr marL="3600176" indent="0">
              <a:buNone/>
              <a:defRPr sz="4200" b="1"/>
            </a:lvl4pPr>
            <a:lvl5pPr marL="4800234" indent="0">
              <a:buNone/>
              <a:defRPr sz="4200" b="1"/>
            </a:lvl5pPr>
            <a:lvl6pPr marL="6000293" indent="0">
              <a:buNone/>
              <a:defRPr sz="4200" b="1"/>
            </a:lvl6pPr>
            <a:lvl7pPr marL="7200351" indent="0">
              <a:buNone/>
              <a:defRPr sz="4200" b="1"/>
            </a:lvl7pPr>
            <a:lvl8pPr marL="8400410" indent="0">
              <a:buNone/>
              <a:defRPr sz="4200" b="1"/>
            </a:lvl8pPr>
            <a:lvl9pPr marL="9600468" indent="0">
              <a:buNone/>
              <a:defRPr sz="4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21870323" y="6575242"/>
            <a:ext cx="18365898" cy="9671191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744C1DF-C9B9-4C32-9FF4-A604B0E589BF}" type="datetimeFigureOut">
              <a:rPr lang="en-US" smtClean="0"/>
              <a:t>6/6/2026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FDD0944-61CD-48DC-B776-6C19018D01E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14073185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744C1DF-C9B9-4C32-9FF4-A604B0E589BF}" type="datetimeFigureOut">
              <a:rPr lang="en-US" smtClean="0"/>
              <a:t>6/6/2026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FDD0944-61CD-48DC-B776-6C19018D01E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175072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744C1DF-C9B9-4C32-9FF4-A604B0E589BF}" type="datetimeFigureOut">
              <a:rPr lang="en-US" smtClean="0"/>
              <a:t>6/6/2026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FDD0944-61CD-48DC-B776-6C19018D01E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55598862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975672" y="1200044"/>
            <a:ext cx="13933329" cy="4200155"/>
          </a:xfrm>
        </p:spPr>
        <p:txBody>
          <a:bodyPr anchor="b"/>
          <a:lstStyle>
            <a:lvl1pPr>
              <a:defRPr sz="8399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18365898" y="2591763"/>
            <a:ext cx="21870323" cy="12792138"/>
          </a:xfrm>
        </p:spPr>
        <p:txBody>
          <a:bodyPr/>
          <a:lstStyle>
            <a:lvl1pPr>
              <a:defRPr sz="8399"/>
            </a:lvl1pPr>
            <a:lvl2pPr>
              <a:defRPr sz="7349"/>
            </a:lvl2pPr>
            <a:lvl3pPr>
              <a:defRPr sz="6300"/>
            </a:lvl3pPr>
            <a:lvl4pPr>
              <a:defRPr sz="5250"/>
            </a:lvl4pPr>
            <a:lvl5pPr>
              <a:defRPr sz="5250"/>
            </a:lvl5pPr>
            <a:lvl6pPr>
              <a:defRPr sz="5250"/>
            </a:lvl6pPr>
            <a:lvl7pPr>
              <a:defRPr sz="5250"/>
            </a:lvl7pPr>
            <a:lvl8pPr>
              <a:defRPr sz="5250"/>
            </a:lvl8pPr>
            <a:lvl9pPr>
              <a:defRPr sz="52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2975672" y="5400199"/>
            <a:ext cx="13933329" cy="10004536"/>
          </a:xfrm>
        </p:spPr>
        <p:txBody>
          <a:bodyPr/>
          <a:lstStyle>
            <a:lvl1pPr marL="0" indent="0">
              <a:buNone/>
              <a:defRPr sz="4200"/>
            </a:lvl1pPr>
            <a:lvl2pPr marL="1200059" indent="0">
              <a:buNone/>
              <a:defRPr sz="3675"/>
            </a:lvl2pPr>
            <a:lvl3pPr marL="2400117" indent="0">
              <a:buNone/>
              <a:defRPr sz="3150"/>
            </a:lvl3pPr>
            <a:lvl4pPr marL="3600176" indent="0">
              <a:buNone/>
              <a:defRPr sz="2625"/>
            </a:lvl4pPr>
            <a:lvl5pPr marL="4800234" indent="0">
              <a:buNone/>
              <a:defRPr sz="2625"/>
            </a:lvl5pPr>
            <a:lvl6pPr marL="6000293" indent="0">
              <a:buNone/>
              <a:defRPr sz="2625"/>
            </a:lvl6pPr>
            <a:lvl7pPr marL="7200351" indent="0">
              <a:buNone/>
              <a:defRPr sz="2625"/>
            </a:lvl7pPr>
            <a:lvl8pPr marL="8400410" indent="0">
              <a:buNone/>
              <a:defRPr sz="2625"/>
            </a:lvl8pPr>
            <a:lvl9pPr marL="9600468" indent="0">
              <a:buNone/>
              <a:defRPr sz="262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744C1DF-C9B9-4C32-9FF4-A604B0E589BF}" type="datetimeFigureOut">
              <a:rPr lang="en-US" smtClean="0"/>
              <a:t>6/6/2026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FDD0944-61CD-48DC-B776-6C19018D01E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90144313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975672" y="1200044"/>
            <a:ext cx="13933329" cy="4200155"/>
          </a:xfrm>
        </p:spPr>
        <p:txBody>
          <a:bodyPr anchor="b"/>
          <a:lstStyle>
            <a:lvl1pPr>
              <a:defRPr sz="8399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18365898" y="2591763"/>
            <a:ext cx="21870323" cy="12792138"/>
          </a:xfrm>
        </p:spPr>
        <p:txBody>
          <a:bodyPr anchor="t"/>
          <a:lstStyle>
            <a:lvl1pPr marL="0" indent="0">
              <a:buNone/>
              <a:defRPr sz="8399"/>
            </a:lvl1pPr>
            <a:lvl2pPr marL="1200059" indent="0">
              <a:buNone/>
              <a:defRPr sz="7349"/>
            </a:lvl2pPr>
            <a:lvl3pPr marL="2400117" indent="0">
              <a:buNone/>
              <a:defRPr sz="6300"/>
            </a:lvl3pPr>
            <a:lvl4pPr marL="3600176" indent="0">
              <a:buNone/>
              <a:defRPr sz="5250"/>
            </a:lvl4pPr>
            <a:lvl5pPr marL="4800234" indent="0">
              <a:buNone/>
              <a:defRPr sz="5250"/>
            </a:lvl5pPr>
            <a:lvl6pPr marL="6000293" indent="0">
              <a:buNone/>
              <a:defRPr sz="5250"/>
            </a:lvl6pPr>
            <a:lvl7pPr marL="7200351" indent="0">
              <a:buNone/>
              <a:defRPr sz="5250"/>
            </a:lvl7pPr>
            <a:lvl8pPr marL="8400410" indent="0">
              <a:buNone/>
              <a:defRPr sz="5250"/>
            </a:lvl8pPr>
            <a:lvl9pPr marL="9600468" indent="0">
              <a:buNone/>
              <a:defRPr sz="525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2975672" y="5400199"/>
            <a:ext cx="13933329" cy="10004536"/>
          </a:xfrm>
        </p:spPr>
        <p:txBody>
          <a:bodyPr/>
          <a:lstStyle>
            <a:lvl1pPr marL="0" indent="0">
              <a:buNone/>
              <a:defRPr sz="4200"/>
            </a:lvl1pPr>
            <a:lvl2pPr marL="1200059" indent="0">
              <a:buNone/>
              <a:defRPr sz="3675"/>
            </a:lvl2pPr>
            <a:lvl3pPr marL="2400117" indent="0">
              <a:buNone/>
              <a:defRPr sz="3150"/>
            </a:lvl3pPr>
            <a:lvl4pPr marL="3600176" indent="0">
              <a:buNone/>
              <a:defRPr sz="2625"/>
            </a:lvl4pPr>
            <a:lvl5pPr marL="4800234" indent="0">
              <a:buNone/>
              <a:defRPr sz="2625"/>
            </a:lvl5pPr>
            <a:lvl6pPr marL="6000293" indent="0">
              <a:buNone/>
              <a:defRPr sz="2625"/>
            </a:lvl6pPr>
            <a:lvl7pPr marL="7200351" indent="0">
              <a:buNone/>
              <a:defRPr sz="2625"/>
            </a:lvl7pPr>
            <a:lvl8pPr marL="8400410" indent="0">
              <a:buNone/>
              <a:defRPr sz="2625"/>
            </a:lvl8pPr>
            <a:lvl9pPr marL="9600468" indent="0">
              <a:buNone/>
              <a:defRPr sz="262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744C1DF-C9B9-4C32-9FF4-A604B0E589BF}" type="datetimeFigureOut">
              <a:rPr lang="en-US" smtClean="0"/>
              <a:t>6/6/2026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FDD0944-61CD-48DC-B776-6C19018D01E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24731048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744C1DF-C9B9-4C32-9FF4-A604B0E589BF}" type="datetimeFigureOut">
              <a:rPr lang="en-US" smtClean="0"/>
              <a:t>6/6/2026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FDD0944-61CD-48DC-B776-6C19018D01E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9199383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30915456" y="958369"/>
            <a:ext cx="9315138" cy="15254730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2970044" y="958369"/>
            <a:ext cx="27405405" cy="15254730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744C1DF-C9B9-4C32-9FF4-A604B0E589BF}" type="datetimeFigureOut">
              <a:rPr lang="en-US" smtClean="0"/>
              <a:t>6/6/2026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FDD0944-61CD-48DC-B776-6C19018D01E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52098757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2970044" y="958370"/>
            <a:ext cx="37260550" cy="3479296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2970044" y="4791843"/>
            <a:ext cx="37260550" cy="11421255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2970044" y="16683949"/>
            <a:ext cx="9720144" cy="958369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315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7744C1DF-C9B9-4C32-9FF4-A604B0E589BF}" type="datetimeFigureOut">
              <a:rPr lang="en-US" smtClean="0"/>
              <a:t>6/6/2026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14310212" y="16683949"/>
            <a:ext cx="14580215" cy="958369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315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30510450" y="16683949"/>
            <a:ext cx="9720144" cy="958369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315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6FDD0944-61CD-48DC-B776-6C19018D01E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3066365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09" r:id="rId1"/>
    <p:sldLayoutId id="2147483710" r:id="rId2"/>
    <p:sldLayoutId id="2147483711" r:id="rId3"/>
    <p:sldLayoutId id="2147483712" r:id="rId4"/>
    <p:sldLayoutId id="2147483713" r:id="rId5"/>
    <p:sldLayoutId id="2147483714" r:id="rId6"/>
    <p:sldLayoutId id="2147483715" r:id="rId7"/>
    <p:sldLayoutId id="2147483716" r:id="rId8"/>
    <p:sldLayoutId id="2147483717" r:id="rId9"/>
    <p:sldLayoutId id="2147483718" r:id="rId10"/>
    <p:sldLayoutId id="2147483719" r:id="rId11"/>
  </p:sldLayoutIdLst>
  <p:txStyles>
    <p:titleStyle>
      <a:lvl1pPr algn="l" defTabSz="2400117" rtl="0" eaLnBrk="1" latinLnBrk="0" hangingPunct="1">
        <a:lnSpc>
          <a:spcPct val="90000"/>
        </a:lnSpc>
        <a:spcBef>
          <a:spcPct val="0"/>
        </a:spcBef>
        <a:buNone/>
        <a:defRPr sz="11549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600029" indent="-600029" algn="l" defTabSz="2400117" rtl="0" eaLnBrk="1" latinLnBrk="0" hangingPunct="1">
        <a:lnSpc>
          <a:spcPct val="90000"/>
        </a:lnSpc>
        <a:spcBef>
          <a:spcPts val="2625"/>
        </a:spcBef>
        <a:buFont typeface="Arial" panose="020B0604020202020204" pitchFamily="34" charset="0"/>
        <a:buChar char="•"/>
        <a:defRPr sz="7349" kern="1200">
          <a:solidFill>
            <a:schemeClr val="tx1"/>
          </a:solidFill>
          <a:latin typeface="+mn-lt"/>
          <a:ea typeface="+mn-ea"/>
          <a:cs typeface="+mn-cs"/>
        </a:defRPr>
      </a:lvl1pPr>
      <a:lvl2pPr marL="1800088" indent="-600029" algn="l" defTabSz="2400117" rtl="0" eaLnBrk="1" latinLnBrk="0" hangingPunct="1">
        <a:lnSpc>
          <a:spcPct val="90000"/>
        </a:lnSpc>
        <a:spcBef>
          <a:spcPts val="1312"/>
        </a:spcBef>
        <a:buFont typeface="Arial" panose="020B0604020202020204" pitchFamily="34" charset="0"/>
        <a:buChar char="•"/>
        <a:defRPr sz="6300" kern="1200">
          <a:solidFill>
            <a:schemeClr val="tx1"/>
          </a:solidFill>
          <a:latin typeface="+mn-lt"/>
          <a:ea typeface="+mn-ea"/>
          <a:cs typeface="+mn-cs"/>
        </a:defRPr>
      </a:lvl2pPr>
      <a:lvl3pPr marL="3000146" indent="-600029" algn="l" defTabSz="2400117" rtl="0" eaLnBrk="1" latinLnBrk="0" hangingPunct="1">
        <a:lnSpc>
          <a:spcPct val="90000"/>
        </a:lnSpc>
        <a:spcBef>
          <a:spcPts val="1312"/>
        </a:spcBef>
        <a:buFont typeface="Arial" panose="020B0604020202020204" pitchFamily="34" charset="0"/>
        <a:buChar char="•"/>
        <a:defRPr sz="5250" kern="1200">
          <a:solidFill>
            <a:schemeClr val="tx1"/>
          </a:solidFill>
          <a:latin typeface="+mn-lt"/>
          <a:ea typeface="+mn-ea"/>
          <a:cs typeface="+mn-cs"/>
        </a:defRPr>
      </a:lvl3pPr>
      <a:lvl4pPr marL="4200205" indent="-600029" algn="l" defTabSz="2400117" rtl="0" eaLnBrk="1" latinLnBrk="0" hangingPunct="1">
        <a:lnSpc>
          <a:spcPct val="90000"/>
        </a:lnSpc>
        <a:spcBef>
          <a:spcPts val="1312"/>
        </a:spcBef>
        <a:buFont typeface="Arial" panose="020B0604020202020204" pitchFamily="34" charset="0"/>
        <a:buChar char="•"/>
        <a:defRPr sz="4725" kern="1200">
          <a:solidFill>
            <a:schemeClr val="tx1"/>
          </a:solidFill>
          <a:latin typeface="+mn-lt"/>
          <a:ea typeface="+mn-ea"/>
          <a:cs typeface="+mn-cs"/>
        </a:defRPr>
      </a:lvl4pPr>
      <a:lvl5pPr marL="5400264" indent="-600029" algn="l" defTabSz="2400117" rtl="0" eaLnBrk="1" latinLnBrk="0" hangingPunct="1">
        <a:lnSpc>
          <a:spcPct val="90000"/>
        </a:lnSpc>
        <a:spcBef>
          <a:spcPts val="1312"/>
        </a:spcBef>
        <a:buFont typeface="Arial" panose="020B0604020202020204" pitchFamily="34" charset="0"/>
        <a:buChar char="•"/>
        <a:defRPr sz="4725" kern="1200">
          <a:solidFill>
            <a:schemeClr val="tx1"/>
          </a:solidFill>
          <a:latin typeface="+mn-lt"/>
          <a:ea typeface="+mn-ea"/>
          <a:cs typeface="+mn-cs"/>
        </a:defRPr>
      </a:lvl5pPr>
      <a:lvl6pPr marL="6600322" indent="-600029" algn="l" defTabSz="2400117" rtl="0" eaLnBrk="1" latinLnBrk="0" hangingPunct="1">
        <a:lnSpc>
          <a:spcPct val="90000"/>
        </a:lnSpc>
        <a:spcBef>
          <a:spcPts val="1312"/>
        </a:spcBef>
        <a:buFont typeface="Arial" panose="020B0604020202020204" pitchFamily="34" charset="0"/>
        <a:buChar char="•"/>
        <a:defRPr sz="4725" kern="1200">
          <a:solidFill>
            <a:schemeClr val="tx1"/>
          </a:solidFill>
          <a:latin typeface="+mn-lt"/>
          <a:ea typeface="+mn-ea"/>
          <a:cs typeface="+mn-cs"/>
        </a:defRPr>
      </a:lvl6pPr>
      <a:lvl7pPr marL="7800381" indent="-600029" algn="l" defTabSz="2400117" rtl="0" eaLnBrk="1" latinLnBrk="0" hangingPunct="1">
        <a:lnSpc>
          <a:spcPct val="90000"/>
        </a:lnSpc>
        <a:spcBef>
          <a:spcPts val="1312"/>
        </a:spcBef>
        <a:buFont typeface="Arial" panose="020B0604020202020204" pitchFamily="34" charset="0"/>
        <a:buChar char="•"/>
        <a:defRPr sz="4725" kern="1200">
          <a:solidFill>
            <a:schemeClr val="tx1"/>
          </a:solidFill>
          <a:latin typeface="+mn-lt"/>
          <a:ea typeface="+mn-ea"/>
          <a:cs typeface="+mn-cs"/>
        </a:defRPr>
      </a:lvl7pPr>
      <a:lvl8pPr marL="9000439" indent="-600029" algn="l" defTabSz="2400117" rtl="0" eaLnBrk="1" latinLnBrk="0" hangingPunct="1">
        <a:lnSpc>
          <a:spcPct val="90000"/>
        </a:lnSpc>
        <a:spcBef>
          <a:spcPts val="1312"/>
        </a:spcBef>
        <a:buFont typeface="Arial" panose="020B0604020202020204" pitchFamily="34" charset="0"/>
        <a:buChar char="•"/>
        <a:defRPr sz="4725" kern="1200">
          <a:solidFill>
            <a:schemeClr val="tx1"/>
          </a:solidFill>
          <a:latin typeface="+mn-lt"/>
          <a:ea typeface="+mn-ea"/>
          <a:cs typeface="+mn-cs"/>
        </a:defRPr>
      </a:lvl8pPr>
      <a:lvl9pPr marL="10200498" indent="-600029" algn="l" defTabSz="2400117" rtl="0" eaLnBrk="1" latinLnBrk="0" hangingPunct="1">
        <a:lnSpc>
          <a:spcPct val="90000"/>
        </a:lnSpc>
        <a:spcBef>
          <a:spcPts val="1312"/>
        </a:spcBef>
        <a:buFont typeface="Arial" panose="020B0604020202020204" pitchFamily="34" charset="0"/>
        <a:buChar char="•"/>
        <a:defRPr sz="4725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2400117" rtl="0" eaLnBrk="1" latinLnBrk="0" hangingPunct="1">
        <a:defRPr sz="4725" kern="1200">
          <a:solidFill>
            <a:schemeClr val="tx1"/>
          </a:solidFill>
          <a:latin typeface="+mn-lt"/>
          <a:ea typeface="+mn-ea"/>
          <a:cs typeface="+mn-cs"/>
        </a:defRPr>
      </a:lvl1pPr>
      <a:lvl2pPr marL="1200059" algn="l" defTabSz="2400117" rtl="0" eaLnBrk="1" latinLnBrk="0" hangingPunct="1">
        <a:defRPr sz="4725" kern="1200">
          <a:solidFill>
            <a:schemeClr val="tx1"/>
          </a:solidFill>
          <a:latin typeface="+mn-lt"/>
          <a:ea typeface="+mn-ea"/>
          <a:cs typeface="+mn-cs"/>
        </a:defRPr>
      </a:lvl2pPr>
      <a:lvl3pPr marL="2400117" algn="l" defTabSz="2400117" rtl="0" eaLnBrk="1" latinLnBrk="0" hangingPunct="1">
        <a:defRPr sz="4725" kern="1200">
          <a:solidFill>
            <a:schemeClr val="tx1"/>
          </a:solidFill>
          <a:latin typeface="+mn-lt"/>
          <a:ea typeface="+mn-ea"/>
          <a:cs typeface="+mn-cs"/>
        </a:defRPr>
      </a:lvl3pPr>
      <a:lvl4pPr marL="3600176" algn="l" defTabSz="2400117" rtl="0" eaLnBrk="1" latinLnBrk="0" hangingPunct="1">
        <a:defRPr sz="4725" kern="1200">
          <a:solidFill>
            <a:schemeClr val="tx1"/>
          </a:solidFill>
          <a:latin typeface="+mn-lt"/>
          <a:ea typeface="+mn-ea"/>
          <a:cs typeface="+mn-cs"/>
        </a:defRPr>
      </a:lvl4pPr>
      <a:lvl5pPr marL="4800234" algn="l" defTabSz="2400117" rtl="0" eaLnBrk="1" latinLnBrk="0" hangingPunct="1">
        <a:defRPr sz="4725" kern="1200">
          <a:solidFill>
            <a:schemeClr val="tx1"/>
          </a:solidFill>
          <a:latin typeface="+mn-lt"/>
          <a:ea typeface="+mn-ea"/>
          <a:cs typeface="+mn-cs"/>
        </a:defRPr>
      </a:lvl5pPr>
      <a:lvl6pPr marL="6000293" algn="l" defTabSz="2400117" rtl="0" eaLnBrk="1" latinLnBrk="0" hangingPunct="1">
        <a:defRPr sz="4725" kern="1200">
          <a:solidFill>
            <a:schemeClr val="tx1"/>
          </a:solidFill>
          <a:latin typeface="+mn-lt"/>
          <a:ea typeface="+mn-ea"/>
          <a:cs typeface="+mn-cs"/>
        </a:defRPr>
      </a:lvl6pPr>
      <a:lvl7pPr marL="7200351" algn="l" defTabSz="2400117" rtl="0" eaLnBrk="1" latinLnBrk="0" hangingPunct="1">
        <a:defRPr sz="4725" kern="1200">
          <a:solidFill>
            <a:schemeClr val="tx1"/>
          </a:solidFill>
          <a:latin typeface="+mn-lt"/>
          <a:ea typeface="+mn-ea"/>
          <a:cs typeface="+mn-cs"/>
        </a:defRPr>
      </a:lvl7pPr>
      <a:lvl8pPr marL="8400410" algn="l" defTabSz="2400117" rtl="0" eaLnBrk="1" latinLnBrk="0" hangingPunct="1">
        <a:defRPr sz="4725" kern="1200">
          <a:solidFill>
            <a:schemeClr val="tx1"/>
          </a:solidFill>
          <a:latin typeface="+mn-lt"/>
          <a:ea typeface="+mn-ea"/>
          <a:cs typeface="+mn-cs"/>
        </a:defRPr>
      </a:lvl8pPr>
      <a:lvl9pPr marL="9600468" algn="l" defTabSz="2400117" rtl="0" eaLnBrk="1" latinLnBrk="0" hangingPunct="1">
        <a:defRPr sz="4725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673D6DA-701F-7B07-9B8F-0CE9E09C424F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C370F9A3-336F-9E8D-2B2C-C9F62C0BB30B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96644917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3" name="Straight Connector 2">
            <a:extLst>
              <a:ext uri="{FF2B5EF4-FFF2-40B4-BE49-F238E27FC236}">
                <a16:creationId xmlns:a16="http://schemas.microsoft.com/office/drawing/2014/main" id="{57AECEAA-D299-2AA3-72E0-A756F1895BCA}"/>
              </a:ext>
            </a:extLst>
          </p:cNvPr>
          <p:cNvCxnSpPr>
            <a:cxnSpLocks/>
          </p:cNvCxnSpPr>
          <p:nvPr/>
        </p:nvCxnSpPr>
        <p:spPr>
          <a:xfrm>
            <a:off x="6730728" y="5593720"/>
            <a:ext cx="5601694" cy="0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4" name="Rectangle 3">
            <a:extLst>
              <a:ext uri="{FF2B5EF4-FFF2-40B4-BE49-F238E27FC236}">
                <a16:creationId xmlns:a16="http://schemas.microsoft.com/office/drawing/2014/main" id="{BCA2DEEC-F802-6F55-E0DC-F71A258EB7CA}"/>
              </a:ext>
            </a:extLst>
          </p:cNvPr>
          <p:cNvSpPr/>
          <p:nvPr/>
        </p:nvSpPr>
        <p:spPr>
          <a:xfrm>
            <a:off x="11848337" y="4637461"/>
            <a:ext cx="370541" cy="940332"/>
          </a:xfrm>
          <a:prstGeom prst="rect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8" name="Straight Connector 7">
            <a:extLst>
              <a:ext uri="{FF2B5EF4-FFF2-40B4-BE49-F238E27FC236}">
                <a16:creationId xmlns:a16="http://schemas.microsoft.com/office/drawing/2014/main" id="{4E6140C3-9A96-FFE5-38EC-DF18DB32FF8E}"/>
              </a:ext>
            </a:extLst>
          </p:cNvPr>
          <p:cNvCxnSpPr>
            <a:cxnSpLocks/>
          </p:cNvCxnSpPr>
          <p:nvPr/>
        </p:nvCxnSpPr>
        <p:spPr>
          <a:xfrm>
            <a:off x="10595234" y="5376669"/>
            <a:ext cx="608107" cy="0"/>
          </a:xfrm>
          <a:prstGeom prst="line">
            <a:avLst/>
          </a:prstGeom>
          <a:ln>
            <a:solidFill>
              <a:schemeClr val="tx1"/>
            </a:solidFill>
            <a:head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Oval 12">
            <a:extLst>
              <a:ext uri="{FF2B5EF4-FFF2-40B4-BE49-F238E27FC236}">
                <a16:creationId xmlns:a16="http://schemas.microsoft.com/office/drawing/2014/main" id="{F7F529A3-A53F-4F6E-5C17-69EC27DDC49B}"/>
              </a:ext>
            </a:extLst>
          </p:cNvPr>
          <p:cNvSpPr/>
          <p:nvPr/>
        </p:nvSpPr>
        <p:spPr>
          <a:xfrm>
            <a:off x="11400801" y="5413248"/>
            <a:ext cx="168298" cy="168298"/>
          </a:xfrm>
          <a:prstGeom prst="ellipse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1" name="Oval 20">
            <a:extLst>
              <a:ext uri="{FF2B5EF4-FFF2-40B4-BE49-F238E27FC236}">
                <a16:creationId xmlns:a16="http://schemas.microsoft.com/office/drawing/2014/main" id="{7154E737-58B0-11B1-A1A2-A92B9B0E8CB8}"/>
              </a:ext>
            </a:extLst>
          </p:cNvPr>
          <p:cNvSpPr/>
          <p:nvPr/>
        </p:nvSpPr>
        <p:spPr>
          <a:xfrm>
            <a:off x="6864815" y="5115192"/>
            <a:ext cx="464093" cy="464093"/>
          </a:xfrm>
          <a:prstGeom prst="ellipse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4" name="Oval 23">
            <a:extLst>
              <a:ext uri="{FF2B5EF4-FFF2-40B4-BE49-F238E27FC236}">
                <a16:creationId xmlns:a16="http://schemas.microsoft.com/office/drawing/2014/main" id="{7C2A4D49-0B42-DDA5-8771-6638C8D07EF3}"/>
              </a:ext>
            </a:extLst>
          </p:cNvPr>
          <p:cNvSpPr/>
          <p:nvPr/>
        </p:nvSpPr>
        <p:spPr>
          <a:xfrm>
            <a:off x="11300605" y="5221886"/>
            <a:ext cx="355691" cy="355691"/>
          </a:xfrm>
          <a:prstGeom prst="ellipse">
            <a:avLst/>
          </a:prstGeom>
          <a:noFill/>
          <a:ln>
            <a:prstDash val="sysDot"/>
          </a:ln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27" name="Straight Arrow Connector 26">
            <a:extLst>
              <a:ext uri="{FF2B5EF4-FFF2-40B4-BE49-F238E27FC236}">
                <a16:creationId xmlns:a16="http://schemas.microsoft.com/office/drawing/2014/main" id="{0461D11D-8526-AD67-4049-20DF580D67B6}"/>
              </a:ext>
            </a:extLst>
          </p:cNvPr>
          <p:cNvCxnSpPr>
            <a:cxnSpLocks/>
          </p:cNvCxnSpPr>
          <p:nvPr/>
        </p:nvCxnSpPr>
        <p:spPr>
          <a:xfrm flipV="1">
            <a:off x="11468908" y="5225853"/>
            <a:ext cx="0" cy="178775"/>
          </a:xfrm>
          <a:prstGeom prst="straightConnector1">
            <a:avLst/>
          </a:prstGeom>
          <a:ln>
            <a:solidFill>
              <a:schemeClr val="tx1"/>
            </a:solidFill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" name="Straight Arrow Connector 29">
            <a:extLst>
              <a:ext uri="{FF2B5EF4-FFF2-40B4-BE49-F238E27FC236}">
                <a16:creationId xmlns:a16="http://schemas.microsoft.com/office/drawing/2014/main" id="{CD8E7A39-442A-2B10-169D-8A34CB19FF0E}"/>
              </a:ext>
            </a:extLst>
          </p:cNvPr>
          <p:cNvCxnSpPr>
            <a:cxnSpLocks/>
          </p:cNvCxnSpPr>
          <p:nvPr/>
        </p:nvCxnSpPr>
        <p:spPr>
          <a:xfrm rot="-1200000" flipH="1" flipV="1">
            <a:off x="11332818" y="5305778"/>
            <a:ext cx="91841" cy="146290"/>
          </a:xfrm>
          <a:prstGeom prst="straightConnector1">
            <a:avLst/>
          </a:prstGeom>
          <a:ln>
            <a:solidFill>
              <a:schemeClr val="tx1"/>
            </a:solidFill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" name="Straight Arrow Connector 32">
            <a:extLst>
              <a:ext uri="{FF2B5EF4-FFF2-40B4-BE49-F238E27FC236}">
                <a16:creationId xmlns:a16="http://schemas.microsoft.com/office/drawing/2014/main" id="{BDB1ED9C-5D6D-43FC-24ED-161A34DD2E26}"/>
              </a:ext>
            </a:extLst>
          </p:cNvPr>
          <p:cNvCxnSpPr>
            <a:cxnSpLocks/>
          </p:cNvCxnSpPr>
          <p:nvPr/>
        </p:nvCxnSpPr>
        <p:spPr>
          <a:xfrm rot="1200000" flipV="1">
            <a:off x="11573604" y="5270649"/>
            <a:ext cx="0" cy="178775"/>
          </a:xfrm>
          <a:prstGeom prst="straightConnector1">
            <a:avLst/>
          </a:prstGeom>
          <a:ln>
            <a:solidFill>
              <a:schemeClr val="tx1"/>
            </a:solidFill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4" name="Oval 33">
            <a:extLst>
              <a:ext uri="{FF2B5EF4-FFF2-40B4-BE49-F238E27FC236}">
                <a16:creationId xmlns:a16="http://schemas.microsoft.com/office/drawing/2014/main" id="{FBF2B73F-CE13-6971-D877-E2D07B496034}"/>
              </a:ext>
            </a:extLst>
          </p:cNvPr>
          <p:cNvSpPr/>
          <p:nvPr/>
        </p:nvSpPr>
        <p:spPr>
          <a:xfrm>
            <a:off x="10112784" y="5221886"/>
            <a:ext cx="355691" cy="355691"/>
          </a:xfrm>
          <a:prstGeom prst="ellipse">
            <a:avLst/>
          </a:prstGeom>
          <a:noFill/>
          <a:ln>
            <a:prstDash val="sysDot"/>
          </a:ln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7" name="Oval 36">
            <a:extLst>
              <a:ext uri="{FF2B5EF4-FFF2-40B4-BE49-F238E27FC236}">
                <a16:creationId xmlns:a16="http://schemas.microsoft.com/office/drawing/2014/main" id="{BA64203D-5EC9-04F0-43AB-E0CA50F0600C}"/>
              </a:ext>
            </a:extLst>
          </p:cNvPr>
          <p:cNvSpPr/>
          <p:nvPr/>
        </p:nvSpPr>
        <p:spPr>
          <a:xfrm>
            <a:off x="6726927" y="4854426"/>
            <a:ext cx="739299" cy="739299"/>
          </a:xfrm>
          <a:prstGeom prst="ellipse">
            <a:avLst/>
          </a:prstGeom>
          <a:noFill/>
          <a:ln>
            <a:prstDash val="sysDot"/>
          </a:ln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38" name="Straight Arrow Connector 37">
            <a:extLst>
              <a:ext uri="{FF2B5EF4-FFF2-40B4-BE49-F238E27FC236}">
                <a16:creationId xmlns:a16="http://schemas.microsoft.com/office/drawing/2014/main" id="{94F12BAF-4185-E558-485C-E502D495B28A}"/>
              </a:ext>
            </a:extLst>
          </p:cNvPr>
          <p:cNvCxnSpPr>
            <a:cxnSpLocks/>
          </p:cNvCxnSpPr>
          <p:nvPr/>
        </p:nvCxnSpPr>
        <p:spPr>
          <a:xfrm flipH="1" flipV="1">
            <a:off x="7080668" y="4870324"/>
            <a:ext cx="4420" cy="234000"/>
          </a:xfrm>
          <a:prstGeom prst="straightConnector1">
            <a:avLst/>
          </a:prstGeom>
          <a:ln>
            <a:solidFill>
              <a:schemeClr val="tx1"/>
            </a:solidFill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0" name="Straight Arrow Connector 39">
            <a:extLst>
              <a:ext uri="{FF2B5EF4-FFF2-40B4-BE49-F238E27FC236}">
                <a16:creationId xmlns:a16="http://schemas.microsoft.com/office/drawing/2014/main" id="{FD065686-8DFF-EF5A-F119-C9C716EA70C0}"/>
              </a:ext>
            </a:extLst>
          </p:cNvPr>
          <p:cNvCxnSpPr>
            <a:cxnSpLocks/>
          </p:cNvCxnSpPr>
          <p:nvPr/>
        </p:nvCxnSpPr>
        <p:spPr>
          <a:xfrm rot="3000000" flipH="1" flipV="1">
            <a:off x="7328708" y="4993795"/>
            <a:ext cx="4420" cy="198000"/>
          </a:xfrm>
          <a:prstGeom prst="straightConnector1">
            <a:avLst/>
          </a:prstGeom>
          <a:ln>
            <a:solidFill>
              <a:schemeClr val="tx1"/>
            </a:solidFill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1" name="Straight Arrow Connector 40">
            <a:extLst>
              <a:ext uri="{FF2B5EF4-FFF2-40B4-BE49-F238E27FC236}">
                <a16:creationId xmlns:a16="http://schemas.microsoft.com/office/drawing/2014/main" id="{29035F2C-6C23-B5C6-0D69-6FB5A0397D71}"/>
              </a:ext>
            </a:extLst>
          </p:cNvPr>
          <p:cNvCxnSpPr>
            <a:cxnSpLocks/>
          </p:cNvCxnSpPr>
          <p:nvPr/>
        </p:nvCxnSpPr>
        <p:spPr>
          <a:xfrm rot="-3000000" flipH="1" flipV="1">
            <a:off x="6862599" y="5001747"/>
            <a:ext cx="4420" cy="198000"/>
          </a:xfrm>
          <a:prstGeom prst="straightConnector1">
            <a:avLst/>
          </a:prstGeom>
          <a:ln>
            <a:solidFill>
              <a:schemeClr val="tx1"/>
            </a:solidFill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5" name="Straight Connector 44">
            <a:extLst>
              <a:ext uri="{FF2B5EF4-FFF2-40B4-BE49-F238E27FC236}">
                <a16:creationId xmlns:a16="http://schemas.microsoft.com/office/drawing/2014/main" id="{7C65B5D6-C897-F350-1EDB-D9BBF67D7B72}"/>
              </a:ext>
            </a:extLst>
          </p:cNvPr>
          <p:cNvCxnSpPr>
            <a:cxnSpLocks/>
          </p:cNvCxnSpPr>
          <p:nvPr/>
        </p:nvCxnSpPr>
        <p:spPr>
          <a:xfrm>
            <a:off x="6726922" y="7395181"/>
            <a:ext cx="5601694" cy="0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46" name="Rectangle 45">
            <a:extLst>
              <a:ext uri="{FF2B5EF4-FFF2-40B4-BE49-F238E27FC236}">
                <a16:creationId xmlns:a16="http://schemas.microsoft.com/office/drawing/2014/main" id="{7B7D6628-3EDF-628E-B420-BBE027E85454}"/>
              </a:ext>
            </a:extLst>
          </p:cNvPr>
          <p:cNvSpPr/>
          <p:nvPr/>
        </p:nvSpPr>
        <p:spPr>
          <a:xfrm>
            <a:off x="11844531" y="6438922"/>
            <a:ext cx="370541" cy="940332"/>
          </a:xfrm>
          <a:prstGeom prst="rect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7" name="Freeform: Shape 46">
            <a:extLst>
              <a:ext uri="{FF2B5EF4-FFF2-40B4-BE49-F238E27FC236}">
                <a16:creationId xmlns:a16="http://schemas.microsoft.com/office/drawing/2014/main" id="{5CBE8CE8-5A25-FDC1-D251-EE1E9898B5E2}"/>
              </a:ext>
            </a:extLst>
          </p:cNvPr>
          <p:cNvSpPr/>
          <p:nvPr/>
        </p:nvSpPr>
        <p:spPr>
          <a:xfrm>
            <a:off x="8509396" y="6208336"/>
            <a:ext cx="1786965" cy="985828"/>
          </a:xfrm>
          <a:custGeom>
            <a:avLst/>
            <a:gdLst>
              <a:gd name="csX0" fmla="*/ 0 w 1786965"/>
              <a:gd name="csY0" fmla="*/ 1093699 h 1093699"/>
              <a:gd name="csX1" fmla="*/ 908424 w 1786965"/>
              <a:gd name="csY1" fmla="*/ 5 h 1093699"/>
              <a:gd name="csX2" fmla="*/ 1786965 w 1786965"/>
              <a:gd name="csY2" fmla="*/ 1081746 h 1093699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1786965" h="1093699">
                <a:moveTo>
                  <a:pt x="0" y="1093699"/>
                </a:moveTo>
                <a:cubicBezTo>
                  <a:pt x="305298" y="547848"/>
                  <a:pt x="610597" y="1997"/>
                  <a:pt x="908424" y="5"/>
                </a:cubicBezTo>
                <a:cubicBezTo>
                  <a:pt x="1206251" y="-1987"/>
                  <a:pt x="1496608" y="539879"/>
                  <a:pt x="1786965" y="1081746"/>
                </a:cubicBezTo>
              </a:path>
            </a:pathLst>
          </a:cu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48" name="Straight Connector 47">
            <a:extLst>
              <a:ext uri="{FF2B5EF4-FFF2-40B4-BE49-F238E27FC236}">
                <a16:creationId xmlns:a16="http://schemas.microsoft.com/office/drawing/2014/main" id="{36E79C62-5369-D850-02A8-09A5B267E020}"/>
              </a:ext>
            </a:extLst>
          </p:cNvPr>
          <p:cNvCxnSpPr>
            <a:cxnSpLocks/>
          </p:cNvCxnSpPr>
          <p:nvPr/>
        </p:nvCxnSpPr>
        <p:spPr>
          <a:xfrm>
            <a:off x="10296356" y="7178130"/>
            <a:ext cx="903174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0" name="Straight Arrow Connector 49">
            <a:extLst>
              <a:ext uri="{FF2B5EF4-FFF2-40B4-BE49-F238E27FC236}">
                <a16:creationId xmlns:a16="http://schemas.microsoft.com/office/drawing/2014/main" id="{221C2573-4427-8DA0-59B6-E9F4B26B15B6}"/>
              </a:ext>
            </a:extLst>
          </p:cNvPr>
          <p:cNvCxnSpPr>
            <a:cxnSpLocks/>
          </p:cNvCxnSpPr>
          <p:nvPr/>
        </p:nvCxnSpPr>
        <p:spPr>
          <a:xfrm>
            <a:off x="10595229" y="7082974"/>
            <a:ext cx="508884" cy="0"/>
          </a:xfrm>
          <a:prstGeom prst="straightConnector1">
            <a:avLst/>
          </a:prstGeom>
          <a:ln>
            <a:solidFill>
              <a:schemeClr val="tx1"/>
            </a:solidFill>
            <a:prstDash val="sysDash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1" name="Straight Arrow Connector 50">
            <a:extLst>
              <a:ext uri="{FF2B5EF4-FFF2-40B4-BE49-F238E27FC236}">
                <a16:creationId xmlns:a16="http://schemas.microsoft.com/office/drawing/2014/main" id="{4A0A9CC8-596B-C315-256F-CDA583D12442}"/>
              </a:ext>
            </a:extLst>
          </p:cNvPr>
          <p:cNvCxnSpPr>
            <a:cxnSpLocks/>
          </p:cNvCxnSpPr>
          <p:nvPr/>
        </p:nvCxnSpPr>
        <p:spPr>
          <a:xfrm rot="10800000">
            <a:off x="10595229" y="7259980"/>
            <a:ext cx="508884" cy="0"/>
          </a:xfrm>
          <a:prstGeom prst="straightConnector1">
            <a:avLst/>
          </a:prstGeom>
          <a:ln>
            <a:solidFill>
              <a:schemeClr val="tx1"/>
            </a:solidFill>
            <a:prstDash val="sysDash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2" name="Straight Arrow Connector 51">
            <a:extLst>
              <a:ext uri="{FF2B5EF4-FFF2-40B4-BE49-F238E27FC236}">
                <a16:creationId xmlns:a16="http://schemas.microsoft.com/office/drawing/2014/main" id="{4EBFA3E5-B7A5-050A-9188-1EC83AE0AD93}"/>
              </a:ext>
            </a:extLst>
          </p:cNvPr>
          <p:cNvCxnSpPr>
            <a:cxnSpLocks/>
            <a:stCxn id="47" idx="0"/>
          </p:cNvCxnSpPr>
          <p:nvPr/>
        </p:nvCxnSpPr>
        <p:spPr>
          <a:xfrm flipH="1" flipV="1">
            <a:off x="7931549" y="7178130"/>
            <a:ext cx="577847" cy="16034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4" name="Oval 53">
            <a:extLst>
              <a:ext uri="{FF2B5EF4-FFF2-40B4-BE49-F238E27FC236}">
                <a16:creationId xmlns:a16="http://schemas.microsoft.com/office/drawing/2014/main" id="{1608BD06-3A3F-EF19-0E82-24F5626CC030}"/>
              </a:ext>
            </a:extLst>
          </p:cNvPr>
          <p:cNvSpPr/>
          <p:nvPr/>
        </p:nvSpPr>
        <p:spPr>
          <a:xfrm>
            <a:off x="11296799" y="7023347"/>
            <a:ext cx="355691" cy="355691"/>
          </a:xfrm>
          <a:prstGeom prst="ellipse">
            <a:avLst/>
          </a:prstGeom>
          <a:solidFill>
            <a:schemeClr val="tx1"/>
          </a:solidFill>
          <a:ln>
            <a:solidFill>
              <a:schemeClr val="tx1"/>
            </a:solidFill>
            <a:prstDash val="solid"/>
          </a:ln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8" name="Oval 57">
            <a:extLst>
              <a:ext uri="{FF2B5EF4-FFF2-40B4-BE49-F238E27FC236}">
                <a16:creationId xmlns:a16="http://schemas.microsoft.com/office/drawing/2014/main" id="{375A2D62-A3B5-31A7-37D5-540752ABEB32}"/>
              </a:ext>
            </a:extLst>
          </p:cNvPr>
          <p:cNvSpPr/>
          <p:nvPr/>
        </p:nvSpPr>
        <p:spPr>
          <a:xfrm>
            <a:off x="10108978" y="7023347"/>
            <a:ext cx="355691" cy="355691"/>
          </a:xfrm>
          <a:prstGeom prst="ellipse">
            <a:avLst/>
          </a:prstGeom>
          <a:noFill/>
          <a:ln>
            <a:prstDash val="sysDot"/>
          </a:ln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9" name="Oval 58">
            <a:extLst>
              <a:ext uri="{FF2B5EF4-FFF2-40B4-BE49-F238E27FC236}">
                <a16:creationId xmlns:a16="http://schemas.microsoft.com/office/drawing/2014/main" id="{FF5BA909-3FAF-EEC1-1A56-D0B80923A0BF}"/>
              </a:ext>
            </a:extLst>
          </p:cNvPr>
          <p:cNvSpPr/>
          <p:nvPr/>
        </p:nvSpPr>
        <p:spPr>
          <a:xfrm>
            <a:off x="7565494" y="7023346"/>
            <a:ext cx="355691" cy="355691"/>
          </a:xfrm>
          <a:prstGeom prst="ellipse">
            <a:avLst/>
          </a:prstGeom>
          <a:noFill/>
          <a:ln>
            <a:prstDash val="sysDot"/>
          </a:ln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0" name="Oval 59">
            <a:extLst>
              <a:ext uri="{FF2B5EF4-FFF2-40B4-BE49-F238E27FC236}">
                <a16:creationId xmlns:a16="http://schemas.microsoft.com/office/drawing/2014/main" id="{73EA0F32-4727-4738-3032-CD06D3FC5F58}"/>
              </a:ext>
            </a:extLst>
          </p:cNvPr>
          <p:cNvSpPr/>
          <p:nvPr/>
        </p:nvSpPr>
        <p:spPr>
          <a:xfrm>
            <a:off x="6723121" y="6655887"/>
            <a:ext cx="739299" cy="739299"/>
          </a:xfrm>
          <a:prstGeom prst="ellipse">
            <a:avLst/>
          </a:prstGeom>
          <a:solidFill>
            <a:schemeClr val="tx1"/>
          </a:solidFill>
          <a:ln>
            <a:solidFill>
              <a:schemeClr val="tx1"/>
            </a:solidFill>
            <a:prstDash val="solid"/>
          </a:ln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85" name="Straight Connector 84">
            <a:extLst>
              <a:ext uri="{FF2B5EF4-FFF2-40B4-BE49-F238E27FC236}">
                <a16:creationId xmlns:a16="http://schemas.microsoft.com/office/drawing/2014/main" id="{610236EF-0218-9603-D098-A65AA623B3D6}"/>
              </a:ext>
            </a:extLst>
          </p:cNvPr>
          <p:cNvCxnSpPr>
            <a:cxnSpLocks/>
          </p:cNvCxnSpPr>
          <p:nvPr/>
        </p:nvCxnSpPr>
        <p:spPr>
          <a:xfrm>
            <a:off x="917889" y="5593720"/>
            <a:ext cx="5601694" cy="0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86" name="Rectangle 85">
            <a:extLst>
              <a:ext uri="{FF2B5EF4-FFF2-40B4-BE49-F238E27FC236}">
                <a16:creationId xmlns:a16="http://schemas.microsoft.com/office/drawing/2014/main" id="{05B2E6A4-9004-149C-3858-7D95375C44DB}"/>
              </a:ext>
            </a:extLst>
          </p:cNvPr>
          <p:cNvSpPr/>
          <p:nvPr/>
        </p:nvSpPr>
        <p:spPr>
          <a:xfrm>
            <a:off x="3419877" y="4637461"/>
            <a:ext cx="370541" cy="940332"/>
          </a:xfrm>
          <a:prstGeom prst="rect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87" name="Straight Connector 86">
            <a:extLst>
              <a:ext uri="{FF2B5EF4-FFF2-40B4-BE49-F238E27FC236}">
                <a16:creationId xmlns:a16="http://schemas.microsoft.com/office/drawing/2014/main" id="{4068966E-740A-56E2-DD5F-C36FDA3DFF3C}"/>
              </a:ext>
            </a:extLst>
          </p:cNvPr>
          <p:cNvCxnSpPr>
            <a:cxnSpLocks/>
          </p:cNvCxnSpPr>
          <p:nvPr/>
        </p:nvCxnSpPr>
        <p:spPr>
          <a:xfrm>
            <a:off x="4782395" y="5376669"/>
            <a:ext cx="608107" cy="0"/>
          </a:xfrm>
          <a:prstGeom prst="line">
            <a:avLst/>
          </a:prstGeom>
          <a:ln>
            <a:solidFill>
              <a:schemeClr val="tx1"/>
            </a:solidFill>
            <a:head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8" name="Oval 87">
            <a:extLst>
              <a:ext uri="{FF2B5EF4-FFF2-40B4-BE49-F238E27FC236}">
                <a16:creationId xmlns:a16="http://schemas.microsoft.com/office/drawing/2014/main" id="{3CD01706-6939-1088-CF3A-A2AC45B85E7A}"/>
              </a:ext>
            </a:extLst>
          </p:cNvPr>
          <p:cNvSpPr/>
          <p:nvPr/>
        </p:nvSpPr>
        <p:spPr>
          <a:xfrm>
            <a:off x="5587962" y="5413248"/>
            <a:ext cx="168298" cy="168298"/>
          </a:xfrm>
          <a:prstGeom prst="ellipse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9" name="Oval 88">
            <a:extLst>
              <a:ext uri="{FF2B5EF4-FFF2-40B4-BE49-F238E27FC236}">
                <a16:creationId xmlns:a16="http://schemas.microsoft.com/office/drawing/2014/main" id="{201F174A-8EE9-A315-9F39-BB5D2DC31C90}"/>
              </a:ext>
            </a:extLst>
          </p:cNvPr>
          <p:cNvSpPr/>
          <p:nvPr/>
        </p:nvSpPr>
        <p:spPr>
          <a:xfrm>
            <a:off x="1051976" y="5115192"/>
            <a:ext cx="464093" cy="464093"/>
          </a:xfrm>
          <a:prstGeom prst="ellipse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0" name="Oval 89">
            <a:extLst>
              <a:ext uri="{FF2B5EF4-FFF2-40B4-BE49-F238E27FC236}">
                <a16:creationId xmlns:a16="http://schemas.microsoft.com/office/drawing/2014/main" id="{EFE43E12-90A0-58FA-F757-45677565F50C}"/>
              </a:ext>
            </a:extLst>
          </p:cNvPr>
          <p:cNvSpPr/>
          <p:nvPr/>
        </p:nvSpPr>
        <p:spPr>
          <a:xfrm>
            <a:off x="5487766" y="5221886"/>
            <a:ext cx="355691" cy="355691"/>
          </a:xfrm>
          <a:prstGeom prst="ellipse">
            <a:avLst/>
          </a:prstGeom>
          <a:noFill/>
          <a:ln>
            <a:prstDash val="sysDot"/>
          </a:ln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91" name="Straight Arrow Connector 90">
            <a:extLst>
              <a:ext uri="{FF2B5EF4-FFF2-40B4-BE49-F238E27FC236}">
                <a16:creationId xmlns:a16="http://schemas.microsoft.com/office/drawing/2014/main" id="{8E1BF94F-28EA-6AB2-6D04-DE55BA8E783F}"/>
              </a:ext>
            </a:extLst>
          </p:cNvPr>
          <p:cNvCxnSpPr>
            <a:cxnSpLocks/>
          </p:cNvCxnSpPr>
          <p:nvPr/>
        </p:nvCxnSpPr>
        <p:spPr>
          <a:xfrm flipV="1">
            <a:off x="5656069" y="5225853"/>
            <a:ext cx="0" cy="178775"/>
          </a:xfrm>
          <a:prstGeom prst="straightConnector1">
            <a:avLst/>
          </a:prstGeom>
          <a:ln>
            <a:solidFill>
              <a:schemeClr val="tx1"/>
            </a:solidFill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2" name="Straight Arrow Connector 91">
            <a:extLst>
              <a:ext uri="{FF2B5EF4-FFF2-40B4-BE49-F238E27FC236}">
                <a16:creationId xmlns:a16="http://schemas.microsoft.com/office/drawing/2014/main" id="{F225C6D4-64C1-12C7-4198-C627FBBE4092}"/>
              </a:ext>
            </a:extLst>
          </p:cNvPr>
          <p:cNvCxnSpPr>
            <a:cxnSpLocks/>
          </p:cNvCxnSpPr>
          <p:nvPr/>
        </p:nvCxnSpPr>
        <p:spPr>
          <a:xfrm rot="-1200000" flipH="1" flipV="1">
            <a:off x="5519979" y="5305778"/>
            <a:ext cx="91841" cy="146290"/>
          </a:xfrm>
          <a:prstGeom prst="straightConnector1">
            <a:avLst/>
          </a:prstGeom>
          <a:ln>
            <a:solidFill>
              <a:schemeClr val="tx1"/>
            </a:solidFill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3" name="Straight Arrow Connector 92">
            <a:extLst>
              <a:ext uri="{FF2B5EF4-FFF2-40B4-BE49-F238E27FC236}">
                <a16:creationId xmlns:a16="http://schemas.microsoft.com/office/drawing/2014/main" id="{4512E185-10EB-7E77-3B37-0B76ACEA57C4}"/>
              </a:ext>
            </a:extLst>
          </p:cNvPr>
          <p:cNvCxnSpPr>
            <a:cxnSpLocks/>
          </p:cNvCxnSpPr>
          <p:nvPr/>
        </p:nvCxnSpPr>
        <p:spPr>
          <a:xfrm rot="1200000" flipV="1">
            <a:off x="5760765" y="5270649"/>
            <a:ext cx="0" cy="178775"/>
          </a:xfrm>
          <a:prstGeom prst="straightConnector1">
            <a:avLst/>
          </a:prstGeom>
          <a:ln>
            <a:solidFill>
              <a:schemeClr val="tx1"/>
            </a:solidFill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4" name="Oval 93">
            <a:extLst>
              <a:ext uri="{FF2B5EF4-FFF2-40B4-BE49-F238E27FC236}">
                <a16:creationId xmlns:a16="http://schemas.microsoft.com/office/drawing/2014/main" id="{5DB42F32-4ADB-7DD7-15E6-79E8C41A3B92}"/>
              </a:ext>
            </a:extLst>
          </p:cNvPr>
          <p:cNvSpPr/>
          <p:nvPr/>
        </p:nvSpPr>
        <p:spPr>
          <a:xfrm>
            <a:off x="4299945" y="5221886"/>
            <a:ext cx="355691" cy="355691"/>
          </a:xfrm>
          <a:prstGeom prst="ellipse">
            <a:avLst/>
          </a:prstGeom>
          <a:noFill/>
          <a:ln>
            <a:prstDash val="sysDot"/>
          </a:ln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5" name="Oval 94">
            <a:extLst>
              <a:ext uri="{FF2B5EF4-FFF2-40B4-BE49-F238E27FC236}">
                <a16:creationId xmlns:a16="http://schemas.microsoft.com/office/drawing/2014/main" id="{EB2D48DB-9299-21CB-A0A7-A4ACAD24E892}"/>
              </a:ext>
            </a:extLst>
          </p:cNvPr>
          <p:cNvSpPr/>
          <p:nvPr/>
        </p:nvSpPr>
        <p:spPr>
          <a:xfrm>
            <a:off x="914088" y="4854426"/>
            <a:ext cx="739299" cy="739299"/>
          </a:xfrm>
          <a:prstGeom prst="ellipse">
            <a:avLst/>
          </a:prstGeom>
          <a:noFill/>
          <a:ln>
            <a:prstDash val="sysDot"/>
          </a:ln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96" name="Straight Arrow Connector 95">
            <a:extLst>
              <a:ext uri="{FF2B5EF4-FFF2-40B4-BE49-F238E27FC236}">
                <a16:creationId xmlns:a16="http://schemas.microsoft.com/office/drawing/2014/main" id="{38AD168F-DFA9-AFBB-9661-709361AF04D5}"/>
              </a:ext>
            </a:extLst>
          </p:cNvPr>
          <p:cNvCxnSpPr>
            <a:cxnSpLocks/>
          </p:cNvCxnSpPr>
          <p:nvPr/>
        </p:nvCxnSpPr>
        <p:spPr>
          <a:xfrm flipH="1" flipV="1">
            <a:off x="1267829" y="4870324"/>
            <a:ext cx="4420" cy="234000"/>
          </a:xfrm>
          <a:prstGeom prst="straightConnector1">
            <a:avLst/>
          </a:prstGeom>
          <a:ln>
            <a:solidFill>
              <a:schemeClr val="tx1"/>
            </a:solidFill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7" name="Straight Arrow Connector 96">
            <a:extLst>
              <a:ext uri="{FF2B5EF4-FFF2-40B4-BE49-F238E27FC236}">
                <a16:creationId xmlns:a16="http://schemas.microsoft.com/office/drawing/2014/main" id="{3C511BA6-6A03-C964-81D8-5FC927DD096C}"/>
              </a:ext>
            </a:extLst>
          </p:cNvPr>
          <p:cNvCxnSpPr>
            <a:cxnSpLocks/>
          </p:cNvCxnSpPr>
          <p:nvPr/>
        </p:nvCxnSpPr>
        <p:spPr>
          <a:xfrm rot="3000000" flipH="1" flipV="1">
            <a:off x="1515869" y="4993795"/>
            <a:ext cx="4420" cy="198000"/>
          </a:xfrm>
          <a:prstGeom prst="straightConnector1">
            <a:avLst/>
          </a:prstGeom>
          <a:ln>
            <a:solidFill>
              <a:schemeClr val="tx1"/>
            </a:solidFill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8" name="Straight Arrow Connector 97">
            <a:extLst>
              <a:ext uri="{FF2B5EF4-FFF2-40B4-BE49-F238E27FC236}">
                <a16:creationId xmlns:a16="http://schemas.microsoft.com/office/drawing/2014/main" id="{980A1E94-76A9-3C5E-165B-5338DE275A47}"/>
              </a:ext>
            </a:extLst>
          </p:cNvPr>
          <p:cNvCxnSpPr>
            <a:cxnSpLocks/>
          </p:cNvCxnSpPr>
          <p:nvPr/>
        </p:nvCxnSpPr>
        <p:spPr>
          <a:xfrm rot="-3000000" flipH="1" flipV="1">
            <a:off x="1049760" y="5001747"/>
            <a:ext cx="4420" cy="198000"/>
          </a:xfrm>
          <a:prstGeom prst="straightConnector1">
            <a:avLst/>
          </a:prstGeom>
          <a:ln>
            <a:solidFill>
              <a:schemeClr val="tx1"/>
            </a:solidFill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9" name="Straight Connector 98">
            <a:extLst>
              <a:ext uri="{FF2B5EF4-FFF2-40B4-BE49-F238E27FC236}">
                <a16:creationId xmlns:a16="http://schemas.microsoft.com/office/drawing/2014/main" id="{91DA6CE6-A6DF-1536-B78D-1C8663906CD2}"/>
              </a:ext>
            </a:extLst>
          </p:cNvPr>
          <p:cNvCxnSpPr>
            <a:cxnSpLocks/>
          </p:cNvCxnSpPr>
          <p:nvPr/>
        </p:nvCxnSpPr>
        <p:spPr>
          <a:xfrm>
            <a:off x="914083" y="7395181"/>
            <a:ext cx="5601694" cy="0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100" name="Rectangle 99">
            <a:extLst>
              <a:ext uri="{FF2B5EF4-FFF2-40B4-BE49-F238E27FC236}">
                <a16:creationId xmlns:a16="http://schemas.microsoft.com/office/drawing/2014/main" id="{B9F528E5-6751-86E9-2F22-CE760371FA96}"/>
              </a:ext>
            </a:extLst>
          </p:cNvPr>
          <p:cNvSpPr/>
          <p:nvPr/>
        </p:nvSpPr>
        <p:spPr>
          <a:xfrm>
            <a:off x="3416071" y="6438922"/>
            <a:ext cx="370541" cy="940332"/>
          </a:xfrm>
          <a:prstGeom prst="rect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1" name="Freeform: Shape 100">
            <a:extLst>
              <a:ext uri="{FF2B5EF4-FFF2-40B4-BE49-F238E27FC236}">
                <a16:creationId xmlns:a16="http://schemas.microsoft.com/office/drawing/2014/main" id="{5A4FC2DB-D1F5-8BD9-952C-03FDC5CCD312}"/>
              </a:ext>
            </a:extLst>
          </p:cNvPr>
          <p:cNvSpPr/>
          <p:nvPr/>
        </p:nvSpPr>
        <p:spPr>
          <a:xfrm>
            <a:off x="2696557" y="6208336"/>
            <a:ext cx="1786965" cy="985828"/>
          </a:xfrm>
          <a:custGeom>
            <a:avLst/>
            <a:gdLst>
              <a:gd name="csX0" fmla="*/ 0 w 1786965"/>
              <a:gd name="csY0" fmla="*/ 1093699 h 1093699"/>
              <a:gd name="csX1" fmla="*/ 908424 w 1786965"/>
              <a:gd name="csY1" fmla="*/ 5 h 1093699"/>
              <a:gd name="csX2" fmla="*/ 1786965 w 1786965"/>
              <a:gd name="csY2" fmla="*/ 1081746 h 1093699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1786965" h="1093699">
                <a:moveTo>
                  <a:pt x="0" y="1093699"/>
                </a:moveTo>
                <a:cubicBezTo>
                  <a:pt x="305298" y="547848"/>
                  <a:pt x="610597" y="1997"/>
                  <a:pt x="908424" y="5"/>
                </a:cubicBezTo>
                <a:cubicBezTo>
                  <a:pt x="1206251" y="-1987"/>
                  <a:pt x="1496608" y="539879"/>
                  <a:pt x="1786965" y="1081746"/>
                </a:cubicBezTo>
              </a:path>
            </a:pathLst>
          </a:cu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102" name="Straight Connector 101">
            <a:extLst>
              <a:ext uri="{FF2B5EF4-FFF2-40B4-BE49-F238E27FC236}">
                <a16:creationId xmlns:a16="http://schemas.microsoft.com/office/drawing/2014/main" id="{026A6E54-C179-F228-27EF-DFF4DD9FCABC}"/>
              </a:ext>
            </a:extLst>
          </p:cNvPr>
          <p:cNvCxnSpPr>
            <a:cxnSpLocks/>
          </p:cNvCxnSpPr>
          <p:nvPr/>
        </p:nvCxnSpPr>
        <p:spPr>
          <a:xfrm>
            <a:off x="4483517" y="7178130"/>
            <a:ext cx="903174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3" name="Straight Arrow Connector 102">
            <a:extLst>
              <a:ext uri="{FF2B5EF4-FFF2-40B4-BE49-F238E27FC236}">
                <a16:creationId xmlns:a16="http://schemas.microsoft.com/office/drawing/2014/main" id="{670311EE-8E02-B76F-FD6F-EBF32B925692}"/>
              </a:ext>
            </a:extLst>
          </p:cNvPr>
          <p:cNvCxnSpPr>
            <a:cxnSpLocks/>
          </p:cNvCxnSpPr>
          <p:nvPr/>
        </p:nvCxnSpPr>
        <p:spPr>
          <a:xfrm>
            <a:off x="4782390" y="7082974"/>
            <a:ext cx="508884" cy="0"/>
          </a:xfrm>
          <a:prstGeom prst="straightConnector1">
            <a:avLst/>
          </a:prstGeom>
          <a:ln>
            <a:solidFill>
              <a:schemeClr val="tx1"/>
            </a:solidFill>
            <a:prstDash val="sysDash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4" name="Straight Arrow Connector 103">
            <a:extLst>
              <a:ext uri="{FF2B5EF4-FFF2-40B4-BE49-F238E27FC236}">
                <a16:creationId xmlns:a16="http://schemas.microsoft.com/office/drawing/2014/main" id="{68B2D73D-A907-80DF-CFD3-B3FC8C42A256}"/>
              </a:ext>
            </a:extLst>
          </p:cNvPr>
          <p:cNvCxnSpPr>
            <a:cxnSpLocks/>
          </p:cNvCxnSpPr>
          <p:nvPr/>
        </p:nvCxnSpPr>
        <p:spPr>
          <a:xfrm rot="10800000">
            <a:off x="4782390" y="7259980"/>
            <a:ext cx="508884" cy="0"/>
          </a:xfrm>
          <a:prstGeom prst="straightConnector1">
            <a:avLst/>
          </a:prstGeom>
          <a:ln>
            <a:solidFill>
              <a:schemeClr val="tx1"/>
            </a:solidFill>
            <a:prstDash val="sysDash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5" name="Straight Arrow Connector 104">
            <a:extLst>
              <a:ext uri="{FF2B5EF4-FFF2-40B4-BE49-F238E27FC236}">
                <a16:creationId xmlns:a16="http://schemas.microsoft.com/office/drawing/2014/main" id="{CFB0377E-A0AA-522D-1724-513C2C57B22C}"/>
              </a:ext>
            </a:extLst>
          </p:cNvPr>
          <p:cNvCxnSpPr>
            <a:cxnSpLocks/>
            <a:stCxn id="101" idx="0"/>
          </p:cNvCxnSpPr>
          <p:nvPr/>
        </p:nvCxnSpPr>
        <p:spPr>
          <a:xfrm flipH="1" flipV="1">
            <a:off x="2118710" y="7178130"/>
            <a:ext cx="577847" cy="16034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6" name="Oval 105">
            <a:extLst>
              <a:ext uri="{FF2B5EF4-FFF2-40B4-BE49-F238E27FC236}">
                <a16:creationId xmlns:a16="http://schemas.microsoft.com/office/drawing/2014/main" id="{75332DAF-A584-A78B-DBF0-8F5597920C90}"/>
              </a:ext>
            </a:extLst>
          </p:cNvPr>
          <p:cNvSpPr/>
          <p:nvPr/>
        </p:nvSpPr>
        <p:spPr>
          <a:xfrm>
            <a:off x="5483960" y="7023347"/>
            <a:ext cx="355691" cy="355691"/>
          </a:xfrm>
          <a:prstGeom prst="ellipse">
            <a:avLst/>
          </a:prstGeom>
          <a:solidFill>
            <a:schemeClr val="tx1"/>
          </a:solidFill>
          <a:ln>
            <a:solidFill>
              <a:schemeClr val="tx1"/>
            </a:solidFill>
            <a:prstDash val="solid"/>
          </a:ln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7" name="Oval 106">
            <a:extLst>
              <a:ext uri="{FF2B5EF4-FFF2-40B4-BE49-F238E27FC236}">
                <a16:creationId xmlns:a16="http://schemas.microsoft.com/office/drawing/2014/main" id="{5A581177-D5E1-E13E-F30F-729A02F83DF6}"/>
              </a:ext>
            </a:extLst>
          </p:cNvPr>
          <p:cNvSpPr/>
          <p:nvPr/>
        </p:nvSpPr>
        <p:spPr>
          <a:xfrm>
            <a:off x="4296139" y="7023347"/>
            <a:ext cx="355691" cy="355691"/>
          </a:xfrm>
          <a:prstGeom prst="ellipse">
            <a:avLst/>
          </a:prstGeom>
          <a:noFill/>
          <a:ln>
            <a:prstDash val="sysDot"/>
          </a:ln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8" name="Oval 107">
            <a:extLst>
              <a:ext uri="{FF2B5EF4-FFF2-40B4-BE49-F238E27FC236}">
                <a16:creationId xmlns:a16="http://schemas.microsoft.com/office/drawing/2014/main" id="{57C0AE97-0A18-6241-7E2C-0288DE87B626}"/>
              </a:ext>
            </a:extLst>
          </p:cNvPr>
          <p:cNvSpPr/>
          <p:nvPr/>
        </p:nvSpPr>
        <p:spPr>
          <a:xfrm>
            <a:off x="1752655" y="7023346"/>
            <a:ext cx="355691" cy="355691"/>
          </a:xfrm>
          <a:prstGeom prst="ellipse">
            <a:avLst/>
          </a:prstGeom>
          <a:noFill/>
          <a:ln>
            <a:prstDash val="sysDot"/>
          </a:ln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9" name="Oval 108">
            <a:extLst>
              <a:ext uri="{FF2B5EF4-FFF2-40B4-BE49-F238E27FC236}">
                <a16:creationId xmlns:a16="http://schemas.microsoft.com/office/drawing/2014/main" id="{80C1FD9B-217B-9075-FD4A-E69DA83B1387}"/>
              </a:ext>
            </a:extLst>
          </p:cNvPr>
          <p:cNvSpPr/>
          <p:nvPr/>
        </p:nvSpPr>
        <p:spPr>
          <a:xfrm>
            <a:off x="910282" y="6655887"/>
            <a:ext cx="739299" cy="739299"/>
          </a:xfrm>
          <a:prstGeom prst="ellipse">
            <a:avLst/>
          </a:prstGeom>
          <a:solidFill>
            <a:schemeClr val="tx1"/>
          </a:solidFill>
          <a:ln>
            <a:solidFill>
              <a:schemeClr val="tx1"/>
            </a:solidFill>
            <a:prstDash val="solid"/>
          </a:ln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110" name="Straight Connector 109">
            <a:extLst>
              <a:ext uri="{FF2B5EF4-FFF2-40B4-BE49-F238E27FC236}">
                <a16:creationId xmlns:a16="http://schemas.microsoft.com/office/drawing/2014/main" id="{7E76B13C-ACCF-A949-5BD8-8990B1E99D4D}"/>
              </a:ext>
            </a:extLst>
          </p:cNvPr>
          <p:cNvCxnSpPr>
            <a:cxnSpLocks/>
          </p:cNvCxnSpPr>
          <p:nvPr/>
        </p:nvCxnSpPr>
        <p:spPr>
          <a:xfrm>
            <a:off x="3929881" y="11301694"/>
            <a:ext cx="5601694" cy="0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112" name="Freeform: Shape 111">
            <a:extLst>
              <a:ext uri="{FF2B5EF4-FFF2-40B4-BE49-F238E27FC236}">
                <a16:creationId xmlns:a16="http://schemas.microsoft.com/office/drawing/2014/main" id="{CD5A0544-1A44-364C-C315-50AFBAC10AE9}"/>
              </a:ext>
            </a:extLst>
          </p:cNvPr>
          <p:cNvSpPr/>
          <p:nvPr/>
        </p:nvSpPr>
        <p:spPr>
          <a:xfrm>
            <a:off x="5712355" y="10114849"/>
            <a:ext cx="1786965" cy="985828"/>
          </a:xfrm>
          <a:custGeom>
            <a:avLst/>
            <a:gdLst>
              <a:gd name="csX0" fmla="*/ 0 w 1786965"/>
              <a:gd name="csY0" fmla="*/ 1093699 h 1093699"/>
              <a:gd name="csX1" fmla="*/ 908424 w 1786965"/>
              <a:gd name="csY1" fmla="*/ 5 h 1093699"/>
              <a:gd name="csX2" fmla="*/ 1786965 w 1786965"/>
              <a:gd name="csY2" fmla="*/ 1081746 h 1093699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1786965" h="1093699">
                <a:moveTo>
                  <a:pt x="0" y="1093699"/>
                </a:moveTo>
                <a:cubicBezTo>
                  <a:pt x="305298" y="547848"/>
                  <a:pt x="610597" y="1997"/>
                  <a:pt x="908424" y="5"/>
                </a:cubicBezTo>
                <a:cubicBezTo>
                  <a:pt x="1206251" y="-1987"/>
                  <a:pt x="1496608" y="539879"/>
                  <a:pt x="1786965" y="1081746"/>
                </a:cubicBezTo>
              </a:path>
            </a:pathLst>
          </a:cu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113" name="Straight Connector 112">
            <a:extLst>
              <a:ext uri="{FF2B5EF4-FFF2-40B4-BE49-F238E27FC236}">
                <a16:creationId xmlns:a16="http://schemas.microsoft.com/office/drawing/2014/main" id="{F659367E-0BC2-DB43-8FD1-533B2F94F1B3}"/>
              </a:ext>
            </a:extLst>
          </p:cNvPr>
          <p:cNvCxnSpPr>
            <a:cxnSpLocks/>
          </p:cNvCxnSpPr>
          <p:nvPr/>
        </p:nvCxnSpPr>
        <p:spPr>
          <a:xfrm>
            <a:off x="7499315" y="11084643"/>
            <a:ext cx="903174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4" name="Straight Arrow Connector 113">
            <a:extLst>
              <a:ext uri="{FF2B5EF4-FFF2-40B4-BE49-F238E27FC236}">
                <a16:creationId xmlns:a16="http://schemas.microsoft.com/office/drawing/2014/main" id="{B0FE3F9C-DFFC-4D0D-1673-AD480D3E81E1}"/>
              </a:ext>
            </a:extLst>
          </p:cNvPr>
          <p:cNvCxnSpPr>
            <a:cxnSpLocks/>
          </p:cNvCxnSpPr>
          <p:nvPr/>
        </p:nvCxnSpPr>
        <p:spPr>
          <a:xfrm>
            <a:off x="7798188" y="10989487"/>
            <a:ext cx="508884" cy="0"/>
          </a:xfrm>
          <a:prstGeom prst="straightConnector1">
            <a:avLst/>
          </a:prstGeom>
          <a:ln>
            <a:solidFill>
              <a:schemeClr val="tx1"/>
            </a:solidFill>
            <a:prstDash val="sysDash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5" name="Straight Arrow Connector 114">
            <a:extLst>
              <a:ext uri="{FF2B5EF4-FFF2-40B4-BE49-F238E27FC236}">
                <a16:creationId xmlns:a16="http://schemas.microsoft.com/office/drawing/2014/main" id="{A7594382-C5D4-C9B1-3BCF-BE0DA3AD55BF}"/>
              </a:ext>
            </a:extLst>
          </p:cNvPr>
          <p:cNvCxnSpPr>
            <a:cxnSpLocks/>
          </p:cNvCxnSpPr>
          <p:nvPr/>
        </p:nvCxnSpPr>
        <p:spPr>
          <a:xfrm rot="10800000">
            <a:off x="7798188" y="11166493"/>
            <a:ext cx="508884" cy="0"/>
          </a:xfrm>
          <a:prstGeom prst="straightConnector1">
            <a:avLst/>
          </a:prstGeom>
          <a:ln>
            <a:solidFill>
              <a:schemeClr val="tx1"/>
            </a:solidFill>
            <a:prstDash val="sysDash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6" name="Straight Arrow Connector 115">
            <a:extLst>
              <a:ext uri="{FF2B5EF4-FFF2-40B4-BE49-F238E27FC236}">
                <a16:creationId xmlns:a16="http://schemas.microsoft.com/office/drawing/2014/main" id="{70F13F1D-7404-A974-1260-727042E80EE5}"/>
              </a:ext>
            </a:extLst>
          </p:cNvPr>
          <p:cNvCxnSpPr>
            <a:cxnSpLocks/>
            <a:stCxn id="112" idx="0"/>
          </p:cNvCxnSpPr>
          <p:nvPr/>
        </p:nvCxnSpPr>
        <p:spPr>
          <a:xfrm flipH="1" flipV="1">
            <a:off x="5134508" y="11084643"/>
            <a:ext cx="577847" cy="16034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7" name="Oval 116">
            <a:extLst>
              <a:ext uri="{FF2B5EF4-FFF2-40B4-BE49-F238E27FC236}">
                <a16:creationId xmlns:a16="http://schemas.microsoft.com/office/drawing/2014/main" id="{D583EBC0-221F-3AB9-5444-FB1972C13128}"/>
              </a:ext>
            </a:extLst>
          </p:cNvPr>
          <p:cNvSpPr/>
          <p:nvPr/>
        </p:nvSpPr>
        <p:spPr>
          <a:xfrm>
            <a:off x="8499758" y="10929860"/>
            <a:ext cx="355691" cy="355691"/>
          </a:xfrm>
          <a:prstGeom prst="ellipse">
            <a:avLst/>
          </a:prstGeom>
          <a:solidFill>
            <a:schemeClr val="tx1"/>
          </a:solidFill>
          <a:ln>
            <a:solidFill>
              <a:schemeClr val="tx1"/>
            </a:solidFill>
            <a:prstDash val="solid"/>
          </a:ln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9" name="Oval 118">
            <a:extLst>
              <a:ext uri="{FF2B5EF4-FFF2-40B4-BE49-F238E27FC236}">
                <a16:creationId xmlns:a16="http://schemas.microsoft.com/office/drawing/2014/main" id="{5024483F-B313-0DA3-9973-2487225BD912}"/>
              </a:ext>
            </a:extLst>
          </p:cNvPr>
          <p:cNvSpPr/>
          <p:nvPr/>
        </p:nvSpPr>
        <p:spPr>
          <a:xfrm>
            <a:off x="4768453" y="10929859"/>
            <a:ext cx="355691" cy="355691"/>
          </a:xfrm>
          <a:prstGeom prst="ellipse">
            <a:avLst/>
          </a:prstGeom>
          <a:noFill/>
          <a:ln>
            <a:prstDash val="sysDot"/>
          </a:ln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0" name="Oval 119">
            <a:extLst>
              <a:ext uri="{FF2B5EF4-FFF2-40B4-BE49-F238E27FC236}">
                <a16:creationId xmlns:a16="http://schemas.microsoft.com/office/drawing/2014/main" id="{97378F1D-FC0A-6127-F99A-45D2A7C73596}"/>
              </a:ext>
            </a:extLst>
          </p:cNvPr>
          <p:cNvSpPr/>
          <p:nvPr/>
        </p:nvSpPr>
        <p:spPr>
          <a:xfrm>
            <a:off x="3926080" y="10562400"/>
            <a:ext cx="739299" cy="739299"/>
          </a:xfrm>
          <a:prstGeom prst="ellipse">
            <a:avLst/>
          </a:prstGeom>
          <a:solidFill>
            <a:schemeClr val="tx1"/>
          </a:solidFill>
          <a:ln>
            <a:solidFill>
              <a:schemeClr val="tx1"/>
            </a:solidFill>
            <a:prstDash val="solid"/>
          </a:ln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121" name="Straight Connector 120">
            <a:extLst>
              <a:ext uri="{FF2B5EF4-FFF2-40B4-BE49-F238E27FC236}">
                <a16:creationId xmlns:a16="http://schemas.microsoft.com/office/drawing/2014/main" id="{663FC03D-CB51-448E-C480-23EC2145EBB6}"/>
              </a:ext>
            </a:extLst>
          </p:cNvPr>
          <p:cNvCxnSpPr>
            <a:cxnSpLocks/>
          </p:cNvCxnSpPr>
          <p:nvPr/>
        </p:nvCxnSpPr>
        <p:spPr>
          <a:xfrm>
            <a:off x="3929881" y="9311526"/>
            <a:ext cx="5601694" cy="0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127" name="Oval 126">
            <a:extLst>
              <a:ext uri="{FF2B5EF4-FFF2-40B4-BE49-F238E27FC236}">
                <a16:creationId xmlns:a16="http://schemas.microsoft.com/office/drawing/2014/main" id="{D1430A90-AC5E-7A52-E62F-6834F53768D0}"/>
              </a:ext>
            </a:extLst>
          </p:cNvPr>
          <p:cNvSpPr/>
          <p:nvPr/>
        </p:nvSpPr>
        <p:spPr>
          <a:xfrm>
            <a:off x="8499758" y="8939692"/>
            <a:ext cx="355691" cy="355691"/>
          </a:xfrm>
          <a:prstGeom prst="ellipse">
            <a:avLst/>
          </a:prstGeom>
          <a:solidFill>
            <a:schemeClr val="tx1"/>
          </a:solidFill>
          <a:ln>
            <a:solidFill>
              <a:schemeClr val="tx1"/>
            </a:solidFill>
            <a:prstDash val="solid"/>
          </a:ln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9" name="Oval 128">
            <a:extLst>
              <a:ext uri="{FF2B5EF4-FFF2-40B4-BE49-F238E27FC236}">
                <a16:creationId xmlns:a16="http://schemas.microsoft.com/office/drawing/2014/main" id="{B8D6B9ED-2DEB-BF31-4CC6-123BED45A954}"/>
              </a:ext>
            </a:extLst>
          </p:cNvPr>
          <p:cNvSpPr/>
          <p:nvPr/>
        </p:nvSpPr>
        <p:spPr>
          <a:xfrm>
            <a:off x="4768453" y="8939691"/>
            <a:ext cx="355691" cy="355691"/>
          </a:xfrm>
          <a:prstGeom prst="ellipse">
            <a:avLst/>
          </a:prstGeom>
          <a:noFill/>
          <a:ln>
            <a:prstDash val="sysDot"/>
          </a:ln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0" name="Oval 129">
            <a:extLst>
              <a:ext uri="{FF2B5EF4-FFF2-40B4-BE49-F238E27FC236}">
                <a16:creationId xmlns:a16="http://schemas.microsoft.com/office/drawing/2014/main" id="{D3093D28-F6BE-444A-2925-10DDB67709A4}"/>
              </a:ext>
            </a:extLst>
          </p:cNvPr>
          <p:cNvSpPr/>
          <p:nvPr/>
        </p:nvSpPr>
        <p:spPr>
          <a:xfrm>
            <a:off x="3926080" y="8572232"/>
            <a:ext cx="739299" cy="739299"/>
          </a:xfrm>
          <a:prstGeom prst="ellipse">
            <a:avLst/>
          </a:prstGeom>
          <a:solidFill>
            <a:schemeClr val="tx1"/>
          </a:solidFill>
          <a:ln>
            <a:solidFill>
              <a:schemeClr val="tx1"/>
            </a:solidFill>
            <a:prstDash val="solid"/>
          </a:ln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134" name="Straight Arrow Connector 133">
            <a:extLst>
              <a:ext uri="{FF2B5EF4-FFF2-40B4-BE49-F238E27FC236}">
                <a16:creationId xmlns:a16="http://schemas.microsoft.com/office/drawing/2014/main" id="{94074212-E083-C79C-BF3F-8483EA55AF91}"/>
              </a:ext>
            </a:extLst>
          </p:cNvPr>
          <p:cNvCxnSpPr>
            <a:cxnSpLocks/>
          </p:cNvCxnSpPr>
          <p:nvPr/>
        </p:nvCxnSpPr>
        <p:spPr>
          <a:xfrm flipH="1">
            <a:off x="5247114" y="9117531"/>
            <a:ext cx="3143624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pic>
        <p:nvPicPr>
          <p:cNvPr id="5" name="Picture 4">
            <a:extLst>
              <a:ext uri="{FF2B5EF4-FFF2-40B4-BE49-F238E27FC236}">
                <a16:creationId xmlns:a16="http://schemas.microsoft.com/office/drawing/2014/main" id="{74DD54ED-C52C-DEC8-DEBE-BFB0A2D9EFAB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052563" y="13156658"/>
            <a:ext cx="9234135" cy="4617068"/>
          </a:xfrm>
          <a:prstGeom prst="rect">
            <a:avLst/>
          </a:prstGeom>
        </p:spPr>
      </p:pic>
      <p:sp>
        <p:nvSpPr>
          <p:cNvPr id="57" name="TextBox 56">
            <a:extLst>
              <a:ext uri="{FF2B5EF4-FFF2-40B4-BE49-F238E27FC236}">
                <a16:creationId xmlns:a16="http://schemas.microsoft.com/office/drawing/2014/main" id="{D910A694-0452-D890-2298-46E93A3FA6E6}"/>
              </a:ext>
            </a:extLst>
          </p:cNvPr>
          <p:cNvSpPr txBox="1"/>
          <p:nvPr/>
        </p:nvSpPr>
        <p:spPr>
          <a:xfrm>
            <a:off x="1266845" y="2027318"/>
            <a:ext cx="5128327" cy="70788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4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Experimental Condition</a:t>
            </a:r>
          </a:p>
        </p:txBody>
      </p:sp>
      <p:sp>
        <p:nvSpPr>
          <p:cNvPr id="61" name="TextBox 60">
            <a:extLst>
              <a:ext uri="{FF2B5EF4-FFF2-40B4-BE49-F238E27FC236}">
                <a16:creationId xmlns:a16="http://schemas.microsoft.com/office/drawing/2014/main" id="{0B3B3412-5331-59CE-2C13-AFEA26D1924A}"/>
              </a:ext>
            </a:extLst>
          </p:cNvPr>
          <p:cNvSpPr txBox="1"/>
          <p:nvPr/>
        </p:nvSpPr>
        <p:spPr>
          <a:xfrm>
            <a:off x="7215479" y="2023685"/>
            <a:ext cx="3932487" cy="70788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4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Control Condition</a:t>
            </a:r>
          </a:p>
        </p:txBody>
      </p:sp>
      <p:sp>
        <p:nvSpPr>
          <p:cNvPr id="62" name="TextBox 61">
            <a:extLst>
              <a:ext uri="{FF2B5EF4-FFF2-40B4-BE49-F238E27FC236}">
                <a16:creationId xmlns:a16="http://schemas.microsoft.com/office/drawing/2014/main" id="{7F268A1A-8883-D15F-EB50-0E4CEED89FE8}"/>
              </a:ext>
            </a:extLst>
          </p:cNvPr>
          <p:cNvSpPr txBox="1"/>
          <p:nvPr/>
        </p:nvSpPr>
        <p:spPr>
          <a:xfrm>
            <a:off x="1184860" y="2585768"/>
            <a:ext cx="5484771" cy="70788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4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Constrained Action Event</a:t>
            </a:r>
          </a:p>
        </p:txBody>
      </p:sp>
      <p:sp>
        <p:nvSpPr>
          <p:cNvPr id="63" name="TextBox 62">
            <a:extLst>
              <a:ext uri="{FF2B5EF4-FFF2-40B4-BE49-F238E27FC236}">
                <a16:creationId xmlns:a16="http://schemas.microsoft.com/office/drawing/2014/main" id="{0038E604-13BB-CDAB-4266-50D9A6AB224B}"/>
              </a:ext>
            </a:extLst>
          </p:cNvPr>
          <p:cNvSpPr txBox="1"/>
          <p:nvPr/>
        </p:nvSpPr>
        <p:spPr>
          <a:xfrm>
            <a:off x="6846997" y="2580986"/>
            <a:ext cx="5997732" cy="70788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4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Unconstrained Action Event</a:t>
            </a:r>
          </a:p>
        </p:txBody>
      </p:sp>
      <p:sp>
        <p:nvSpPr>
          <p:cNvPr id="64" name="TextBox 63">
            <a:extLst>
              <a:ext uri="{FF2B5EF4-FFF2-40B4-BE49-F238E27FC236}">
                <a16:creationId xmlns:a16="http://schemas.microsoft.com/office/drawing/2014/main" id="{45D44FB4-E070-8EC4-5821-BF1A141D571D}"/>
              </a:ext>
            </a:extLst>
          </p:cNvPr>
          <p:cNvSpPr txBox="1"/>
          <p:nvPr/>
        </p:nvSpPr>
        <p:spPr>
          <a:xfrm>
            <a:off x="15349577" y="-46052"/>
            <a:ext cx="9950224" cy="70788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4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Paradigms Underlying the Five Target Findings</a:t>
            </a:r>
          </a:p>
        </p:txBody>
      </p:sp>
      <p:sp>
        <p:nvSpPr>
          <p:cNvPr id="65" name="TextBox 64">
            <a:extLst>
              <a:ext uri="{FF2B5EF4-FFF2-40B4-BE49-F238E27FC236}">
                <a16:creationId xmlns:a16="http://schemas.microsoft.com/office/drawing/2014/main" id="{D3F888E5-1EEF-20D6-EDBB-ADA88381C5C8}"/>
              </a:ext>
            </a:extLst>
          </p:cNvPr>
          <p:cNvSpPr txBox="1"/>
          <p:nvPr/>
        </p:nvSpPr>
        <p:spPr>
          <a:xfrm>
            <a:off x="1583192" y="826884"/>
            <a:ext cx="10021590" cy="132343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4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Target Finding 1: </a:t>
            </a:r>
          </a:p>
          <a:p>
            <a:pPr algn="ctr"/>
            <a:r>
              <a:rPr lang="en-US" sz="4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Selective Longer Looking to Inefficient Actions</a:t>
            </a:r>
          </a:p>
        </p:txBody>
      </p:sp>
      <p:cxnSp>
        <p:nvCxnSpPr>
          <p:cNvPr id="66" name="Straight Connector 65">
            <a:extLst>
              <a:ext uri="{FF2B5EF4-FFF2-40B4-BE49-F238E27FC236}">
                <a16:creationId xmlns:a16="http://schemas.microsoft.com/office/drawing/2014/main" id="{3D057A84-EBBF-6876-48ED-6A6536F54FEE}"/>
              </a:ext>
            </a:extLst>
          </p:cNvPr>
          <p:cNvCxnSpPr>
            <a:cxnSpLocks/>
          </p:cNvCxnSpPr>
          <p:nvPr/>
        </p:nvCxnSpPr>
        <p:spPr>
          <a:xfrm>
            <a:off x="19341608" y="5652169"/>
            <a:ext cx="5601694" cy="0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67" name="Rectangle 66">
            <a:extLst>
              <a:ext uri="{FF2B5EF4-FFF2-40B4-BE49-F238E27FC236}">
                <a16:creationId xmlns:a16="http://schemas.microsoft.com/office/drawing/2014/main" id="{2FDE2742-B6C5-9A39-3F9E-D44979502174}"/>
              </a:ext>
            </a:extLst>
          </p:cNvPr>
          <p:cNvSpPr/>
          <p:nvPr/>
        </p:nvSpPr>
        <p:spPr>
          <a:xfrm>
            <a:off x="24459217" y="4695910"/>
            <a:ext cx="370541" cy="940332"/>
          </a:xfrm>
          <a:prstGeom prst="rect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68" name="Straight Connector 67">
            <a:extLst>
              <a:ext uri="{FF2B5EF4-FFF2-40B4-BE49-F238E27FC236}">
                <a16:creationId xmlns:a16="http://schemas.microsoft.com/office/drawing/2014/main" id="{F3121D8D-F09F-F643-AA03-F0DA7F7F322D}"/>
              </a:ext>
            </a:extLst>
          </p:cNvPr>
          <p:cNvCxnSpPr>
            <a:cxnSpLocks/>
          </p:cNvCxnSpPr>
          <p:nvPr/>
        </p:nvCxnSpPr>
        <p:spPr>
          <a:xfrm>
            <a:off x="23206114" y="5435118"/>
            <a:ext cx="608107" cy="0"/>
          </a:xfrm>
          <a:prstGeom prst="line">
            <a:avLst/>
          </a:prstGeom>
          <a:ln>
            <a:solidFill>
              <a:schemeClr val="tx1"/>
            </a:solidFill>
            <a:head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5" name="Oval 74">
            <a:extLst>
              <a:ext uri="{FF2B5EF4-FFF2-40B4-BE49-F238E27FC236}">
                <a16:creationId xmlns:a16="http://schemas.microsoft.com/office/drawing/2014/main" id="{234D586E-5209-2693-2BAF-8D1D12A86A88}"/>
              </a:ext>
            </a:extLst>
          </p:cNvPr>
          <p:cNvSpPr/>
          <p:nvPr/>
        </p:nvSpPr>
        <p:spPr>
          <a:xfrm>
            <a:off x="22723664" y="5280335"/>
            <a:ext cx="355691" cy="355691"/>
          </a:xfrm>
          <a:prstGeom prst="ellipse">
            <a:avLst/>
          </a:prstGeom>
          <a:noFill/>
          <a:ln>
            <a:prstDash val="sysDot"/>
          </a:ln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80" name="Straight Connector 79">
            <a:extLst>
              <a:ext uri="{FF2B5EF4-FFF2-40B4-BE49-F238E27FC236}">
                <a16:creationId xmlns:a16="http://schemas.microsoft.com/office/drawing/2014/main" id="{C642AA98-8D33-0C5A-2CA5-1FE42C01FC58}"/>
              </a:ext>
            </a:extLst>
          </p:cNvPr>
          <p:cNvCxnSpPr>
            <a:cxnSpLocks/>
          </p:cNvCxnSpPr>
          <p:nvPr/>
        </p:nvCxnSpPr>
        <p:spPr>
          <a:xfrm>
            <a:off x="19337802" y="7453630"/>
            <a:ext cx="5601694" cy="0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81" name="Rectangle 80">
            <a:extLst>
              <a:ext uri="{FF2B5EF4-FFF2-40B4-BE49-F238E27FC236}">
                <a16:creationId xmlns:a16="http://schemas.microsoft.com/office/drawing/2014/main" id="{31404B3A-DB6E-0421-F38B-A2EB03C58D9A}"/>
              </a:ext>
            </a:extLst>
          </p:cNvPr>
          <p:cNvSpPr/>
          <p:nvPr/>
        </p:nvSpPr>
        <p:spPr>
          <a:xfrm>
            <a:off x="24455411" y="6497371"/>
            <a:ext cx="370541" cy="940332"/>
          </a:xfrm>
          <a:prstGeom prst="rect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2" name="Freeform: Shape 81">
            <a:extLst>
              <a:ext uri="{FF2B5EF4-FFF2-40B4-BE49-F238E27FC236}">
                <a16:creationId xmlns:a16="http://schemas.microsoft.com/office/drawing/2014/main" id="{74482F6E-0F53-C081-6951-EEE33FC970A1}"/>
              </a:ext>
            </a:extLst>
          </p:cNvPr>
          <p:cNvSpPr/>
          <p:nvPr/>
        </p:nvSpPr>
        <p:spPr>
          <a:xfrm>
            <a:off x="21120276" y="6266785"/>
            <a:ext cx="1786965" cy="985828"/>
          </a:xfrm>
          <a:custGeom>
            <a:avLst/>
            <a:gdLst>
              <a:gd name="csX0" fmla="*/ 0 w 1786965"/>
              <a:gd name="csY0" fmla="*/ 1093699 h 1093699"/>
              <a:gd name="csX1" fmla="*/ 908424 w 1786965"/>
              <a:gd name="csY1" fmla="*/ 5 h 1093699"/>
              <a:gd name="csX2" fmla="*/ 1786965 w 1786965"/>
              <a:gd name="csY2" fmla="*/ 1081746 h 1093699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1786965" h="1093699">
                <a:moveTo>
                  <a:pt x="0" y="1093699"/>
                </a:moveTo>
                <a:cubicBezTo>
                  <a:pt x="305298" y="547848"/>
                  <a:pt x="610597" y="1997"/>
                  <a:pt x="908424" y="5"/>
                </a:cubicBezTo>
                <a:cubicBezTo>
                  <a:pt x="1206251" y="-1987"/>
                  <a:pt x="1496608" y="539879"/>
                  <a:pt x="1786965" y="1081746"/>
                </a:cubicBezTo>
              </a:path>
            </a:pathLst>
          </a:cu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83" name="Straight Connector 82">
            <a:extLst>
              <a:ext uri="{FF2B5EF4-FFF2-40B4-BE49-F238E27FC236}">
                <a16:creationId xmlns:a16="http://schemas.microsoft.com/office/drawing/2014/main" id="{50BDA6E0-10FB-6414-36BE-D82949F5E963}"/>
              </a:ext>
            </a:extLst>
          </p:cNvPr>
          <p:cNvCxnSpPr>
            <a:cxnSpLocks/>
          </p:cNvCxnSpPr>
          <p:nvPr/>
        </p:nvCxnSpPr>
        <p:spPr>
          <a:xfrm>
            <a:off x="22907236" y="7236579"/>
            <a:ext cx="903174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8" name="Straight Arrow Connector 117">
            <a:extLst>
              <a:ext uri="{FF2B5EF4-FFF2-40B4-BE49-F238E27FC236}">
                <a16:creationId xmlns:a16="http://schemas.microsoft.com/office/drawing/2014/main" id="{2171ED95-20C8-7ECA-23E9-01A724B703B6}"/>
              </a:ext>
            </a:extLst>
          </p:cNvPr>
          <p:cNvCxnSpPr>
            <a:cxnSpLocks/>
            <a:stCxn id="82" idx="0"/>
          </p:cNvCxnSpPr>
          <p:nvPr/>
        </p:nvCxnSpPr>
        <p:spPr>
          <a:xfrm flipH="1" flipV="1">
            <a:off x="20542429" y="7236579"/>
            <a:ext cx="577847" cy="16034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2" name="Oval 121">
            <a:extLst>
              <a:ext uri="{FF2B5EF4-FFF2-40B4-BE49-F238E27FC236}">
                <a16:creationId xmlns:a16="http://schemas.microsoft.com/office/drawing/2014/main" id="{B8F70C28-B29B-41A1-6C1F-90BA9AB3DBC5}"/>
              </a:ext>
            </a:extLst>
          </p:cNvPr>
          <p:cNvSpPr/>
          <p:nvPr/>
        </p:nvSpPr>
        <p:spPr>
          <a:xfrm>
            <a:off x="23907679" y="7081796"/>
            <a:ext cx="355691" cy="355691"/>
          </a:xfrm>
          <a:prstGeom prst="ellipse">
            <a:avLst/>
          </a:prstGeom>
          <a:solidFill>
            <a:schemeClr val="tx1"/>
          </a:solidFill>
          <a:ln>
            <a:solidFill>
              <a:schemeClr val="tx1"/>
            </a:solidFill>
            <a:prstDash val="solid"/>
          </a:ln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3" name="Oval 122">
            <a:extLst>
              <a:ext uri="{FF2B5EF4-FFF2-40B4-BE49-F238E27FC236}">
                <a16:creationId xmlns:a16="http://schemas.microsoft.com/office/drawing/2014/main" id="{F70F9A9C-059F-B6FC-CD39-0BD4F41F7743}"/>
              </a:ext>
            </a:extLst>
          </p:cNvPr>
          <p:cNvSpPr/>
          <p:nvPr/>
        </p:nvSpPr>
        <p:spPr>
          <a:xfrm>
            <a:off x="22719858" y="7081796"/>
            <a:ext cx="355691" cy="355691"/>
          </a:xfrm>
          <a:prstGeom prst="ellipse">
            <a:avLst/>
          </a:prstGeom>
          <a:noFill/>
          <a:ln>
            <a:prstDash val="sysDot"/>
          </a:ln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4" name="Oval 123">
            <a:extLst>
              <a:ext uri="{FF2B5EF4-FFF2-40B4-BE49-F238E27FC236}">
                <a16:creationId xmlns:a16="http://schemas.microsoft.com/office/drawing/2014/main" id="{D52F7FA9-3ADC-6D14-5100-405A14C04959}"/>
              </a:ext>
            </a:extLst>
          </p:cNvPr>
          <p:cNvSpPr/>
          <p:nvPr/>
        </p:nvSpPr>
        <p:spPr>
          <a:xfrm>
            <a:off x="20176374" y="7081795"/>
            <a:ext cx="355691" cy="355691"/>
          </a:xfrm>
          <a:prstGeom prst="ellipse">
            <a:avLst/>
          </a:prstGeom>
          <a:noFill/>
          <a:ln>
            <a:prstDash val="sysDot"/>
          </a:ln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5" name="Oval 124">
            <a:extLst>
              <a:ext uri="{FF2B5EF4-FFF2-40B4-BE49-F238E27FC236}">
                <a16:creationId xmlns:a16="http://schemas.microsoft.com/office/drawing/2014/main" id="{F5F86ED4-7FD5-5BE7-7450-CBEEC772F97B}"/>
              </a:ext>
            </a:extLst>
          </p:cNvPr>
          <p:cNvSpPr/>
          <p:nvPr/>
        </p:nvSpPr>
        <p:spPr>
          <a:xfrm>
            <a:off x="19334001" y="6714336"/>
            <a:ext cx="739299" cy="739299"/>
          </a:xfrm>
          <a:prstGeom prst="ellipse">
            <a:avLst/>
          </a:prstGeom>
          <a:solidFill>
            <a:schemeClr val="tx1"/>
          </a:solidFill>
          <a:ln>
            <a:solidFill>
              <a:schemeClr val="tx1"/>
            </a:solidFill>
            <a:prstDash val="solid"/>
          </a:ln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126" name="Straight Connector 125">
            <a:extLst>
              <a:ext uri="{FF2B5EF4-FFF2-40B4-BE49-F238E27FC236}">
                <a16:creationId xmlns:a16="http://schemas.microsoft.com/office/drawing/2014/main" id="{116D10A9-35DC-56A0-E794-95700D8E4D08}"/>
              </a:ext>
            </a:extLst>
          </p:cNvPr>
          <p:cNvCxnSpPr>
            <a:cxnSpLocks/>
          </p:cNvCxnSpPr>
          <p:nvPr/>
        </p:nvCxnSpPr>
        <p:spPr>
          <a:xfrm>
            <a:off x="13528769" y="5652169"/>
            <a:ext cx="5601694" cy="0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128" name="Rectangle 127">
            <a:extLst>
              <a:ext uri="{FF2B5EF4-FFF2-40B4-BE49-F238E27FC236}">
                <a16:creationId xmlns:a16="http://schemas.microsoft.com/office/drawing/2014/main" id="{3AB85B92-4BDD-9D0F-306E-E36314C89391}"/>
              </a:ext>
            </a:extLst>
          </p:cNvPr>
          <p:cNvSpPr/>
          <p:nvPr/>
        </p:nvSpPr>
        <p:spPr>
          <a:xfrm>
            <a:off x="16030757" y="4695910"/>
            <a:ext cx="370541" cy="940332"/>
          </a:xfrm>
          <a:prstGeom prst="rect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131" name="Straight Connector 130">
            <a:extLst>
              <a:ext uri="{FF2B5EF4-FFF2-40B4-BE49-F238E27FC236}">
                <a16:creationId xmlns:a16="http://schemas.microsoft.com/office/drawing/2014/main" id="{84F934BA-4C2A-6C16-AD42-685C31B452E5}"/>
              </a:ext>
            </a:extLst>
          </p:cNvPr>
          <p:cNvCxnSpPr>
            <a:cxnSpLocks/>
          </p:cNvCxnSpPr>
          <p:nvPr/>
        </p:nvCxnSpPr>
        <p:spPr>
          <a:xfrm>
            <a:off x="17393275" y="5435118"/>
            <a:ext cx="608107" cy="0"/>
          </a:xfrm>
          <a:prstGeom prst="line">
            <a:avLst/>
          </a:prstGeom>
          <a:ln>
            <a:solidFill>
              <a:schemeClr val="tx1"/>
            </a:solidFill>
            <a:head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9" name="Oval 138">
            <a:extLst>
              <a:ext uri="{FF2B5EF4-FFF2-40B4-BE49-F238E27FC236}">
                <a16:creationId xmlns:a16="http://schemas.microsoft.com/office/drawing/2014/main" id="{E7305ACB-27DF-6560-0EB7-073F0CFACB8D}"/>
              </a:ext>
            </a:extLst>
          </p:cNvPr>
          <p:cNvSpPr/>
          <p:nvPr/>
        </p:nvSpPr>
        <p:spPr>
          <a:xfrm>
            <a:off x="16910825" y="5280335"/>
            <a:ext cx="355691" cy="355691"/>
          </a:xfrm>
          <a:prstGeom prst="ellipse">
            <a:avLst/>
          </a:prstGeom>
          <a:noFill/>
          <a:ln>
            <a:prstDash val="sysDot"/>
          </a:ln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144" name="Straight Connector 143">
            <a:extLst>
              <a:ext uri="{FF2B5EF4-FFF2-40B4-BE49-F238E27FC236}">
                <a16:creationId xmlns:a16="http://schemas.microsoft.com/office/drawing/2014/main" id="{984A4B3B-1708-C3DC-7334-5C25372C76D7}"/>
              </a:ext>
            </a:extLst>
          </p:cNvPr>
          <p:cNvCxnSpPr>
            <a:cxnSpLocks/>
          </p:cNvCxnSpPr>
          <p:nvPr/>
        </p:nvCxnSpPr>
        <p:spPr>
          <a:xfrm>
            <a:off x="13524963" y="7453630"/>
            <a:ext cx="5601694" cy="0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145" name="Rectangle 144">
            <a:extLst>
              <a:ext uri="{FF2B5EF4-FFF2-40B4-BE49-F238E27FC236}">
                <a16:creationId xmlns:a16="http://schemas.microsoft.com/office/drawing/2014/main" id="{1E7F1A34-F3E4-C58D-3654-E059DEF03945}"/>
              </a:ext>
            </a:extLst>
          </p:cNvPr>
          <p:cNvSpPr/>
          <p:nvPr/>
        </p:nvSpPr>
        <p:spPr>
          <a:xfrm>
            <a:off x="16026951" y="6497371"/>
            <a:ext cx="370541" cy="940332"/>
          </a:xfrm>
          <a:prstGeom prst="rect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6" name="Freeform: Shape 145">
            <a:extLst>
              <a:ext uri="{FF2B5EF4-FFF2-40B4-BE49-F238E27FC236}">
                <a16:creationId xmlns:a16="http://schemas.microsoft.com/office/drawing/2014/main" id="{1B8919A6-5529-70C3-B922-74FEDE71F3EB}"/>
              </a:ext>
            </a:extLst>
          </p:cNvPr>
          <p:cNvSpPr/>
          <p:nvPr/>
        </p:nvSpPr>
        <p:spPr>
          <a:xfrm>
            <a:off x="15307437" y="6266785"/>
            <a:ext cx="1786965" cy="985828"/>
          </a:xfrm>
          <a:custGeom>
            <a:avLst/>
            <a:gdLst>
              <a:gd name="csX0" fmla="*/ 0 w 1786965"/>
              <a:gd name="csY0" fmla="*/ 1093699 h 1093699"/>
              <a:gd name="csX1" fmla="*/ 908424 w 1786965"/>
              <a:gd name="csY1" fmla="*/ 5 h 1093699"/>
              <a:gd name="csX2" fmla="*/ 1786965 w 1786965"/>
              <a:gd name="csY2" fmla="*/ 1081746 h 1093699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1786965" h="1093699">
                <a:moveTo>
                  <a:pt x="0" y="1093699"/>
                </a:moveTo>
                <a:cubicBezTo>
                  <a:pt x="305298" y="547848"/>
                  <a:pt x="610597" y="1997"/>
                  <a:pt x="908424" y="5"/>
                </a:cubicBezTo>
                <a:cubicBezTo>
                  <a:pt x="1206251" y="-1987"/>
                  <a:pt x="1496608" y="539879"/>
                  <a:pt x="1786965" y="1081746"/>
                </a:cubicBezTo>
              </a:path>
            </a:pathLst>
          </a:cu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147" name="Straight Connector 146">
            <a:extLst>
              <a:ext uri="{FF2B5EF4-FFF2-40B4-BE49-F238E27FC236}">
                <a16:creationId xmlns:a16="http://schemas.microsoft.com/office/drawing/2014/main" id="{99BEC867-5264-6458-A26D-F7765D22D509}"/>
              </a:ext>
            </a:extLst>
          </p:cNvPr>
          <p:cNvCxnSpPr>
            <a:cxnSpLocks/>
          </p:cNvCxnSpPr>
          <p:nvPr/>
        </p:nvCxnSpPr>
        <p:spPr>
          <a:xfrm>
            <a:off x="17094397" y="7236579"/>
            <a:ext cx="903174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0" name="Straight Arrow Connector 149">
            <a:extLst>
              <a:ext uri="{FF2B5EF4-FFF2-40B4-BE49-F238E27FC236}">
                <a16:creationId xmlns:a16="http://schemas.microsoft.com/office/drawing/2014/main" id="{4A524302-0595-9245-091E-9C009C7151CA}"/>
              </a:ext>
            </a:extLst>
          </p:cNvPr>
          <p:cNvCxnSpPr>
            <a:cxnSpLocks/>
            <a:stCxn id="146" idx="0"/>
          </p:cNvCxnSpPr>
          <p:nvPr/>
        </p:nvCxnSpPr>
        <p:spPr>
          <a:xfrm flipH="1" flipV="1">
            <a:off x="14729590" y="7236579"/>
            <a:ext cx="577847" cy="16034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1" name="Oval 150">
            <a:extLst>
              <a:ext uri="{FF2B5EF4-FFF2-40B4-BE49-F238E27FC236}">
                <a16:creationId xmlns:a16="http://schemas.microsoft.com/office/drawing/2014/main" id="{3CECB18C-C12A-327B-88BA-64AC20DEC2CF}"/>
              </a:ext>
            </a:extLst>
          </p:cNvPr>
          <p:cNvSpPr/>
          <p:nvPr/>
        </p:nvSpPr>
        <p:spPr>
          <a:xfrm>
            <a:off x="18094840" y="7081796"/>
            <a:ext cx="355691" cy="355691"/>
          </a:xfrm>
          <a:prstGeom prst="ellipse">
            <a:avLst/>
          </a:prstGeom>
          <a:solidFill>
            <a:schemeClr val="tx1"/>
          </a:solidFill>
          <a:ln>
            <a:solidFill>
              <a:schemeClr val="tx1"/>
            </a:solidFill>
            <a:prstDash val="solid"/>
          </a:ln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2" name="Oval 151">
            <a:extLst>
              <a:ext uri="{FF2B5EF4-FFF2-40B4-BE49-F238E27FC236}">
                <a16:creationId xmlns:a16="http://schemas.microsoft.com/office/drawing/2014/main" id="{769C8F7E-8F67-2DD8-AF9F-649B91A73EA1}"/>
              </a:ext>
            </a:extLst>
          </p:cNvPr>
          <p:cNvSpPr/>
          <p:nvPr/>
        </p:nvSpPr>
        <p:spPr>
          <a:xfrm>
            <a:off x="16907019" y="7081796"/>
            <a:ext cx="355691" cy="355691"/>
          </a:xfrm>
          <a:prstGeom prst="ellipse">
            <a:avLst/>
          </a:prstGeom>
          <a:noFill/>
          <a:ln>
            <a:prstDash val="sysDot"/>
          </a:ln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3" name="Oval 152">
            <a:extLst>
              <a:ext uri="{FF2B5EF4-FFF2-40B4-BE49-F238E27FC236}">
                <a16:creationId xmlns:a16="http://schemas.microsoft.com/office/drawing/2014/main" id="{10237503-8A35-54A6-5208-B8A9CA7C2EDC}"/>
              </a:ext>
            </a:extLst>
          </p:cNvPr>
          <p:cNvSpPr/>
          <p:nvPr/>
        </p:nvSpPr>
        <p:spPr>
          <a:xfrm>
            <a:off x="14363535" y="7081795"/>
            <a:ext cx="355691" cy="355691"/>
          </a:xfrm>
          <a:prstGeom prst="ellipse">
            <a:avLst/>
          </a:prstGeom>
          <a:noFill/>
          <a:ln>
            <a:prstDash val="sysDot"/>
          </a:ln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4" name="Oval 153">
            <a:extLst>
              <a:ext uri="{FF2B5EF4-FFF2-40B4-BE49-F238E27FC236}">
                <a16:creationId xmlns:a16="http://schemas.microsoft.com/office/drawing/2014/main" id="{33B0DE4C-F494-707C-5A7D-A8C7072DE63B}"/>
              </a:ext>
            </a:extLst>
          </p:cNvPr>
          <p:cNvSpPr/>
          <p:nvPr/>
        </p:nvSpPr>
        <p:spPr>
          <a:xfrm>
            <a:off x="13521162" y="6714336"/>
            <a:ext cx="739299" cy="739299"/>
          </a:xfrm>
          <a:prstGeom prst="ellipse">
            <a:avLst/>
          </a:prstGeom>
          <a:solidFill>
            <a:schemeClr val="tx1"/>
          </a:solidFill>
          <a:ln>
            <a:solidFill>
              <a:schemeClr val="tx1"/>
            </a:solidFill>
            <a:prstDash val="solid"/>
          </a:ln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155" name="Straight Connector 154">
            <a:extLst>
              <a:ext uri="{FF2B5EF4-FFF2-40B4-BE49-F238E27FC236}">
                <a16:creationId xmlns:a16="http://schemas.microsoft.com/office/drawing/2014/main" id="{7A06A7FE-840A-3844-BCAF-7090CABE0F96}"/>
              </a:ext>
            </a:extLst>
          </p:cNvPr>
          <p:cNvCxnSpPr>
            <a:cxnSpLocks/>
          </p:cNvCxnSpPr>
          <p:nvPr/>
        </p:nvCxnSpPr>
        <p:spPr>
          <a:xfrm>
            <a:off x="16540761" y="11360143"/>
            <a:ext cx="5601694" cy="0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156" name="Freeform: Shape 155">
            <a:extLst>
              <a:ext uri="{FF2B5EF4-FFF2-40B4-BE49-F238E27FC236}">
                <a16:creationId xmlns:a16="http://schemas.microsoft.com/office/drawing/2014/main" id="{4026DCB8-EC68-B67C-0518-F42E1BB8884B}"/>
              </a:ext>
            </a:extLst>
          </p:cNvPr>
          <p:cNvSpPr/>
          <p:nvPr/>
        </p:nvSpPr>
        <p:spPr>
          <a:xfrm>
            <a:off x="18323235" y="10173298"/>
            <a:ext cx="1786965" cy="985828"/>
          </a:xfrm>
          <a:custGeom>
            <a:avLst/>
            <a:gdLst>
              <a:gd name="csX0" fmla="*/ 0 w 1786965"/>
              <a:gd name="csY0" fmla="*/ 1093699 h 1093699"/>
              <a:gd name="csX1" fmla="*/ 908424 w 1786965"/>
              <a:gd name="csY1" fmla="*/ 5 h 1093699"/>
              <a:gd name="csX2" fmla="*/ 1786965 w 1786965"/>
              <a:gd name="csY2" fmla="*/ 1081746 h 1093699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1786965" h="1093699">
                <a:moveTo>
                  <a:pt x="0" y="1093699"/>
                </a:moveTo>
                <a:cubicBezTo>
                  <a:pt x="305298" y="547848"/>
                  <a:pt x="610597" y="1997"/>
                  <a:pt x="908424" y="5"/>
                </a:cubicBezTo>
                <a:cubicBezTo>
                  <a:pt x="1206251" y="-1987"/>
                  <a:pt x="1496608" y="539879"/>
                  <a:pt x="1786965" y="1081746"/>
                </a:cubicBezTo>
              </a:path>
            </a:pathLst>
          </a:cu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157" name="Straight Connector 156">
            <a:extLst>
              <a:ext uri="{FF2B5EF4-FFF2-40B4-BE49-F238E27FC236}">
                <a16:creationId xmlns:a16="http://schemas.microsoft.com/office/drawing/2014/main" id="{8C54331E-8987-DBC6-A569-6D0A90D88F37}"/>
              </a:ext>
            </a:extLst>
          </p:cNvPr>
          <p:cNvCxnSpPr>
            <a:cxnSpLocks/>
          </p:cNvCxnSpPr>
          <p:nvPr/>
        </p:nvCxnSpPr>
        <p:spPr>
          <a:xfrm>
            <a:off x="20110195" y="11143092"/>
            <a:ext cx="903174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0" name="Straight Arrow Connector 159">
            <a:extLst>
              <a:ext uri="{FF2B5EF4-FFF2-40B4-BE49-F238E27FC236}">
                <a16:creationId xmlns:a16="http://schemas.microsoft.com/office/drawing/2014/main" id="{A43AF2D1-EFB3-7EDC-6B8B-0735E30FF4EF}"/>
              </a:ext>
            </a:extLst>
          </p:cNvPr>
          <p:cNvCxnSpPr>
            <a:cxnSpLocks/>
            <a:stCxn id="156" idx="0"/>
          </p:cNvCxnSpPr>
          <p:nvPr/>
        </p:nvCxnSpPr>
        <p:spPr>
          <a:xfrm flipH="1" flipV="1">
            <a:off x="17745388" y="11143092"/>
            <a:ext cx="577847" cy="16034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1" name="Oval 160">
            <a:extLst>
              <a:ext uri="{FF2B5EF4-FFF2-40B4-BE49-F238E27FC236}">
                <a16:creationId xmlns:a16="http://schemas.microsoft.com/office/drawing/2014/main" id="{1FE3C393-85E0-3C59-08D3-5D98E7358BC6}"/>
              </a:ext>
            </a:extLst>
          </p:cNvPr>
          <p:cNvSpPr/>
          <p:nvPr/>
        </p:nvSpPr>
        <p:spPr>
          <a:xfrm>
            <a:off x="21110638" y="10988309"/>
            <a:ext cx="355691" cy="355691"/>
          </a:xfrm>
          <a:prstGeom prst="ellipse">
            <a:avLst/>
          </a:prstGeom>
          <a:solidFill>
            <a:schemeClr val="tx1"/>
          </a:solidFill>
          <a:ln>
            <a:solidFill>
              <a:schemeClr val="tx1"/>
            </a:solidFill>
            <a:prstDash val="solid"/>
          </a:ln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2" name="Oval 161">
            <a:extLst>
              <a:ext uri="{FF2B5EF4-FFF2-40B4-BE49-F238E27FC236}">
                <a16:creationId xmlns:a16="http://schemas.microsoft.com/office/drawing/2014/main" id="{FC016609-4C7D-AF10-C7D3-B83BEFE55A3F}"/>
              </a:ext>
            </a:extLst>
          </p:cNvPr>
          <p:cNvSpPr/>
          <p:nvPr/>
        </p:nvSpPr>
        <p:spPr>
          <a:xfrm>
            <a:off x="17379333" y="10988308"/>
            <a:ext cx="355691" cy="355691"/>
          </a:xfrm>
          <a:prstGeom prst="ellipse">
            <a:avLst/>
          </a:prstGeom>
          <a:noFill/>
          <a:ln>
            <a:prstDash val="sysDot"/>
          </a:ln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3" name="Oval 162">
            <a:extLst>
              <a:ext uri="{FF2B5EF4-FFF2-40B4-BE49-F238E27FC236}">
                <a16:creationId xmlns:a16="http://schemas.microsoft.com/office/drawing/2014/main" id="{1DB8F56C-FD2B-5D5C-6FC7-2FF707EFA41D}"/>
              </a:ext>
            </a:extLst>
          </p:cNvPr>
          <p:cNvSpPr/>
          <p:nvPr/>
        </p:nvSpPr>
        <p:spPr>
          <a:xfrm>
            <a:off x="16536960" y="10620849"/>
            <a:ext cx="739299" cy="739299"/>
          </a:xfrm>
          <a:prstGeom prst="ellipse">
            <a:avLst/>
          </a:prstGeom>
          <a:solidFill>
            <a:schemeClr val="tx1"/>
          </a:solidFill>
          <a:ln>
            <a:solidFill>
              <a:schemeClr val="tx1"/>
            </a:solidFill>
            <a:prstDash val="solid"/>
          </a:ln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164" name="Straight Connector 163">
            <a:extLst>
              <a:ext uri="{FF2B5EF4-FFF2-40B4-BE49-F238E27FC236}">
                <a16:creationId xmlns:a16="http://schemas.microsoft.com/office/drawing/2014/main" id="{8F7C610B-B81B-CA11-8BBD-DD57CF62F6EB}"/>
              </a:ext>
            </a:extLst>
          </p:cNvPr>
          <p:cNvCxnSpPr>
            <a:cxnSpLocks/>
          </p:cNvCxnSpPr>
          <p:nvPr/>
        </p:nvCxnSpPr>
        <p:spPr>
          <a:xfrm>
            <a:off x="16540761" y="9369975"/>
            <a:ext cx="5601694" cy="0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165" name="Oval 164">
            <a:extLst>
              <a:ext uri="{FF2B5EF4-FFF2-40B4-BE49-F238E27FC236}">
                <a16:creationId xmlns:a16="http://schemas.microsoft.com/office/drawing/2014/main" id="{8471D9F7-5D86-5AD3-D099-607449EB1356}"/>
              </a:ext>
            </a:extLst>
          </p:cNvPr>
          <p:cNvSpPr/>
          <p:nvPr/>
        </p:nvSpPr>
        <p:spPr>
          <a:xfrm>
            <a:off x="21110638" y="8998141"/>
            <a:ext cx="355691" cy="355691"/>
          </a:xfrm>
          <a:prstGeom prst="ellipse">
            <a:avLst/>
          </a:prstGeom>
          <a:solidFill>
            <a:schemeClr val="tx1"/>
          </a:solidFill>
          <a:ln>
            <a:solidFill>
              <a:schemeClr val="tx1"/>
            </a:solidFill>
            <a:prstDash val="solid"/>
          </a:ln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6" name="Oval 165">
            <a:extLst>
              <a:ext uri="{FF2B5EF4-FFF2-40B4-BE49-F238E27FC236}">
                <a16:creationId xmlns:a16="http://schemas.microsoft.com/office/drawing/2014/main" id="{90CDC45A-97E9-2447-5CFA-B368F9D51DD2}"/>
              </a:ext>
            </a:extLst>
          </p:cNvPr>
          <p:cNvSpPr/>
          <p:nvPr/>
        </p:nvSpPr>
        <p:spPr>
          <a:xfrm>
            <a:off x="17379333" y="8998140"/>
            <a:ext cx="355691" cy="355691"/>
          </a:xfrm>
          <a:prstGeom prst="ellipse">
            <a:avLst/>
          </a:prstGeom>
          <a:noFill/>
          <a:ln>
            <a:prstDash val="sysDot"/>
          </a:ln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7" name="Oval 166">
            <a:extLst>
              <a:ext uri="{FF2B5EF4-FFF2-40B4-BE49-F238E27FC236}">
                <a16:creationId xmlns:a16="http://schemas.microsoft.com/office/drawing/2014/main" id="{63C1A847-630B-71FC-78E2-A4469E9B7421}"/>
              </a:ext>
            </a:extLst>
          </p:cNvPr>
          <p:cNvSpPr/>
          <p:nvPr/>
        </p:nvSpPr>
        <p:spPr>
          <a:xfrm>
            <a:off x="16536960" y="8630681"/>
            <a:ext cx="739299" cy="739299"/>
          </a:xfrm>
          <a:prstGeom prst="ellipse">
            <a:avLst/>
          </a:prstGeom>
          <a:solidFill>
            <a:schemeClr val="tx1"/>
          </a:solidFill>
          <a:ln>
            <a:solidFill>
              <a:schemeClr val="tx1"/>
            </a:solidFill>
            <a:prstDash val="solid"/>
          </a:ln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168" name="Straight Arrow Connector 167">
            <a:extLst>
              <a:ext uri="{FF2B5EF4-FFF2-40B4-BE49-F238E27FC236}">
                <a16:creationId xmlns:a16="http://schemas.microsoft.com/office/drawing/2014/main" id="{B5965827-A1C8-F497-20CB-31EE5C01720B}"/>
              </a:ext>
            </a:extLst>
          </p:cNvPr>
          <p:cNvCxnSpPr>
            <a:cxnSpLocks/>
          </p:cNvCxnSpPr>
          <p:nvPr/>
        </p:nvCxnSpPr>
        <p:spPr>
          <a:xfrm flipH="1">
            <a:off x="17857994" y="9175980"/>
            <a:ext cx="3143624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169" name="Oval 168">
            <a:extLst>
              <a:ext uri="{FF2B5EF4-FFF2-40B4-BE49-F238E27FC236}">
                <a16:creationId xmlns:a16="http://schemas.microsoft.com/office/drawing/2014/main" id="{5C57FC76-4C56-B395-9A70-A17ED64DBE25}"/>
              </a:ext>
            </a:extLst>
          </p:cNvPr>
          <p:cNvSpPr/>
          <p:nvPr/>
        </p:nvSpPr>
        <p:spPr>
          <a:xfrm>
            <a:off x="13530990" y="4908115"/>
            <a:ext cx="739299" cy="739299"/>
          </a:xfrm>
          <a:prstGeom prst="ellipse">
            <a:avLst/>
          </a:prstGeom>
          <a:solidFill>
            <a:schemeClr val="tx1"/>
          </a:solidFill>
          <a:ln>
            <a:solidFill>
              <a:schemeClr val="tx1"/>
            </a:solidFill>
            <a:prstDash val="solid"/>
          </a:ln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70" name="Oval 169">
            <a:extLst>
              <a:ext uri="{FF2B5EF4-FFF2-40B4-BE49-F238E27FC236}">
                <a16:creationId xmlns:a16="http://schemas.microsoft.com/office/drawing/2014/main" id="{7D6B9FDE-6728-BE52-F5C4-EBB504B6BCFE}"/>
              </a:ext>
            </a:extLst>
          </p:cNvPr>
          <p:cNvSpPr/>
          <p:nvPr/>
        </p:nvSpPr>
        <p:spPr>
          <a:xfrm>
            <a:off x="18088953" y="5293933"/>
            <a:ext cx="355691" cy="355691"/>
          </a:xfrm>
          <a:prstGeom prst="ellipse">
            <a:avLst/>
          </a:prstGeom>
          <a:solidFill>
            <a:schemeClr val="tx1"/>
          </a:solidFill>
          <a:ln>
            <a:solidFill>
              <a:schemeClr val="tx1"/>
            </a:solidFill>
            <a:prstDash val="solid"/>
          </a:ln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71" name="Oval 170">
            <a:extLst>
              <a:ext uri="{FF2B5EF4-FFF2-40B4-BE49-F238E27FC236}">
                <a16:creationId xmlns:a16="http://schemas.microsoft.com/office/drawing/2014/main" id="{51C0A518-ED61-0D61-B937-623796D116B0}"/>
              </a:ext>
            </a:extLst>
          </p:cNvPr>
          <p:cNvSpPr/>
          <p:nvPr/>
        </p:nvSpPr>
        <p:spPr>
          <a:xfrm>
            <a:off x="19341609" y="4904255"/>
            <a:ext cx="739299" cy="739299"/>
          </a:xfrm>
          <a:prstGeom prst="ellipse">
            <a:avLst/>
          </a:prstGeom>
          <a:solidFill>
            <a:schemeClr val="tx1"/>
          </a:solidFill>
          <a:ln>
            <a:solidFill>
              <a:schemeClr val="tx1"/>
            </a:solidFill>
            <a:prstDash val="solid"/>
          </a:ln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72" name="Oval 171">
            <a:extLst>
              <a:ext uri="{FF2B5EF4-FFF2-40B4-BE49-F238E27FC236}">
                <a16:creationId xmlns:a16="http://schemas.microsoft.com/office/drawing/2014/main" id="{A3C74038-C822-5C54-F0BB-506964A2DBB1}"/>
              </a:ext>
            </a:extLst>
          </p:cNvPr>
          <p:cNvSpPr/>
          <p:nvPr/>
        </p:nvSpPr>
        <p:spPr>
          <a:xfrm>
            <a:off x="23907035" y="5285040"/>
            <a:ext cx="355691" cy="355691"/>
          </a:xfrm>
          <a:prstGeom prst="ellipse">
            <a:avLst/>
          </a:prstGeom>
          <a:solidFill>
            <a:schemeClr val="tx1"/>
          </a:solidFill>
          <a:ln>
            <a:solidFill>
              <a:schemeClr val="tx1"/>
            </a:solidFill>
            <a:prstDash val="solid"/>
          </a:ln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74" name="TextBox 173">
            <a:extLst>
              <a:ext uri="{FF2B5EF4-FFF2-40B4-BE49-F238E27FC236}">
                <a16:creationId xmlns:a16="http://schemas.microsoft.com/office/drawing/2014/main" id="{A4A5A051-25A0-D77D-6EF4-06DA594466AF}"/>
              </a:ext>
            </a:extLst>
          </p:cNvPr>
          <p:cNvSpPr txBox="1"/>
          <p:nvPr/>
        </p:nvSpPr>
        <p:spPr>
          <a:xfrm>
            <a:off x="16526352" y="890545"/>
            <a:ext cx="7294562" cy="132343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4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Target Finding 2: </a:t>
            </a:r>
          </a:p>
          <a:p>
            <a:pPr algn="ctr"/>
            <a:r>
              <a:rPr lang="en-US" sz="4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Independence from Animacy Cues</a:t>
            </a:r>
          </a:p>
        </p:txBody>
      </p:sp>
      <p:sp>
        <p:nvSpPr>
          <p:cNvPr id="175" name="TextBox 174">
            <a:extLst>
              <a:ext uri="{FF2B5EF4-FFF2-40B4-BE49-F238E27FC236}">
                <a16:creationId xmlns:a16="http://schemas.microsoft.com/office/drawing/2014/main" id="{E608B37A-AB0F-DF34-53AA-D59C64255135}"/>
              </a:ext>
            </a:extLst>
          </p:cNvPr>
          <p:cNvSpPr txBox="1"/>
          <p:nvPr/>
        </p:nvSpPr>
        <p:spPr>
          <a:xfrm>
            <a:off x="13721917" y="2153955"/>
            <a:ext cx="5128327" cy="70788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4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Experimental Condition</a:t>
            </a:r>
          </a:p>
        </p:txBody>
      </p:sp>
      <p:sp>
        <p:nvSpPr>
          <p:cNvPr id="176" name="TextBox 175">
            <a:extLst>
              <a:ext uri="{FF2B5EF4-FFF2-40B4-BE49-F238E27FC236}">
                <a16:creationId xmlns:a16="http://schemas.microsoft.com/office/drawing/2014/main" id="{B7C8AC0D-635F-2D73-C2EF-A03B8A77A2B5}"/>
              </a:ext>
            </a:extLst>
          </p:cNvPr>
          <p:cNvSpPr txBox="1"/>
          <p:nvPr/>
        </p:nvSpPr>
        <p:spPr>
          <a:xfrm>
            <a:off x="19670551" y="2150322"/>
            <a:ext cx="3932487" cy="70788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4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Control Condition</a:t>
            </a:r>
          </a:p>
        </p:txBody>
      </p:sp>
      <p:sp>
        <p:nvSpPr>
          <p:cNvPr id="177" name="TextBox 176">
            <a:extLst>
              <a:ext uri="{FF2B5EF4-FFF2-40B4-BE49-F238E27FC236}">
                <a16:creationId xmlns:a16="http://schemas.microsoft.com/office/drawing/2014/main" id="{9D5E120D-3726-7D5B-D1F9-A644F9D19FDD}"/>
              </a:ext>
            </a:extLst>
          </p:cNvPr>
          <p:cNvSpPr txBox="1"/>
          <p:nvPr/>
        </p:nvSpPr>
        <p:spPr>
          <a:xfrm>
            <a:off x="13639932" y="2712405"/>
            <a:ext cx="5484771" cy="70788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4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Constrained Action Event</a:t>
            </a:r>
          </a:p>
        </p:txBody>
      </p:sp>
      <p:sp>
        <p:nvSpPr>
          <p:cNvPr id="178" name="TextBox 177">
            <a:extLst>
              <a:ext uri="{FF2B5EF4-FFF2-40B4-BE49-F238E27FC236}">
                <a16:creationId xmlns:a16="http://schemas.microsoft.com/office/drawing/2014/main" id="{FC1308B3-B63A-B7FB-CBF5-BE98EBFCD3B5}"/>
              </a:ext>
            </a:extLst>
          </p:cNvPr>
          <p:cNvSpPr txBox="1"/>
          <p:nvPr/>
        </p:nvSpPr>
        <p:spPr>
          <a:xfrm>
            <a:off x="19302069" y="2707623"/>
            <a:ext cx="5997732" cy="70788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4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Unconstrained Action Event</a:t>
            </a:r>
          </a:p>
        </p:txBody>
      </p:sp>
      <p:pic>
        <p:nvPicPr>
          <p:cNvPr id="179" name="Picture 178">
            <a:extLst>
              <a:ext uri="{FF2B5EF4-FFF2-40B4-BE49-F238E27FC236}">
                <a16:creationId xmlns:a16="http://schemas.microsoft.com/office/drawing/2014/main" id="{5FA7213B-2B6E-513A-4555-B4F30F90A7A1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4580086" y="13156658"/>
            <a:ext cx="9234135" cy="4617068"/>
          </a:xfrm>
          <a:prstGeom prst="rect">
            <a:avLst/>
          </a:prstGeom>
        </p:spPr>
      </p:pic>
      <p:cxnSp>
        <p:nvCxnSpPr>
          <p:cNvPr id="205" name="Straight Connector 204">
            <a:extLst>
              <a:ext uri="{FF2B5EF4-FFF2-40B4-BE49-F238E27FC236}">
                <a16:creationId xmlns:a16="http://schemas.microsoft.com/office/drawing/2014/main" id="{D500EDAB-20EB-623B-9615-C0A88412BF94}"/>
              </a:ext>
            </a:extLst>
          </p:cNvPr>
          <p:cNvCxnSpPr>
            <a:cxnSpLocks/>
          </p:cNvCxnSpPr>
          <p:nvPr/>
        </p:nvCxnSpPr>
        <p:spPr>
          <a:xfrm>
            <a:off x="27028648" y="5458514"/>
            <a:ext cx="5601694" cy="0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206" name="Rectangle 205">
            <a:extLst>
              <a:ext uri="{FF2B5EF4-FFF2-40B4-BE49-F238E27FC236}">
                <a16:creationId xmlns:a16="http://schemas.microsoft.com/office/drawing/2014/main" id="{2CFFE259-D7A7-0E08-44EE-C73302E15FC0}"/>
              </a:ext>
            </a:extLst>
          </p:cNvPr>
          <p:cNvSpPr/>
          <p:nvPr/>
        </p:nvSpPr>
        <p:spPr>
          <a:xfrm>
            <a:off x="29530636" y="4502255"/>
            <a:ext cx="370541" cy="940332"/>
          </a:xfrm>
          <a:prstGeom prst="rect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08" name="Oval 207">
            <a:extLst>
              <a:ext uri="{FF2B5EF4-FFF2-40B4-BE49-F238E27FC236}">
                <a16:creationId xmlns:a16="http://schemas.microsoft.com/office/drawing/2014/main" id="{6E04EBCD-699D-8392-960D-B7A753B1D5F4}"/>
              </a:ext>
            </a:extLst>
          </p:cNvPr>
          <p:cNvSpPr/>
          <p:nvPr/>
        </p:nvSpPr>
        <p:spPr>
          <a:xfrm>
            <a:off x="31698721" y="5278042"/>
            <a:ext cx="168298" cy="168298"/>
          </a:xfrm>
          <a:prstGeom prst="ellipse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09" name="Oval 208">
            <a:extLst>
              <a:ext uri="{FF2B5EF4-FFF2-40B4-BE49-F238E27FC236}">
                <a16:creationId xmlns:a16="http://schemas.microsoft.com/office/drawing/2014/main" id="{CF82B92B-39F1-5448-E7F8-559F895ACAE8}"/>
              </a:ext>
            </a:extLst>
          </p:cNvPr>
          <p:cNvSpPr/>
          <p:nvPr/>
        </p:nvSpPr>
        <p:spPr>
          <a:xfrm>
            <a:off x="27162735" y="4979986"/>
            <a:ext cx="464093" cy="464093"/>
          </a:xfrm>
          <a:prstGeom prst="ellipse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10" name="Oval 209">
            <a:extLst>
              <a:ext uri="{FF2B5EF4-FFF2-40B4-BE49-F238E27FC236}">
                <a16:creationId xmlns:a16="http://schemas.microsoft.com/office/drawing/2014/main" id="{1EF6AB17-361E-7AA7-DF6F-6168873DA6D7}"/>
              </a:ext>
            </a:extLst>
          </p:cNvPr>
          <p:cNvSpPr/>
          <p:nvPr/>
        </p:nvSpPr>
        <p:spPr>
          <a:xfrm>
            <a:off x="31598525" y="5086680"/>
            <a:ext cx="355691" cy="355691"/>
          </a:xfrm>
          <a:prstGeom prst="ellipse">
            <a:avLst/>
          </a:prstGeom>
          <a:noFill/>
          <a:ln>
            <a:prstDash val="sysDot"/>
          </a:ln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211" name="Straight Arrow Connector 210">
            <a:extLst>
              <a:ext uri="{FF2B5EF4-FFF2-40B4-BE49-F238E27FC236}">
                <a16:creationId xmlns:a16="http://schemas.microsoft.com/office/drawing/2014/main" id="{27943083-D881-9DCF-D498-C389DC036A71}"/>
              </a:ext>
            </a:extLst>
          </p:cNvPr>
          <p:cNvCxnSpPr>
            <a:cxnSpLocks/>
          </p:cNvCxnSpPr>
          <p:nvPr/>
        </p:nvCxnSpPr>
        <p:spPr>
          <a:xfrm flipV="1">
            <a:off x="31766828" y="5090647"/>
            <a:ext cx="0" cy="178775"/>
          </a:xfrm>
          <a:prstGeom prst="straightConnector1">
            <a:avLst/>
          </a:prstGeom>
          <a:ln>
            <a:solidFill>
              <a:schemeClr val="tx1"/>
            </a:solidFill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2" name="Straight Arrow Connector 211">
            <a:extLst>
              <a:ext uri="{FF2B5EF4-FFF2-40B4-BE49-F238E27FC236}">
                <a16:creationId xmlns:a16="http://schemas.microsoft.com/office/drawing/2014/main" id="{3CC0A23B-C51E-5734-89B0-E3C00659CC6B}"/>
              </a:ext>
            </a:extLst>
          </p:cNvPr>
          <p:cNvCxnSpPr>
            <a:cxnSpLocks/>
          </p:cNvCxnSpPr>
          <p:nvPr/>
        </p:nvCxnSpPr>
        <p:spPr>
          <a:xfrm rot="-1200000" flipH="1" flipV="1">
            <a:off x="31630738" y="5170572"/>
            <a:ext cx="91841" cy="146290"/>
          </a:xfrm>
          <a:prstGeom prst="straightConnector1">
            <a:avLst/>
          </a:prstGeom>
          <a:ln>
            <a:solidFill>
              <a:schemeClr val="tx1"/>
            </a:solidFill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3" name="Straight Arrow Connector 212">
            <a:extLst>
              <a:ext uri="{FF2B5EF4-FFF2-40B4-BE49-F238E27FC236}">
                <a16:creationId xmlns:a16="http://schemas.microsoft.com/office/drawing/2014/main" id="{3D02CE3C-977A-46E5-F397-198859976C17}"/>
              </a:ext>
            </a:extLst>
          </p:cNvPr>
          <p:cNvCxnSpPr>
            <a:cxnSpLocks/>
          </p:cNvCxnSpPr>
          <p:nvPr/>
        </p:nvCxnSpPr>
        <p:spPr>
          <a:xfrm rot="1200000" flipV="1">
            <a:off x="31871524" y="5135443"/>
            <a:ext cx="0" cy="178775"/>
          </a:xfrm>
          <a:prstGeom prst="straightConnector1">
            <a:avLst/>
          </a:prstGeom>
          <a:ln>
            <a:solidFill>
              <a:schemeClr val="tx1"/>
            </a:solidFill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5" name="Oval 214">
            <a:extLst>
              <a:ext uri="{FF2B5EF4-FFF2-40B4-BE49-F238E27FC236}">
                <a16:creationId xmlns:a16="http://schemas.microsoft.com/office/drawing/2014/main" id="{A89389D6-9810-EFB9-B651-612087672A21}"/>
              </a:ext>
            </a:extLst>
          </p:cNvPr>
          <p:cNvSpPr/>
          <p:nvPr/>
        </p:nvSpPr>
        <p:spPr>
          <a:xfrm>
            <a:off x="27024847" y="4719220"/>
            <a:ext cx="739299" cy="739299"/>
          </a:xfrm>
          <a:prstGeom prst="ellipse">
            <a:avLst/>
          </a:prstGeom>
          <a:noFill/>
          <a:ln>
            <a:prstDash val="sysDot"/>
          </a:ln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216" name="Straight Arrow Connector 215">
            <a:extLst>
              <a:ext uri="{FF2B5EF4-FFF2-40B4-BE49-F238E27FC236}">
                <a16:creationId xmlns:a16="http://schemas.microsoft.com/office/drawing/2014/main" id="{4BE19EC9-4FD4-2C79-7686-3D20674F28C8}"/>
              </a:ext>
            </a:extLst>
          </p:cNvPr>
          <p:cNvCxnSpPr>
            <a:cxnSpLocks/>
          </p:cNvCxnSpPr>
          <p:nvPr/>
        </p:nvCxnSpPr>
        <p:spPr>
          <a:xfrm flipH="1" flipV="1">
            <a:off x="27378588" y="4735118"/>
            <a:ext cx="4420" cy="234000"/>
          </a:xfrm>
          <a:prstGeom prst="straightConnector1">
            <a:avLst/>
          </a:prstGeom>
          <a:ln>
            <a:solidFill>
              <a:schemeClr val="tx1"/>
            </a:solidFill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7" name="Straight Arrow Connector 216">
            <a:extLst>
              <a:ext uri="{FF2B5EF4-FFF2-40B4-BE49-F238E27FC236}">
                <a16:creationId xmlns:a16="http://schemas.microsoft.com/office/drawing/2014/main" id="{28BB2CC7-50E6-5484-E184-D4B65DE87292}"/>
              </a:ext>
            </a:extLst>
          </p:cNvPr>
          <p:cNvCxnSpPr>
            <a:cxnSpLocks/>
          </p:cNvCxnSpPr>
          <p:nvPr/>
        </p:nvCxnSpPr>
        <p:spPr>
          <a:xfrm rot="3000000" flipH="1" flipV="1">
            <a:off x="27626628" y="4858589"/>
            <a:ext cx="4420" cy="198000"/>
          </a:xfrm>
          <a:prstGeom prst="straightConnector1">
            <a:avLst/>
          </a:prstGeom>
          <a:ln>
            <a:solidFill>
              <a:schemeClr val="tx1"/>
            </a:solidFill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8" name="Straight Arrow Connector 217">
            <a:extLst>
              <a:ext uri="{FF2B5EF4-FFF2-40B4-BE49-F238E27FC236}">
                <a16:creationId xmlns:a16="http://schemas.microsoft.com/office/drawing/2014/main" id="{8B5819E2-FDDC-5617-74CA-D9D1E6D7C877}"/>
              </a:ext>
            </a:extLst>
          </p:cNvPr>
          <p:cNvCxnSpPr>
            <a:cxnSpLocks/>
          </p:cNvCxnSpPr>
          <p:nvPr/>
        </p:nvCxnSpPr>
        <p:spPr>
          <a:xfrm rot="-3000000" flipH="1" flipV="1">
            <a:off x="27160519" y="4866541"/>
            <a:ext cx="4420" cy="198000"/>
          </a:xfrm>
          <a:prstGeom prst="straightConnector1">
            <a:avLst/>
          </a:prstGeom>
          <a:ln>
            <a:solidFill>
              <a:schemeClr val="tx1"/>
            </a:solidFill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9" name="Straight Connector 218">
            <a:extLst>
              <a:ext uri="{FF2B5EF4-FFF2-40B4-BE49-F238E27FC236}">
                <a16:creationId xmlns:a16="http://schemas.microsoft.com/office/drawing/2014/main" id="{4812C859-6E1A-2FBE-8F72-2DE635CC45ED}"/>
              </a:ext>
            </a:extLst>
          </p:cNvPr>
          <p:cNvCxnSpPr>
            <a:cxnSpLocks/>
          </p:cNvCxnSpPr>
          <p:nvPr/>
        </p:nvCxnSpPr>
        <p:spPr>
          <a:xfrm>
            <a:off x="27024842" y="7259975"/>
            <a:ext cx="5601694" cy="0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220" name="Rectangle 219">
            <a:extLst>
              <a:ext uri="{FF2B5EF4-FFF2-40B4-BE49-F238E27FC236}">
                <a16:creationId xmlns:a16="http://schemas.microsoft.com/office/drawing/2014/main" id="{D5655F57-1A7B-9A9B-26BD-17B9DC1FCAE8}"/>
              </a:ext>
            </a:extLst>
          </p:cNvPr>
          <p:cNvSpPr/>
          <p:nvPr/>
        </p:nvSpPr>
        <p:spPr>
          <a:xfrm>
            <a:off x="29526830" y="6303716"/>
            <a:ext cx="370541" cy="940332"/>
          </a:xfrm>
          <a:prstGeom prst="rect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21" name="Freeform: Shape 220">
            <a:extLst>
              <a:ext uri="{FF2B5EF4-FFF2-40B4-BE49-F238E27FC236}">
                <a16:creationId xmlns:a16="http://schemas.microsoft.com/office/drawing/2014/main" id="{D4ACBE29-9A04-8131-6000-E09686D5350B}"/>
              </a:ext>
            </a:extLst>
          </p:cNvPr>
          <p:cNvSpPr/>
          <p:nvPr/>
        </p:nvSpPr>
        <p:spPr>
          <a:xfrm>
            <a:off x="28807316" y="6073130"/>
            <a:ext cx="1786965" cy="985828"/>
          </a:xfrm>
          <a:custGeom>
            <a:avLst/>
            <a:gdLst>
              <a:gd name="csX0" fmla="*/ 0 w 1786965"/>
              <a:gd name="csY0" fmla="*/ 1093699 h 1093699"/>
              <a:gd name="csX1" fmla="*/ 908424 w 1786965"/>
              <a:gd name="csY1" fmla="*/ 5 h 1093699"/>
              <a:gd name="csX2" fmla="*/ 1786965 w 1786965"/>
              <a:gd name="csY2" fmla="*/ 1081746 h 1093699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1786965" h="1093699">
                <a:moveTo>
                  <a:pt x="0" y="1093699"/>
                </a:moveTo>
                <a:cubicBezTo>
                  <a:pt x="305298" y="547848"/>
                  <a:pt x="610597" y="1997"/>
                  <a:pt x="908424" y="5"/>
                </a:cubicBezTo>
                <a:cubicBezTo>
                  <a:pt x="1206251" y="-1987"/>
                  <a:pt x="1496608" y="539879"/>
                  <a:pt x="1786965" y="1081746"/>
                </a:cubicBezTo>
              </a:path>
            </a:pathLst>
          </a:cu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222" name="Straight Connector 221">
            <a:extLst>
              <a:ext uri="{FF2B5EF4-FFF2-40B4-BE49-F238E27FC236}">
                <a16:creationId xmlns:a16="http://schemas.microsoft.com/office/drawing/2014/main" id="{D6303159-4618-F529-67BF-C5AF3FF381A8}"/>
              </a:ext>
            </a:extLst>
          </p:cNvPr>
          <p:cNvCxnSpPr>
            <a:cxnSpLocks/>
          </p:cNvCxnSpPr>
          <p:nvPr/>
        </p:nvCxnSpPr>
        <p:spPr>
          <a:xfrm>
            <a:off x="30594276" y="7042924"/>
            <a:ext cx="903174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5" name="Straight Arrow Connector 224">
            <a:extLst>
              <a:ext uri="{FF2B5EF4-FFF2-40B4-BE49-F238E27FC236}">
                <a16:creationId xmlns:a16="http://schemas.microsoft.com/office/drawing/2014/main" id="{D259C0C2-D842-78C4-0703-79A50625BC95}"/>
              </a:ext>
            </a:extLst>
          </p:cNvPr>
          <p:cNvCxnSpPr>
            <a:cxnSpLocks/>
            <a:stCxn id="221" idx="0"/>
          </p:cNvCxnSpPr>
          <p:nvPr/>
        </p:nvCxnSpPr>
        <p:spPr>
          <a:xfrm flipH="1" flipV="1">
            <a:off x="28229469" y="7042924"/>
            <a:ext cx="577847" cy="16034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6" name="Oval 225">
            <a:extLst>
              <a:ext uri="{FF2B5EF4-FFF2-40B4-BE49-F238E27FC236}">
                <a16:creationId xmlns:a16="http://schemas.microsoft.com/office/drawing/2014/main" id="{9C8A02C1-B573-6D84-EB1E-1EA07A6ECC90}"/>
              </a:ext>
            </a:extLst>
          </p:cNvPr>
          <p:cNvSpPr/>
          <p:nvPr/>
        </p:nvSpPr>
        <p:spPr>
          <a:xfrm>
            <a:off x="31594719" y="6888141"/>
            <a:ext cx="355691" cy="355691"/>
          </a:xfrm>
          <a:prstGeom prst="ellipse">
            <a:avLst/>
          </a:prstGeom>
          <a:solidFill>
            <a:schemeClr val="tx1"/>
          </a:solidFill>
          <a:ln>
            <a:solidFill>
              <a:schemeClr val="tx1"/>
            </a:solidFill>
            <a:prstDash val="solid"/>
          </a:ln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28" name="Oval 227">
            <a:extLst>
              <a:ext uri="{FF2B5EF4-FFF2-40B4-BE49-F238E27FC236}">
                <a16:creationId xmlns:a16="http://schemas.microsoft.com/office/drawing/2014/main" id="{00689EA5-EA43-F51B-C9D2-BF0EB6F5F4EF}"/>
              </a:ext>
            </a:extLst>
          </p:cNvPr>
          <p:cNvSpPr/>
          <p:nvPr/>
        </p:nvSpPr>
        <p:spPr>
          <a:xfrm>
            <a:off x="27863414" y="6888140"/>
            <a:ext cx="355691" cy="355691"/>
          </a:xfrm>
          <a:prstGeom prst="ellipse">
            <a:avLst/>
          </a:prstGeom>
          <a:noFill/>
          <a:ln>
            <a:prstDash val="sysDot"/>
          </a:ln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29" name="Oval 228">
            <a:extLst>
              <a:ext uri="{FF2B5EF4-FFF2-40B4-BE49-F238E27FC236}">
                <a16:creationId xmlns:a16="http://schemas.microsoft.com/office/drawing/2014/main" id="{799B08F5-A478-D8EF-25E3-C2439E38459A}"/>
              </a:ext>
            </a:extLst>
          </p:cNvPr>
          <p:cNvSpPr/>
          <p:nvPr/>
        </p:nvSpPr>
        <p:spPr>
          <a:xfrm>
            <a:off x="27021041" y="6520681"/>
            <a:ext cx="739299" cy="739299"/>
          </a:xfrm>
          <a:prstGeom prst="ellipse">
            <a:avLst/>
          </a:prstGeom>
          <a:solidFill>
            <a:schemeClr val="tx1"/>
          </a:solidFill>
          <a:ln>
            <a:solidFill>
              <a:schemeClr val="tx1"/>
            </a:solidFill>
            <a:prstDash val="solid"/>
          </a:ln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230" name="Straight Connector 229">
            <a:extLst>
              <a:ext uri="{FF2B5EF4-FFF2-40B4-BE49-F238E27FC236}">
                <a16:creationId xmlns:a16="http://schemas.microsoft.com/office/drawing/2014/main" id="{CAD6A43D-66A2-9B71-320A-F4E33B893D92}"/>
              </a:ext>
            </a:extLst>
          </p:cNvPr>
          <p:cNvCxnSpPr>
            <a:cxnSpLocks/>
          </p:cNvCxnSpPr>
          <p:nvPr/>
        </p:nvCxnSpPr>
        <p:spPr>
          <a:xfrm>
            <a:off x="26988924" y="11387216"/>
            <a:ext cx="5601694" cy="0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231" name="Freeform: Shape 230">
            <a:extLst>
              <a:ext uri="{FF2B5EF4-FFF2-40B4-BE49-F238E27FC236}">
                <a16:creationId xmlns:a16="http://schemas.microsoft.com/office/drawing/2014/main" id="{DB2C6254-0196-2173-3837-7AD57BE9C615}"/>
              </a:ext>
            </a:extLst>
          </p:cNvPr>
          <p:cNvSpPr/>
          <p:nvPr/>
        </p:nvSpPr>
        <p:spPr>
          <a:xfrm>
            <a:off x="28771398" y="10200371"/>
            <a:ext cx="1786965" cy="985828"/>
          </a:xfrm>
          <a:custGeom>
            <a:avLst/>
            <a:gdLst>
              <a:gd name="csX0" fmla="*/ 0 w 1786965"/>
              <a:gd name="csY0" fmla="*/ 1093699 h 1093699"/>
              <a:gd name="csX1" fmla="*/ 908424 w 1786965"/>
              <a:gd name="csY1" fmla="*/ 5 h 1093699"/>
              <a:gd name="csX2" fmla="*/ 1786965 w 1786965"/>
              <a:gd name="csY2" fmla="*/ 1081746 h 1093699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1786965" h="1093699">
                <a:moveTo>
                  <a:pt x="0" y="1093699"/>
                </a:moveTo>
                <a:cubicBezTo>
                  <a:pt x="305298" y="547848"/>
                  <a:pt x="610597" y="1997"/>
                  <a:pt x="908424" y="5"/>
                </a:cubicBezTo>
                <a:cubicBezTo>
                  <a:pt x="1206251" y="-1987"/>
                  <a:pt x="1496608" y="539879"/>
                  <a:pt x="1786965" y="1081746"/>
                </a:cubicBezTo>
              </a:path>
            </a:pathLst>
          </a:cu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232" name="Straight Connector 231">
            <a:extLst>
              <a:ext uri="{FF2B5EF4-FFF2-40B4-BE49-F238E27FC236}">
                <a16:creationId xmlns:a16="http://schemas.microsoft.com/office/drawing/2014/main" id="{8C2993B2-8633-2ADB-A4E7-B5761E12466C}"/>
              </a:ext>
            </a:extLst>
          </p:cNvPr>
          <p:cNvCxnSpPr>
            <a:cxnSpLocks/>
          </p:cNvCxnSpPr>
          <p:nvPr/>
        </p:nvCxnSpPr>
        <p:spPr>
          <a:xfrm>
            <a:off x="30558358" y="11170165"/>
            <a:ext cx="903174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5" name="Straight Arrow Connector 234">
            <a:extLst>
              <a:ext uri="{FF2B5EF4-FFF2-40B4-BE49-F238E27FC236}">
                <a16:creationId xmlns:a16="http://schemas.microsoft.com/office/drawing/2014/main" id="{C6A67D0E-5C99-CC30-2206-68E2AEA8A7A7}"/>
              </a:ext>
            </a:extLst>
          </p:cNvPr>
          <p:cNvCxnSpPr>
            <a:cxnSpLocks/>
            <a:stCxn id="231" idx="0"/>
          </p:cNvCxnSpPr>
          <p:nvPr/>
        </p:nvCxnSpPr>
        <p:spPr>
          <a:xfrm flipH="1" flipV="1">
            <a:off x="28193551" y="11170165"/>
            <a:ext cx="577847" cy="16034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36" name="Oval 235">
            <a:extLst>
              <a:ext uri="{FF2B5EF4-FFF2-40B4-BE49-F238E27FC236}">
                <a16:creationId xmlns:a16="http://schemas.microsoft.com/office/drawing/2014/main" id="{E16C909A-7707-2937-379A-9D1F6D2B6E21}"/>
              </a:ext>
            </a:extLst>
          </p:cNvPr>
          <p:cNvSpPr/>
          <p:nvPr/>
        </p:nvSpPr>
        <p:spPr>
          <a:xfrm>
            <a:off x="31558801" y="11015382"/>
            <a:ext cx="355691" cy="355691"/>
          </a:xfrm>
          <a:prstGeom prst="ellipse">
            <a:avLst/>
          </a:prstGeom>
          <a:solidFill>
            <a:schemeClr val="tx1"/>
          </a:solidFill>
          <a:ln>
            <a:solidFill>
              <a:schemeClr val="tx1"/>
            </a:solidFill>
            <a:prstDash val="solid"/>
          </a:ln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37" name="Oval 236">
            <a:extLst>
              <a:ext uri="{FF2B5EF4-FFF2-40B4-BE49-F238E27FC236}">
                <a16:creationId xmlns:a16="http://schemas.microsoft.com/office/drawing/2014/main" id="{009F71B0-9987-904F-247E-86D029952399}"/>
              </a:ext>
            </a:extLst>
          </p:cNvPr>
          <p:cNvSpPr/>
          <p:nvPr/>
        </p:nvSpPr>
        <p:spPr>
          <a:xfrm>
            <a:off x="27827496" y="11015381"/>
            <a:ext cx="355691" cy="355691"/>
          </a:xfrm>
          <a:prstGeom prst="ellipse">
            <a:avLst/>
          </a:prstGeom>
          <a:noFill/>
          <a:ln>
            <a:prstDash val="sysDot"/>
          </a:ln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38" name="Oval 237">
            <a:extLst>
              <a:ext uri="{FF2B5EF4-FFF2-40B4-BE49-F238E27FC236}">
                <a16:creationId xmlns:a16="http://schemas.microsoft.com/office/drawing/2014/main" id="{8BA67200-D3A5-A785-D597-99DC3D187643}"/>
              </a:ext>
            </a:extLst>
          </p:cNvPr>
          <p:cNvSpPr/>
          <p:nvPr/>
        </p:nvSpPr>
        <p:spPr>
          <a:xfrm>
            <a:off x="26985123" y="10647922"/>
            <a:ext cx="739299" cy="739299"/>
          </a:xfrm>
          <a:prstGeom prst="ellipse">
            <a:avLst/>
          </a:prstGeom>
          <a:solidFill>
            <a:schemeClr val="tx1"/>
          </a:solidFill>
          <a:ln>
            <a:solidFill>
              <a:schemeClr val="tx1"/>
            </a:solidFill>
            <a:prstDash val="solid"/>
          </a:ln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44" name="Rectangle 243">
            <a:extLst>
              <a:ext uri="{FF2B5EF4-FFF2-40B4-BE49-F238E27FC236}">
                <a16:creationId xmlns:a16="http://schemas.microsoft.com/office/drawing/2014/main" id="{01C9AA31-F098-6060-2068-6DBADAD43911}"/>
              </a:ext>
            </a:extLst>
          </p:cNvPr>
          <p:cNvSpPr/>
          <p:nvPr/>
        </p:nvSpPr>
        <p:spPr>
          <a:xfrm>
            <a:off x="29043747" y="6278048"/>
            <a:ext cx="1338187" cy="985828"/>
          </a:xfrm>
          <a:prstGeom prst="rect">
            <a:avLst/>
          </a:prstGeom>
          <a:solidFill>
            <a:schemeClr val="bg1">
              <a:lumMod val="65000"/>
            </a:schemeClr>
          </a:solidFill>
          <a:ln>
            <a:solidFill>
              <a:schemeClr val="bg1">
                <a:lumMod val="6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45" name="TextBox 244">
            <a:extLst>
              <a:ext uri="{FF2B5EF4-FFF2-40B4-BE49-F238E27FC236}">
                <a16:creationId xmlns:a16="http://schemas.microsoft.com/office/drawing/2014/main" id="{DB9B4F4C-9744-1BD0-7679-30D20973A7C5}"/>
              </a:ext>
            </a:extLst>
          </p:cNvPr>
          <p:cNvSpPr txBox="1"/>
          <p:nvPr/>
        </p:nvSpPr>
        <p:spPr>
          <a:xfrm>
            <a:off x="26399188" y="2227043"/>
            <a:ext cx="6657592" cy="70788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4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Inferring Constraints Condition</a:t>
            </a:r>
          </a:p>
        </p:txBody>
      </p:sp>
      <p:cxnSp>
        <p:nvCxnSpPr>
          <p:cNvPr id="248" name="Straight Connector 247">
            <a:extLst>
              <a:ext uri="{FF2B5EF4-FFF2-40B4-BE49-F238E27FC236}">
                <a16:creationId xmlns:a16="http://schemas.microsoft.com/office/drawing/2014/main" id="{522BD94B-5183-E5D4-F4BC-3FD5EA6501D6}"/>
              </a:ext>
            </a:extLst>
          </p:cNvPr>
          <p:cNvCxnSpPr>
            <a:cxnSpLocks/>
          </p:cNvCxnSpPr>
          <p:nvPr/>
        </p:nvCxnSpPr>
        <p:spPr>
          <a:xfrm>
            <a:off x="26982297" y="9534563"/>
            <a:ext cx="5601694" cy="0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249" name="Freeform: Shape 248">
            <a:extLst>
              <a:ext uri="{FF2B5EF4-FFF2-40B4-BE49-F238E27FC236}">
                <a16:creationId xmlns:a16="http://schemas.microsoft.com/office/drawing/2014/main" id="{A2992998-511F-A7BE-87F4-6CFA3951E5A3}"/>
              </a:ext>
            </a:extLst>
          </p:cNvPr>
          <p:cNvSpPr/>
          <p:nvPr/>
        </p:nvSpPr>
        <p:spPr>
          <a:xfrm>
            <a:off x="28764771" y="8347718"/>
            <a:ext cx="1786965" cy="985828"/>
          </a:xfrm>
          <a:custGeom>
            <a:avLst/>
            <a:gdLst>
              <a:gd name="csX0" fmla="*/ 0 w 1786965"/>
              <a:gd name="csY0" fmla="*/ 1093699 h 1093699"/>
              <a:gd name="csX1" fmla="*/ 908424 w 1786965"/>
              <a:gd name="csY1" fmla="*/ 5 h 1093699"/>
              <a:gd name="csX2" fmla="*/ 1786965 w 1786965"/>
              <a:gd name="csY2" fmla="*/ 1081746 h 1093699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1786965" h="1093699">
                <a:moveTo>
                  <a:pt x="0" y="1093699"/>
                </a:moveTo>
                <a:cubicBezTo>
                  <a:pt x="305298" y="547848"/>
                  <a:pt x="610597" y="1997"/>
                  <a:pt x="908424" y="5"/>
                </a:cubicBezTo>
                <a:cubicBezTo>
                  <a:pt x="1206251" y="-1987"/>
                  <a:pt x="1496608" y="539879"/>
                  <a:pt x="1786965" y="1081746"/>
                </a:cubicBezTo>
              </a:path>
            </a:pathLst>
          </a:cu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250" name="Straight Connector 249">
            <a:extLst>
              <a:ext uri="{FF2B5EF4-FFF2-40B4-BE49-F238E27FC236}">
                <a16:creationId xmlns:a16="http://schemas.microsoft.com/office/drawing/2014/main" id="{7A8AB2FC-7290-E7DC-A446-B33F3B3FC817}"/>
              </a:ext>
            </a:extLst>
          </p:cNvPr>
          <p:cNvCxnSpPr>
            <a:cxnSpLocks/>
          </p:cNvCxnSpPr>
          <p:nvPr/>
        </p:nvCxnSpPr>
        <p:spPr>
          <a:xfrm>
            <a:off x="30551731" y="9317512"/>
            <a:ext cx="903174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3" name="Straight Arrow Connector 252">
            <a:extLst>
              <a:ext uri="{FF2B5EF4-FFF2-40B4-BE49-F238E27FC236}">
                <a16:creationId xmlns:a16="http://schemas.microsoft.com/office/drawing/2014/main" id="{8857C0A4-6430-C235-D96B-C0DE3820771A}"/>
              </a:ext>
            </a:extLst>
          </p:cNvPr>
          <p:cNvCxnSpPr>
            <a:cxnSpLocks/>
            <a:stCxn id="249" idx="0"/>
          </p:cNvCxnSpPr>
          <p:nvPr/>
        </p:nvCxnSpPr>
        <p:spPr>
          <a:xfrm flipH="1" flipV="1">
            <a:off x="28186924" y="9317512"/>
            <a:ext cx="577847" cy="16034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54" name="Oval 253">
            <a:extLst>
              <a:ext uri="{FF2B5EF4-FFF2-40B4-BE49-F238E27FC236}">
                <a16:creationId xmlns:a16="http://schemas.microsoft.com/office/drawing/2014/main" id="{9B9434D8-1EE7-8E08-9671-49095A94AF0F}"/>
              </a:ext>
            </a:extLst>
          </p:cNvPr>
          <p:cNvSpPr/>
          <p:nvPr/>
        </p:nvSpPr>
        <p:spPr>
          <a:xfrm>
            <a:off x="31552174" y="9162729"/>
            <a:ext cx="355691" cy="355691"/>
          </a:xfrm>
          <a:prstGeom prst="ellipse">
            <a:avLst/>
          </a:prstGeom>
          <a:solidFill>
            <a:schemeClr val="tx1"/>
          </a:solidFill>
          <a:ln>
            <a:solidFill>
              <a:schemeClr val="tx1"/>
            </a:solidFill>
            <a:prstDash val="solid"/>
          </a:ln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55" name="Oval 254">
            <a:extLst>
              <a:ext uri="{FF2B5EF4-FFF2-40B4-BE49-F238E27FC236}">
                <a16:creationId xmlns:a16="http://schemas.microsoft.com/office/drawing/2014/main" id="{138BD3E6-FE51-3E67-4710-8B42747499B9}"/>
              </a:ext>
            </a:extLst>
          </p:cNvPr>
          <p:cNvSpPr/>
          <p:nvPr/>
        </p:nvSpPr>
        <p:spPr>
          <a:xfrm>
            <a:off x="27820869" y="9162728"/>
            <a:ext cx="355691" cy="355691"/>
          </a:xfrm>
          <a:prstGeom prst="ellipse">
            <a:avLst/>
          </a:prstGeom>
          <a:noFill/>
          <a:ln>
            <a:prstDash val="sysDot"/>
          </a:ln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56" name="Oval 255">
            <a:extLst>
              <a:ext uri="{FF2B5EF4-FFF2-40B4-BE49-F238E27FC236}">
                <a16:creationId xmlns:a16="http://schemas.microsoft.com/office/drawing/2014/main" id="{C1724B39-B735-0D49-E3D0-81F8C6BF8F17}"/>
              </a:ext>
            </a:extLst>
          </p:cNvPr>
          <p:cNvSpPr/>
          <p:nvPr/>
        </p:nvSpPr>
        <p:spPr>
          <a:xfrm>
            <a:off x="26978496" y="8795269"/>
            <a:ext cx="739299" cy="739299"/>
          </a:xfrm>
          <a:prstGeom prst="ellipse">
            <a:avLst/>
          </a:prstGeom>
          <a:solidFill>
            <a:schemeClr val="tx1"/>
          </a:solidFill>
          <a:ln>
            <a:solidFill>
              <a:schemeClr val="tx1"/>
            </a:solidFill>
            <a:prstDash val="solid"/>
          </a:ln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57" name="Rectangle 256">
            <a:extLst>
              <a:ext uri="{FF2B5EF4-FFF2-40B4-BE49-F238E27FC236}">
                <a16:creationId xmlns:a16="http://schemas.microsoft.com/office/drawing/2014/main" id="{8562B3F2-9AC5-C9BD-292B-3D3430AADFFF}"/>
              </a:ext>
            </a:extLst>
          </p:cNvPr>
          <p:cNvSpPr/>
          <p:nvPr/>
        </p:nvSpPr>
        <p:spPr>
          <a:xfrm>
            <a:off x="29483712" y="8594236"/>
            <a:ext cx="370541" cy="940332"/>
          </a:xfrm>
          <a:prstGeom prst="rect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258" name="Straight Connector 257">
            <a:extLst>
              <a:ext uri="{FF2B5EF4-FFF2-40B4-BE49-F238E27FC236}">
                <a16:creationId xmlns:a16="http://schemas.microsoft.com/office/drawing/2014/main" id="{90F37305-2B9C-90A6-032C-A4B409220866}"/>
              </a:ext>
            </a:extLst>
          </p:cNvPr>
          <p:cNvCxnSpPr>
            <a:cxnSpLocks/>
          </p:cNvCxnSpPr>
          <p:nvPr/>
        </p:nvCxnSpPr>
        <p:spPr>
          <a:xfrm>
            <a:off x="33159032" y="5474225"/>
            <a:ext cx="6800530" cy="0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259" name="Rectangle 258">
            <a:extLst>
              <a:ext uri="{FF2B5EF4-FFF2-40B4-BE49-F238E27FC236}">
                <a16:creationId xmlns:a16="http://schemas.microsoft.com/office/drawing/2014/main" id="{CCE06B3C-D811-27C5-2D5C-B6D59E1C7236}"/>
              </a:ext>
            </a:extLst>
          </p:cNvPr>
          <p:cNvSpPr/>
          <p:nvPr/>
        </p:nvSpPr>
        <p:spPr>
          <a:xfrm>
            <a:off x="36859856" y="4517966"/>
            <a:ext cx="370541" cy="940332"/>
          </a:xfrm>
          <a:prstGeom prst="rect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60" name="Oval 259">
            <a:extLst>
              <a:ext uri="{FF2B5EF4-FFF2-40B4-BE49-F238E27FC236}">
                <a16:creationId xmlns:a16="http://schemas.microsoft.com/office/drawing/2014/main" id="{6297FA99-FEE3-A979-EB86-E99E6E6F27F5}"/>
              </a:ext>
            </a:extLst>
          </p:cNvPr>
          <p:cNvSpPr/>
          <p:nvPr/>
        </p:nvSpPr>
        <p:spPr>
          <a:xfrm>
            <a:off x="39027941" y="5293753"/>
            <a:ext cx="168298" cy="168298"/>
          </a:xfrm>
          <a:prstGeom prst="ellipse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61" name="Oval 260">
            <a:extLst>
              <a:ext uri="{FF2B5EF4-FFF2-40B4-BE49-F238E27FC236}">
                <a16:creationId xmlns:a16="http://schemas.microsoft.com/office/drawing/2014/main" id="{A56B9055-B817-E7E4-FB4B-8128B3F214DA}"/>
              </a:ext>
            </a:extLst>
          </p:cNvPr>
          <p:cNvSpPr/>
          <p:nvPr/>
        </p:nvSpPr>
        <p:spPr>
          <a:xfrm>
            <a:off x="33216608" y="4995697"/>
            <a:ext cx="464093" cy="464093"/>
          </a:xfrm>
          <a:prstGeom prst="ellipse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62" name="Oval 261">
            <a:extLst>
              <a:ext uri="{FF2B5EF4-FFF2-40B4-BE49-F238E27FC236}">
                <a16:creationId xmlns:a16="http://schemas.microsoft.com/office/drawing/2014/main" id="{D9811C96-9332-AEE1-C275-D3AA6DF38A43}"/>
              </a:ext>
            </a:extLst>
          </p:cNvPr>
          <p:cNvSpPr/>
          <p:nvPr/>
        </p:nvSpPr>
        <p:spPr>
          <a:xfrm>
            <a:off x="38927745" y="5102391"/>
            <a:ext cx="355691" cy="355691"/>
          </a:xfrm>
          <a:prstGeom prst="ellipse">
            <a:avLst/>
          </a:prstGeom>
          <a:noFill/>
          <a:ln>
            <a:prstDash val="sysDot"/>
          </a:ln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263" name="Straight Arrow Connector 262">
            <a:extLst>
              <a:ext uri="{FF2B5EF4-FFF2-40B4-BE49-F238E27FC236}">
                <a16:creationId xmlns:a16="http://schemas.microsoft.com/office/drawing/2014/main" id="{A192415F-9450-5649-83E7-E04A66072051}"/>
              </a:ext>
            </a:extLst>
          </p:cNvPr>
          <p:cNvCxnSpPr>
            <a:cxnSpLocks/>
          </p:cNvCxnSpPr>
          <p:nvPr/>
        </p:nvCxnSpPr>
        <p:spPr>
          <a:xfrm flipV="1">
            <a:off x="39096048" y="5106358"/>
            <a:ext cx="0" cy="178775"/>
          </a:xfrm>
          <a:prstGeom prst="straightConnector1">
            <a:avLst/>
          </a:prstGeom>
          <a:ln>
            <a:solidFill>
              <a:schemeClr val="tx1"/>
            </a:solidFill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4" name="Straight Arrow Connector 263">
            <a:extLst>
              <a:ext uri="{FF2B5EF4-FFF2-40B4-BE49-F238E27FC236}">
                <a16:creationId xmlns:a16="http://schemas.microsoft.com/office/drawing/2014/main" id="{ED1DAB49-B56B-41BD-C377-05FE79054FD9}"/>
              </a:ext>
            </a:extLst>
          </p:cNvPr>
          <p:cNvCxnSpPr>
            <a:cxnSpLocks/>
          </p:cNvCxnSpPr>
          <p:nvPr/>
        </p:nvCxnSpPr>
        <p:spPr>
          <a:xfrm flipH="1" flipV="1">
            <a:off x="38937710" y="5206400"/>
            <a:ext cx="136337" cy="106056"/>
          </a:xfrm>
          <a:prstGeom prst="straightConnector1">
            <a:avLst/>
          </a:prstGeom>
          <a:ln>
            <a:solidFill>
              <a:schemeClr val="tx1"/>
            </a:solidFill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5" name="Straight Arrow Connector 264">
            <a:extLst>
              <a:ext uri="{FF2B5EF4-FFF2-40B4-BE49-F238E27FC236}">
                <a16:creationId xmlns:a16="http://schemas.microsoft.com/office/drawing/2014/main" id="{2863C08E-EE7A-BC52-95DD-7691A60232A9}"/>
              </a:ext>
            </a:extLst>
          </p:cNvPr>
          <p:cNvCxnSpPr>
            <a:cxnSpLocks/>
          </p:cNvCxnSpPr>
          <p:nvPr/>
        </p:nvCxnSpPr>
        <p:spPr>
          <a:xfrm flipV="1">
            <a:off x="39170172" y="5156545"/>
            <a:ext cx="61144" cy="167993"/>
          </a:xfrm>
          <a:prstGeom prst="straightConnector1">
            <a:avLst/>
          </a:prstGeom>
          <a:ln>
            <a:solidFill>
              <a:schemeClr val="tx1"/>
            </a:solidFill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66" name="Oval 265">
            <a:extLst>
              <a:ext uri="{FF2B5EF4-FFF2-40B4-BE49-F238E27FC236}">
                <a16:creationId xmlns:a16="http://schemas.microsoft.com/office/drawing/2014/main" id="{E66C2745-9C67-C695-8DA5-5C9D1438D50B}"/>
              </a:ext>
            </a:extLst>
          </p:cNvPr>
          <p:cNvSpPr/>
          <p:nvPr/>
        </p:nvSpPr>
        <p:spPr>
          <a:xfrm>
            <a:off x="33078720" y="4734931"/>
            <a:ext cx="739299" cy="739299"/>
          </a:xfrm>
          <a:prstGeom prst="ellipse">
            <a:avLst/>
          </a:prstGeom>
          <a:noFill/>
          <a:ln>
            <a:prstDash val="sysDot"/>
          </a:ln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267" name="Straight Arrow Connector 266">
            <a:extLst>
              <a:ext uri="{FF2B5EF4-FFF2-40B4-BE49-F238E27FC236}">
                <a16:creationId xmlns:a16="http://schemas.microsoft.com/office/drawing/2014/main" id="{06FD384C-A4B7-377F-04B8-13F07267156D}"/>
              </a:ext>
            </a:extLst>
          </p:cNvPr>
          <p:cNvCxnSpPr>
            <a:cxnSpLocks/>
          </p:cNvCxnSpPr>
          <p:nvPr/>
        </p:nvCxnSpPr>
        <p:spPr>
          <a:xfrm flipH="1" flipV="1">
            <a:off x="33432461" y="4750829"/>
            <a:ext cx="4420" cy="234000"/>
          </a:xfrm>
          <a:prstGeom prst="straightConnector1">
            <a:avLst/>
          </a:prstGeom>
          <a:ln>
            <a:solidFill>
              <a:schemeClr val="tx1"/>
            </a:solidFill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8" name="Straight Arrow Connector 267">
            <a:extLst>
              <a:ext uri="{FF2B5EF4-FFF2-40B4-BE49-F238E27FC236}">
                <a16:creationId xmlns:a16="http://schemas.microsoft.com/office/drawing/2014/main" id="{4FD8F079-5CAC-7E0F-96F7-234BAE5F9580}"/>
              </a:ext>
            </a:extLst>
          </p:cNvPr>
          <p:cNvCxnSpPr>
            <a:cxnSpLocks/>
          </p:cNvCxnSpPr>
          <p:nvPr/>
        </p:nvCxnSpPr>
        <p:spPr>
          <a:xfrm flipV="1">
            <a:off x="33608293" y="4907971"/>
            <a:ext cx="148836" cy="130658"/>
          </a:xfrm>
          <a:prstGeom prst="straightConnector1">
            <a:avLst/>
          </a:prstGeom>
          <a:ln>
            <a:solidFill>
              <a:schemeClr val="tx1"/>
            </a:solidFill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9" name="Straight Arrow Connector 268">
            <a:extLst>
              <a:ext uri="{FF2B5EF4-FFF2-40B4-BE49-F238E27FC236}">
                <a16:creationId xmlns:a16="http://schemas.microsoft.com/office/drawing/2014/main" id="{22698A5E-E3A3-B3B8-D015-8AE9189A168E}"/>
              </a:ext>
            </a:extLst>
          </p:cNvPr>
          <p:cNvCxnSpPr>
            <a:cxnSpLocks/>
          </p:cNvCxnSpPr>
          <p:nvPr/>
        </p:nvCxnSpPr>
        <p:spPr>
          <a:xfrm flipH="1" flipV="1">
            <a:off x="33139343" y="4919309"/>
            <a:ext cx="154518" cy="123886"/>
          </a:xfrm>
          <a:prstGeom prst="straightConnector1">
            <a:avLst/>
          </a:prstGeom>
          <a:ln>
            <a:solidFill>
              <a:schemeClr val="tx1"/>
            </a:solidFill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0" name="Straight Connector 269">
            <a:extLst>
              <a:ext uri="{FF2B5EF4-FFF2-40B4-BE49-F238E27FC236}">
                <a16:creationId xmlns:a16="http://schemas.microsoft.com/office/drawing/2014/main" id="{8BBFB02A-8D4F-605A-CA07-4B75508FCB17}"/>
              </a:ext>
            </a:extLst>
          </p:cNvPr>
          <p:cNvCxnSpPr>
            <a:cxnSpLocks/>
          </p:cNvCxnSpPr>
          <p:nvPr/>
        </p:nvCxnSpPr>
        <p:spPr>
          <a:xfrm>
            <a:off x="33102191" y="7275686"/>
            <a:ext cx="6853565" cy="0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271" name="Rectangle 270">
            <a:extLst>
              <a:ext uri="{FF2B5EF4-FFF2-40B4-BE49-F238E27FC236}">
                <a16:creationId xmlns:a16="http://schemas.microsoft.com/office/drawing/2014/main" id="{620AB40F-BA45-8398-A317-35E1AC3E67EB}"/>
              </a:ext>
            </a:extLst>
          </p:cNvPr>
          <p:cNvSpPr/>
          <p:nvPr/>
        </p:nvSpPr>
        <p:spPr>
          <a:xfrm>
            <a:off x="36856050" y="6319427"/>
            <a:ext cx="370541" cy="940332"/>
          </a:xfrm>
          <a:prstGeom prst="rect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72" name="Freeform: Shape 271">
            <a:extLst>
              <a:ext uri="{FF2B5EF4-FFF2-40B4-BE49-F238E27FC236}">
                <a16:creationId xmlns:a16="http://schemas.microsoft.com/office/drawing/2014/main" id="{0F08FA08-D880-E714-CF4B-940024D9A46B}"/>
              </a:ext>
            </a:extLst>
          </p:cNvPr>
          <p:cNvSpPr/>
          <p:nvPr/>
        </p:nvSpPr>
        <p:spPr>
          <a:xfrm>
            <a:off x="36136536" y="6088841"/>
            <a:ext cx="1786965" cy="985828"/>
          </a:xfrm>
          <a:custGeom>
            <a:avLst/>
            <a:gdLst>
              <a:gd name="csX0" fmla="*/ 0 w 1786965"/>
              <a:gd name="csY0" fmla="*/ 1093699 h 1093699"/>
              <a:gd name="csX1" fmla="*/ 908424 w 1786965"/>
              <a:gd name="csY1" fmla="*/ 5 h 1093699"/>
              <a:gd name="csX2" fmla="*/ 1786965 w 1786965"/>
              <a:gd name="csY2" fmla="*/ 1081746 h 1093699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1786965" h="1093699">
                <a:moveTo>
                  <a:pt x="0" y="1093699"/>
                </a:moveTo>
                <a:cubicBezTo>
                  <a:pt x="305298" y="547848"/>
                  <a:pt x="610597" y="1997"/>
                  <a:pt x="908424" y="5"/>
                </a:cubicBezTo>
                <a:cubicBezTo>
                  <a:pt x="1206251" y="-1987"/>
                  <a:pt x="1496608" y="539879"/>
                  <a:pt x="1786965" y="1081746"/>
                </a:cubicBezTo>
              </a:path>
            </a:pathLst>
          </a:cu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273" name="Straight Connector 272">
            <a:extLst>
              <a:ext uri="{FF2B5EF4-FFF2-40B4-BE49-F238E27FC236}">
                <a16:creationId xmlns:a16="http://schemas.microsoft.com/office/drawing/2014/main" id="{441C8F37-F111-7474-EB28-0FBC4915FDD5}"/>
              </a:ext>
            </a:extLst>
          </p:cNvPr>
          <p:cNvCxnSpPr>
            <a:cxnSpLocks/>
          </p:cNvCxnSpPr>
          <p:nvPr/>
        </p:nvCxnSpPr>
        <p:spPr>
          <a:xfrm>
            <a:off x="37923496" y="7058635"/>
            <a:ext cx="903174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4" name="Straight Arrow Connector 273">
            <a:extLst>
              <a:ext uri="{FF2B5EF4-FFF2-40B4-BE49-F238E27FC236}">
                <a16:creationId xmlns:a16="http://schemas.microsoft.com/office/drawing/2014/main" id="{920B3C0F-DD1F-9693-B01A-EBC589CB516F}"/>
              </a:ext>
            </a:extLst>
          </p:cNvPr>
          <p:cNvCxnSpPr>
            <a:cxnSpLocks/>
            <a:stCxn id="272" idx="0"/>
          </p:cNvCxnSpPr>
          <p:nvPr/>
        </p:nvCxnSpPr>
        <p:spPr>
          <a:xfrm flipH="1" flipV="1">
            <a:off x="35558689" y="7058635"/>
            <a:ext cx="577847" cy="16034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5" name="Oval 274">
            <a:extLst>
              <a:ext uri="{FF2B5EF4-FFF2-40B4-BE49-F238E27FC236}">
                <a16:creationId xmlns:a16="http://schemas.microsoft.com/office/drawing/2014/main" id="{2505E572-A8AC-4347-71D3-BD2E53AC2D96}"/>
              </a:ext>
            </a:extLst>
          </p:cNvPr>
          <p:cNvSpPr/>
          <p:nvPr/>
        </p:nvSpPr>
        <p:spPr>
          <a:xfrm>
            <a:off x="38923939" y="6903852"/>
            <a:ext cx="355691" cy="355691"/>
          </a:xfrm>
          <a:prstGeom prst="ellipse">
            <a:avLst/>
          </a:prstGeom>
          <a:solidFill>
            <a:schemeClr val="tx1"/>
          </a:solidFill>
          <a:ln>
            <a:solidFill>
              <a:schemeClr val="tx1"/>
            </a:solidFill>
            <a:prstDash val="solid"/>
          </a:ln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76" name="Oval 275">
            <a:extLst>
              <a:ext uri="{FF2B5EF4-FFF2-40B4-BE49-F238E27FC236}">
                <a16:creationId xmlns:a16="http://schemas.microsoft.com/office/drawing/2014/main" id="{B4E53940-ED22-0342-2EFA-27AE3ECCE744}"/>
              </a:ext>
            </a:extLst>
          </p:cNvPr>
          <p:cNvSpPr/>
          <p:nvPr/>
        </p:nvSpPr>
        <p:spPr>
          <a:xfrm>
            <a:off x="35192634" y="6903851"/>
            <a:ext cx="355691" cy="355691"/>
          </a:xfrm>
          <a:prstGeom prst="ellipse">
            <a:avLst/>
          </a:prstGeom>
          <a:noFill/>
          <a:ln>
            <a:prstDash val="sysDot"/>
          </a:ln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77" name="Oval 276">
            <a:extLst>
              <a:ext uri="{FF2B5EF4-FFF2-40B4-BE49-F238E27FC236}">
                <a16:creationId xmlns:a16="http://schemas.microsoft.com/office/drawing/2014/main" id="{BCC8FAD2-E329-36DF-9209-44EDB7D0A320}"/>
              </a:ext>
            </a:extLst>
          </p:cNvPr>
          <p:cNvSpPr/>
          <p:nvPr/>
        </p:nvSpPr>
        <p:spPr>
          <a:xfrm>
            <a:off x="33135067" y="6536392"/>
            <a:ext cx="739299" cy="739299"/>
          </a:xfrm>
          <a:prstGeom prst="ellipse">
            <a:avLst/>
          </a:prstGeom>
          <a:solidFill>
            <a:schemeClr val="tx1"/>
          </a:solidFill>
          <a:ln>
            <a:solidFill>
              <a:schemeClr val="tx1"/>
            </a:solidFill>
            <a:prstDash val="solid"/>
          </a:ln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78" name="Rectangle 277">
            <a:extLst>
              <a:ext uri="{FF2B5EF4-FFF2-40B4-BE49-F238E27FC236}">
                <a16:creationId xmlns:a16="http://schemas.microsoft.com/office/drawing/2014/main" id="{912D2320-AADB-2E0D-2761-E745D9E8F17B}"/>
              </a:ext>
            </a:extLst>
          </p:cNvPr>
          <p:cNvSpPr/>
          <p:nvPr/>
        </p:nvSpPr>
        <p:spPr>
          <a:xfrm>
            <a:off x="33091661" y="6858000"/>
            <a:ext cx="2858698" cy="401980"/>
          </a:xfrm>
          <a:prstGeom prst="rect">
            <a:avLst/>
          </a:prstGeom>
          <a:solidFill>
            <a:schemeClr val="bg1">
              <a:lumMod val="65000"/>
            </a:schemeClr>
          </a:solidFill>
          <a:ln>
            <a:solidFill>
              <a:schemeClr val="bg1">
                <a:lumMod val="6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290" name="Straight Connector 289">
            <a:extLst>
              <a:ext uri="{FF2B5EF4-FFF2-40B4-BE49-F238E27FC236}">
                <a16:creationId xmlns:a16="http://schemas.microsoft.com/office/drawing/2014/main" id="{E3B42647-D5CA-9CC9-A69C-D047C1711FEE}"/>
              </a:ext>
            </a:extLst>
          </p:cNvPr>
          <p:cNvCxnSpPr>
            <a:cxnSpLocks/>
          </p:cNvCxnSpPr>
          <p:nvPr/>
        </p:nvCxnSpPr>
        <p:spPr>
          <a:xfrm>
            <a:off x="32941770" y="9535217"/>
            <a:ext cx="6853565" cy="0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295" name="Oval 294">
            <a:extLst>
              <a:ext uri="{FF2B5EF4-FFF2-40B4-BE49-F238E27FC236}">
                <a16:creationId xmlns:a16="http://schemas.microsoft.com/office/drawing/2014/main" id="{BC1FC30B-36BB-A012-0A20-A33557C4B10A}"/>
              </a:ext>
            </a:extLst>
          </p:cNvPr>
          <p:cNvSpPr/>
          <p:nvPr/>
        </p:nvSpPr>
        <p:spPr>
          <a:xfrm>
            <a:off x="38763518" y="9163383"/>
            <a:ext cx="355691" cy="355691"/>
          </a:xfrm>
          <a:prstGeom prst="ellipse">
            <a:avLst/>
          </a:prstGeom>
          <a:solidFill>
            <a:schemeClr val="tx1"/>
          </a:solidFill>
          <a:ln>
            <a:solidFill>
              <a:schemeClr val="tx1"/>
            </a:solidFill>
            <a:prstDash val="solid"/>
          </a:ln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96" name="Oval 295">
            <a:extLst>
              <a:ext uri="{FF2B5EF4-FFF2-40B4-BE49-F238E27FC236}">
                <a16:creationId xmlns:a16="http://schemas.microsoft.com/office/drawing/2014/main" id="{90F1128F-DDE0-F903-C5F4-04B7326BE60E}"/>
              </a:ext>
            </a:extLst>
          </p:cNvPr>
          <p:cNvSpPr/>
          <p:nvPr/>
        </p:nvSpPr>
        <p:spPr>
          <a:xfrm>
            <a:off x="33768897" y="9163382"/>
            <a:ext cx="355691" cy="355691"/>
          </a:xfrm>
          <a:prstGeom prst="ellipse">
            <a:avLst/>
          </a:prstGeom>
          <a:noFill/>
          <a:ln>
            <a:prstDash val="sysDot"/>
          </a:ln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97" name="Oval 296">
            <a:extLst>
              <a:ext uri="{FF2B5EF4-FFF2-40B4-BE49-F238E27FC236}">
                <a16:creationId xmlns:a16="http://schemas.microsoft.com/office/drawing/2014/main" id="{3457C597-B67E-C670-BAA9-6D1901474BA9}"/>
              </a:ext>
            </a:extLst>
          </p:cNvPr>
          <p:cNvSpPr/>
          <p:nvPr/>
        </p:nvSpPr>
        <p:spPr>
          <a:xfrm>
            <a:off x="32974646" y="8795923"/>
            <a:ext cx="739299" cy="739299"/>
          </a:xfrm>
          <a:prstGeom prst="ellipse">
            <a:avLst/>
          </a:prstGeom>
          <a:solidFill>
            <a:schemeClr val="tx1"/>
          </a:solidFill>
          <a:ln>
            <a:solidFill>
              <a:schemeClr val="tx1"/>
            </a:solidFill>
            <a:prstDash val="solid"/>
          </a:ln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299" name="Straight Arrow Connector 298">
            <a:extLst>
              <a:ext uri="{FF2B5EF4-FFF2-40B4-BE49-F238E27FC236}">
                <a16:creationId xmlns:a16="http://schemas.microsoft.com/office/drawing/2014/main" id="{63C36323-E46F-DF03-0C01-6E42DEE546D2}"/>
              </a:ext>
            </a:extLst>
          </p:cNvPr>
          <p:cNvCxnSpPr>
            <a:cxnSpLocks/>
          </p:cNvCxnSpPr>
          <p:nvPr/>
        </p:nvCxnSpPr>
        <p:spPr>
          <a:xfrm flipH="1">
            <a:off x="34277088" y="9311526"/>
            <a:ext cx="4211933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301" name="Straight Connector 300">
            <a:extLst>
              <a:ext uri="{FF2B5EF4-FFF2-40B4-BE49-F238E27FC236}">
                <a16:creationId xmlns:a16="http://schemas.microsoft.com/office/drawing/2014/main" id="{6E795A84-84A9-2DC5-DC3B-7B8AAB0A0DDE}"/>
              </a:ext>
            </a:extLst>
          </p:cNvPr>
          <p:cNvCxnSpPr>
            <a:cxnSpLocks/>
          </p:cNvCxnSpPr>
          <p:nvPr/>
        </p:nvCxnSpPr>
        <p:spPr>
          <a:xfrm>
            <a:off x="32884934" y="11390184"/>
            <a:ext cx="6853565" cy="0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302" name="Oval 301">
            <a:extLst>
              <a:ext uri="{FF2B5EF4-FFF2-40B4-BE49-F238E27FC236}">
                <a16:creationId xmlns:a16="http://schemas.microsoft.com/office/drawing/2014/main" id="{3439BCE3-6B2B-156C-9EF7-9F8971FBD5E2}"/>
              </a:ext>
            </a:extLst>
          </p:cNvPr>
          <p:cNvSpPr/>
          <p:nvPr/>
        </p:nvSpPr>
        <p:spPr>
          <a:xfrm>
            <a:off x="38706682" y="11018350"/>
            <a:ext cx="355691" cy="355691"/>
          </a:xfrm>
          <a:prstGeom prst="ellipse">
            <a:avLst/>
          </a:prstGeom>
          <a:solidFill>
            <a:schemeClr val="tx1"/>
          </a:solidFill>
          <a:ln>
            <a:solidFill>
              <a:schemeClr val="tx1"/>
            </a:solidFill>
            <a:prstDash val="solid"/>
          </a:ln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03" name="Oval 302">
            <a:extLst>
              <a:ext uri="{FF2B5EF4-FFF2-40B4-BE49-F238E27FC236}">
                <a16:creationId xmlns:a16="http://schemas.microsoft.com/office/drawing/2014/main" id="{576248D3-95DF-12EA-1C0D-620F4B99CEF0}"/>
              </a:ext>
            </a:extLst>
          </p:cNvPr>
          <p:cNvSpPr/>
          <p:nvPr/>
        </p:nvSpPr>
        <p:spPr>
          <a:xfrm>
            <a:off x="35252106" y="11018349"/>
            <a:ext cx="355691" cy="355691"/>
          </a:xfrm>
          <a:prstGeom prst="ellipse">
            <a:avLst/>
          </a:prstGeom>
          <a:noFill/>
          <a:ln>
            <a:prstDash val="sysDot"/>
          </a:ln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04" name="Oval 303">
            <a:extLst>
              <a:ext uri="{FF2B5EF4-FFF2-40B4-BE49-F238E27FC236}">
                <a16:creationId xmlns:a16="http://schemas.microsoft.com/office/drawing/2014/main" id="{494EA55B-E5CD-5366-7690-0661D802983B}"/>
              </a:ext>
            </a:extLst>
          </p:cNvPr>
          <p:cNvSpPr/>
          <p:nvPr/>
        </p:nvSpPr>
        <p:spPr>
          <a:xfrm>
            <a:off x="32917810" y="10650890"/>
            <a:ext cx="739299" cy="739299"/>
          </a:xfrm>
          <a:prstGeom prst="ellipse">
            <a:avLst/>
          </a:prstGeom>
          <a:solidFill>
            <a:schemeClr val="tx1"/>
          </a:solidFill>
          <a:ln>
            <a:solidFill>
              <a:schemeClr val="tx1"/>
            </a:solidFill>
            <a:prstDash val="solid"/>
          </a:ln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305" name="Straight Arrow Connector 304">
            <a:extLst>
              <a:ext uri="{FF2B5EF4-FFF2-40B4-BE49-F238E27FC236}">
                <a16:creationId xmlns:a16="http://schemas.microsoft.com/office/drawing/2014/main" id="{D45B5769-39B9-6AC9-5A4E-A37CD3B8A55D}"/>
              </a:ext>
            </a:extLst>
          </p:cNvPr>
          <p:cNvCxnSpPr>
            <a:cxnSpLocks/>
          </p:cNvCxnSpPr>
          <p:nvPr/>
        </p:nvCxnSpPr>
        <p:spPr>
          <a:xfrm flipH="1">
            <a:off x="35685663" y="11166493"/>
            <a:ext cx="2746522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307" name="TextBox 306">
            <a:extLst>
              <a:ext uri="{FF2B5EF4-FFF2-40B4-BE49-F238E27FC236}">
                <a16:creationId xmlns:a16="http://schemas.microsoft.com/office/drawing/2014/main" id="{F4C2BA63-9D74-C9AD-2F67-82F71AF7D124}"/>
              </a:ext>
            </a:extLst>
          </p:cNvPr>
          <p:cNvSpPr txBox="1"/>
          <p:nvPr/>
        </p:nvSpPr>
        <p:spPr>
          <a:xfrm>
            <a:off x="33902887" y="2227043"/>
            <a:ext cx="5516254" cy="70788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4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Inferring Goals Condition</a:t>
            </a:r>
          </a:p>
        </p:txBody>
      </p:sp>
      <p:sp>
        <p:nvSpPr>
          <p:cNvPr id="308" name="TextBox 307">
            <a:extLst>
              <a:ext uri="{FF2B5EF4-FFF2-40B4-BE49-F238E27FC236}">
                <a16:creationId xmlns:a16="http://schemas.microsoft.com/office/drawing/2014/main" id="{35A881EA-DA28-9FC6-5DDF-0E07339DCCCF}"/>
              </a:ext>
            </a:extLst>
          </p:cNvPr>
          <p:cNvSpPr txBox="1"/>
          <p:nvPr/>
        </p:nvSpPr>
        <p:spPr>
          <a:xfrm>
            <a:off x="27066566" y="834291"/>
            <a:ext cx="13012473" cy="132343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4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Target Finding 3: </a:t>
            </a:r>
          </a:p>
          <a:p>
            <a:pPr algn="ctr"/>
            <a:r>
              <a:rPr lang="en-US" sz="4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Bidirectional Inferences about Actions, Goals, and Constraints</a:t>
            </a:r>
          </a:p>
        </p:txBody>
      </p:sp>
    </p:spTree>
    <p:extLst>
      <p:ext uri="{BB962C8B-B14F-4D97-AF65-F5344CB8AC3E}">
        <p14:creationId xmlns:p14="http://schemas.microsoft.com/office/powerpoint/2010/main" val="1796103449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 Them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 Them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 Them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customXml/_rels/item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2.xml><?xml version="1.0" encoding="utf-8"?>
<ct:contentTypeSchema xmlns:ct="http://schemas.microsoft.com/office/2006/metadata/contentType" xmlns:ma="http://schemas.microsoft.com/office/2006/metadata/properties/metaAttributes" ct:_="" ma:_="" ma:contentTypeName="Document" ma:contentTypeID="0x0101003D700C8CE122D6468A01E7E6F602FC93" ma:contentTypeVersion="15" ma:contentTypeDescription="Create a new document." ma:contentTypeScope="" ma:versionID="78a361b573735f4e8f7ea36d196d1741">
  <xsd:schema xmlns:xsd="http://www.w3.org/2001/XMLSchema" xmlns:xs="http://www.w3.org/2001/XMLSchema" xmlns:p="http://schemas.microsoft.com/office/2006/metadata/properties" xmlns:ns3="4668150b-da18-493d-a040-cbc02bf476e5" xmlns:ns4="e584c313-2618-4b13-ba4c-e296ab8c40d5" targetNamespace="http://schemas.microsoft.com/office/2006/metadata/properties" ma:root="true" ma:fieldsID="aacb3e30d10ecf7b0bc1959e7f1d2dde" ns3:_="" ns4:_="">
    <xsd:import namespace="4668150b-da18-493d-a040-cbc02bf476e5"/>
    <xsd:import namespace="e584c313-2618-4b13-ba4c-e296ab8c40d5"/>
    <xsd:element name="properties">
      <xsd:complexType>
        <xsd:sequence>
          <xsd:element name="documentManagement">
            <xsd:complexType>
              <xsd:all>
                <xsd:element ref="ns3:MediaServiceMetadata" minOccurs="0"/>
                <xsd:element ref="ns3:MediaServiceFastMetadata" minOccurs="0"/>
                <xsd:element ref="ns3:MediaServiceAutoTags" minOccurs="0"/>
                <xsd:element ref="ns3:MediaLengthInSeconds" minOccurs="0"/>
                <xsd:element ref="ns3:_activity" minOccurs="0"/>
                <xsd:element ref="ns3:MediaServiceObjectDetectorVersions" minOccurs="0"/>
                <xsd:element ref="ns3:MediaServiceSearchProperties" minOccurs="0"/>
                <xsd:element ref="ns4:SharedWithDetails" minOccurs="0"/>
                <xsd:element ref="ns4:SharingHintHash" minOccurs="0"/>
                <xsd:element ref="ns4:SharedWithUsers" minOccurs="0"/>
                <xsd:element ref="ns3:MediaServiceDateTaken" minOccurs="0"/>
                <xsd:element ref="ns3:MediaServiceSystemTags" minOccurs="0"/>
                <xsd:element ref="ns3:MediaServiceGenerationTime" minOccurs="0"/>
                <xsd:element ref="ns3:MediaServiceEventHashCode" minOccurs="0"/>
                <xsd:element ref="ns3:MediaServiceBillingMetadata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4668150b-da18-493d-a040-cbc02bf476e5" elementFormDefault="qualified">
    <xsd:import namespace="http://schemas.microsoft.com/office/2006/documentManagement/types"/>
    <xsd:import namespace="http://schemas.microsoft.com/office/infopath/2007/PartnerControls"/>
    <xsd:element name="MediaServiceMetadata" ma:index="8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9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AutoTags" ma:index="10" nillable="true" ma:displayName="Tags" ma:internalName="MediaServiceAutoTags" ma:readOnly="true">
      <xsd:simpleType>
        <xsd:restriction base="dms:Text"/>
      </xsd:simpleType>
    </xsd:element>
    <xsd:element name="MediaLengthInSeconds" ma:index="11" nillable="true" ma:displayName="MediaLengthInSeconds" ma:hidden="true" ma:internalName="MediaLengthInSeconds" ma:readOnly="true">
      <xsd:simpleType>
        <xsd:restriction base="dms:Unknown"/>
      </xsd:simpleType>
    </xsd:element>
    <xsd:element name="_activity" ma:index="12" nillable="true" ma:displayName="_activity" ma:hidden="true" ma:internalName="_activity">
      <xsd:simpleType>
        <xsd:restriction base="dms:Note"/>
      </xsd:simpleType>
    </xsd:element>
    <xsd:element name="MediaServiceObjectDetectorVersions" ma:index="13" nillable="true" ma:displayName="MediaServiceObjectDetectorVersions" ma:hidden="true" ma:indexed="true" ma:internalName="MediaServiceObjectDetectorVersions" ma:readOnly="true">
      <xsd:simpleType>
        <xsd:restriction base="dms:Text"/>
      </xsd:simpleType>
    </xsd:element>
    <xsd:element name="MediaServiceSearchProperties" ma:index="14" nillable="true" ma:displayName="MediaServiceSearchProperties" ma:hidden="true" ma:internalName="MediaServiceSearchProperties" ma:readOnly="true">
      <xsd:simpleType>
        <xsd:restriction base="dms:Note"/>
      </xsd:simpleType>
    </xsd:element>
    <xsd:element name="MediaServiceDateTaken" ma:index="18" nillable="true" ma:displayName="MediaServiceDateTaken" ma:hidden="true" ma:indexed="true" ma:internalName="MediaServiceDateTaken" ma:readOnly="true">
      <xsd:simpleType>
        <xsd:restriction base="dms:Text"/>
      </xsd:simpleType>
    </xsd:element>
    <xsd:element name="MediaServiceSystemTags" ma:index="19" nillable="true" ma:displayName="MediaServiceSystemTags" ma:hidden="true" ma:internalName="MediaServiceSystemTags" ma:readOnly="true">
      <xsd:simpleType>
        <xsd:restriction base="dms:Note"/>
      </xsd:simpleType>
    </xsd:element>
    <xsd:element name="MediaServiceGenerationTime" ma:index="20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EventHashCode" ma:index="21" nillable="true" ma:displayName="MediaServiceEventHashCode" ma:hidden="true" ma:internalName="MediaServiceEventHashCode" ma:readOnly="true">
      <xsd:simpleType>
        <xsd:restriction base="dms:Text"/>
      </xsd:simpleType>
    </xsd:element>
    <xsd:element name="MediaServiceBillingMetadata" ma:index="22" nillable="true" ma:displayName="MediaServiceBillingMetadata" ma:hidden="true" ma:internalName="MediaServiceBillingMetadata" ma:readOnly="true">
      <xsd:simpleType>
        <xsd:restriction base="dms:Note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e584c313-2618-4b13-ba4c-e296ab8c40d5" elementFormDefault="qualified">
    <xsd:import namespace="http://schemas.microsoft.com/office/2006/documentManagement/types"/>
    <xsd:import namespace="http://schemas.microsoft.com/office/infopath/2007/PartnerControls"/>
    <xsd:element name="SharedWithDetails" ma:index="15" nillable="true" ma:displayName="Shared With Details" ma:internalName="SharedWithDetails" ma:readOnly="true">
      <xsd:simpleType>
        <xsd:restriction base="dms:Note">
          <xsd:maxLength value="255"/>
        </xsd:restriction>
      </xsd:simpleType>
    </xsd:element>
    <xsd:element name="SharingHintHash" ma:index="16" nillable="true" ma:displayName="Sharing Hint Hash" ma:hidden="true" ma:internalName="SharingHintHash" ma:readOnly="true">
      <xsd:simpleType>
        <xsd:restriction base="dms:Text"/>
      </xsd:simpleType>
    </xsd:element>
    <xsd:element name="SharedWithUsers" ma:index="17" nillable="true" ma:displayName="Shared With" ma:internalName="SharedWithUsers" ma:readOnly="true">
      <xsd:complexType>
        <xsd:complexContent>
          <xsd:extension base="dms:UserMulti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Content Type"/>
        <xsd:element ref="dc:title" minOccurs="0" maxOccurs="1" ma:index="4" ma:displayName="Title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3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_activity xmlns="4668150b-da18-493d-a040-cbc02bf476e5" xsi:nil="true"/>
  </documentManagement>
</p:properties>
</file>

<file path=customXml/itemProps1.xml><?xml version="1.0" encoding="utf-8"?>
<ds:datastoreItem xmlns:ds="http://schemas.openxmlformats.org/officeDocument/2006/customXml" ds:itemID="{F2F1528F-C631-4170-A5E1-A10CC58FFF8F}">
  <ds:schemaRefs>
    <ds:schemaRef ds:uri="http://schemas.microsoft.com/sharepoint/v3/contenttype/forms"/>
  </ds:schemaRefs>
</ds:datastoreItem>
</file>

<file path=customXml/itemProps2.xml><?xml version="1.0" encoding="utf-8"?>
<ds:datastoreItem xmlns:ds="http://schemas.openxmlformats.org/officeDocument/2006/customXml" ds:itemID="{9028DA92-C8DA-4342-B357-E9B52241A81B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4668150b-da18-493d-a040-cbc02bf476e5"/>
    <ds:schemaRef ds:uri="e584c313-2618-4b13-ba4c-e296ab8c40d5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customXml/itemProps3.xml><?xml version="1.0" encoding="utf-8"?>
<ds:datastoreItem xmlns:ds="http://schemas.openxmlformats.org/officeDocument/2006/customXml" ds:itemID="{50738C8C-DF76-4388-8A52-04F66B29D512}">
  <ds:schemaRefs>
    <ds:schemaRef ds:uri="http://purl.org/dc/elements/1.1/"/>
    <ds:schemaRef ds:uri="http://www.w3.org/XML/1998/namespace"/>
    <ds:schemaRef ds:uri="http://schemas.microsoft.com/office/2006/documentManagement/types"/>
    <ds:schemaRef ds:uri="e584c313-2618-4b13-ba4c-e296ab8c40d5"/>
    <ds:schemaRef ds:uri="4668150b-da18-493d-a040-cbc02bf476e5"/>
    <ds:schemaRef ds:uri="http://purl.org/dc/dcmitype/"/>
    <ds:schemaRef ds:uri="http://schemas.microsoft.com/office/2006/metadata/properties"/>
    <ds:schemaRef ds:uri="http://schemas.microsoft.com/office/infopath/2007/PartnerControls"/>
    <ds:schemaRef ds:uri="http://schemas.openxmlformats.org/package/2006/metadata/core-properties"/>
    <ds:schemaRef ds:uri="http://purl.org/dc/terms/"/>
  </ds:schemaRefs>
</ds:datastoreItem>
</file>

<file path=docProps/app.xml><?xml version="1.0" encoding="utf-8"?>
<Properties xmlns="http://schemas.openxmlformats.org/officeDocument/2006/extended-properties" xmlns:vt="http://schemas.openxmlformats.org/officeDocument/2006/docPropsVTypes">
  <Template>Office Theme</Template>
  <TotalTime>54</TotalTime>
  <Words>64</Words>
  <Application>Microsoft Office PowerPoint</Application>
  <PresentationFormat>Custom</PresentationFormat>
  <Paragraphs>18</Paragraphs>
  <Slides>2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</vt:i4>
      </vt:variant>
    </vt:vector>
  </HeadingPairs>
  <TitlesOfParts>
    <vt:vector size="7" baseType="lpstr">
      <vt:lpstr>Aptos</vt:lpstr>
      <vt:lpstr>Aptos Display</vt:lpstr>
      <vt:lpstr>Arial</vt:lpstr>
      <vt:lpstr>Times New Roman</vt:lpstr>
      <vt:lpstr>Office Theme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Benton, Deon</dc:creator>
  <cp:lastModifiedBy>Benton, Deon</cp:lastModifiedBy>
  <cp:revision>9</cp:revision>
  <dcterms:created xsi:type="dcterms:W3CDTF">2026-06-06T05:20:50Z</dcterms:created>
  <dcterms:modified xsi:type="dcterms:W3CDTF">2026-06-06T17:36:10Z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0x0101003D700C8CE122D6468A01E7E6F602FC93</vt:lpwstr>
  </property>
</Properties>
</file>